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diagrams/colors11.xml" ContentType="application/vnd.openxmlformats-officedocument.drawingml.diagramColors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diagrams/layout9.xml" ContentType="application/vnd.openxmlformats-officedocument.drawingml.diagramLayout+xml"/>
  <Override PartName="/ppt/diagrams/data13.xml" ContentType="application/vnd.openxmlformats-officedocument.drawingml.diagramData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colors8.xml" ContentType="application/vnd.openxmlformats-officedocument.drawingml.diagramColors+xml"/>
  <Override PartName="/ppt/diagrams/quickStyle13.xml" ContentType="application/vnd.openxmlformats-officedocument.drawingml.diagramStyle+xml"/>
  <Override PartName="/ppt/notesSlides/notesSlide30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notesSlides/notesSlide7.xml" ContentType="application/vnd.openxmlformats-officedocument.presentationml.notesSlide+xml"/>
  <Override PartName="/ppt/diagrams/layout13.xml" ContentType="application/vnd.openxmlformats-officedocument.drawingml.diagramLayout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diagrams/colors16.xml" ContentType="application/vnd.openxmlformats-officedocument.drawingml.diagramColor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Slides/notesSlide3.xml" ContentType="application/vnd.openxmlformats-officedocument.presentationml.notesSlide+xml"/>
  <Override PartName="/ppt/diagrams/colors12.xml" ContentType="application/vnd.openxmlformats-officedocument.drawingml.diagramColors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ata14.xml" ContentType="application/vnd.openxmlformats-officedocument.drawingml.diagramData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diagrams/layout6.xml" ContentType="application/vnd.openxmlformats-officedocument.drawingml.diagramLayout+xml"/>
  <Override PartName="/ppt/diagrams/data10.xml" ContentType="application/vnd.openxmlformats-officedocument.drawingml.diagramData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diagrams/quickStyle14.xml" ContentType="application/vnd.openxmlformats-officedocument.drawingml.diagramStyle+xml"/>
  <Override PartName="/ppt/slideLayouts/slideLayout10.xml" ContentType="application/vnd.openxmlformats-officedocument.presentationml.slideLayout+xml"/>
  <Default Extension="gif" ContentType="image/gif"/>
  <Override PartName="/ppt/diagrams/layout2.xml" ContentType="application/vnd.openxmlformats-officedocument.drawingml.diagramLayout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layout14.xml" ContentType="application/vnd.openxmlformats-officedocument.drawingml.diagram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diagrams/colors13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diagrams/data15.xml" ContentType="application/vnd.openxmlformats-officedocument.drawingml.diagramData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notesSlides/notesSlide18.xml" ContentType="application/vnd.openxmlformats-officedocument.presentationml.notesSlide+xml"/>
  <Override PartName="/ppt/diagrams/data11.xml" ContentType="application/vnd.openxmlformats-officedocument.drawingml.diagramData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diagrams/quickStyle15.xml" ContentType="application/vnd.openxmlformats-officedocument.drawingml.diagramStyle+xml"/>
  <Override PartName="/ppt/notesSlides/notesSlide32.xml" ContentType="application/vnd.openxmlformats-officedocument.presentationml.notesSlid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layout15.xml" ContentType="application/vnd.openxmlformats-officedocument.drawingml.diagramLayout+xml"/>
  <Override PartName="/ppt/notesSlides/notesSlide10.xml" ContentType="application/vnd.openxmlformats-officedocument.presentationml.notesSlide+xml"/>
  <Override PartName="/ppt/diagrams/colors6.xml" ContentType="application/vnd.openxmlformats-officedocument.drawingml.diagramColors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layout11.xml" ContentType="application/vnd.openxmlformats-officedocument.drawingml.diagramLayout+xml"/>
  <Override PartName="/ppt/diagrams/colors14.xml" ContentType="application/vnd.openxmlformats-officedocument.drawingml.diagramColors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38.xml" ContentType="application/vnd.openxmlformats-officedocument.presentationml.slideLayout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ata16.xml" ContentType="application/vnd.openxmlformats-officedocument.drawingml.diagramData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Slides/notesSlide19.xml" ContentType="application/vnd.openxmlformats-officedocument.presentationml.notesSlide+xml"/>
  <Override PartName="/ppt/diagrams/colors10.xml" ContentType="application/vnd.openxmlformats-officedocument.drawingml.diagramColors+xml"/>
  <Override PartName="/ppt/slides/slide24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16.xml" ContentType="application/vnd.openxmlformats-officedocument.presentationml.slideLayout+xml"/>
  <Override PartName="/ppt/slideLayouts/slideLayout34.xml" ContentType="application/vnd.openxmlformats-officedocument.presentationml.slideLayout+xml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diagrams/data12.xml" ContentType="application/vnd.openxmlformats-officedocument.drawingml.diagramData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notesSlides/notesSlide15.xml" ContentType="application/vnd.openxmlformats-officedocument.presentationml.notesSlide+xml"/>
  <Override PartName="/ppt/diagrams/data9.xml" ContentType="application/vnd.openxmlformats-officedocument.drawingml.diagramData+xml"/>
  <Override PartName="/ppt/notesSlides/notesSlide26.xml" ContentType="application/vnd.openxmlformats-officedocument.presentationml.notesSlide+xml"/>
  <Override PartName="/ppt/diagrams/quickStyle16.xml" ContentType="application/vnd.openxmlformats-officedocument.drawingml.diagramStyl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diagrams/layout4.xml" ContentType="application/vnd.openxmlformats-officedocument.drawingml.diagram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5.xml" ContentType="application/vnd.openxmlformats-officedocument.drawingml.diagramData+xml"/>
  <Override PartName="/ppt/notesSlides/notesSlide11.xml" ContentType="application/vnd.openxmlformats-officedocument.presentationml.notesSlide+xml"/>
  <Override PartName="/ppt/diagrams/colors7.xml" ContentType="application/vnd.openxmlformats-officedocument.drawingml.diagramColors+xml"/>
  <Override PartName="/ppt/diagrams/quickStyle12.xml" ContentType="application/vnd.openxmlformats-officedocument.drawingml.diagramStyle+xml"/>
  <Override PartName="/ppt/diagrams/layout16.xml" ContentType="application/vnd.openxmlformats-officedocument.drawingml.diagramLayout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ppt/diagrams/colors15.xml" ContentType="application/vnd.openxmlformats-officedocument.drawingml.diagramColors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diagrams/quickStyle2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</p:sldMasterIdLst>
  <p:notesMasterIdLst>
    <p:notesMasterId r:id="rId5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10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image" Target="../media/image13.gif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gif"/><Relationship Id="rId1" Type="http://schemas.openxmlformats.org/officeDocument/2006/relationships/image" Target="../media/image17.gif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gif"/><Relationship Id="rId1" Type="http://schemas.openxmlformats.org/officeDocument/2006/relationships/image" Target="../media/image20.gif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5.gif"/><Relationship Id="rId1" Type="http://schemas.openxmlformats.org/officeDocument/2006/relationships/image" Target="../media/image24.gif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image" Target="../media/image28.gif"/><Relationship Id="rId1" Type="http://schemas.openxmlformats.org/officeDocument/2006/relationships/image" Target="../media/image27.gif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31.gif"/><Relationship Id="rId1" Type="http://schemas.openxmlformats.org/officeDocument/2006/relationships/image" Target="../media/image30.gif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image" Target="../media/image34.gif"/><Relationship Id="rId1" Type="http://schemas.openxmlformats.org/officeDocument/2006/relationships/image" Target="../media/image33.gif"/><Relationship Id="rId4" Type="http://schemas.openxmlformats.org/officeDocument/2006/relationships/image" Target="../media/image36.gif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D57C7A-6C45-47D8-B072-79985FDA98F6}" type="doc">
      <dgm:prSet loTypeId="urn:microsoft.com/office/officeart/2005/8/layout/vList2" loCatId="list" qsTypeId="urn:microsoft.com/office/officeart/2005/8/quickstyle/3d1" qsCatId="3D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6016ACC8-F114-4B27-BD6A-2DCDF49B5870}">
      <dgm:prSet/>
      <dgm:spPr/>
      <dgm:t>
        <a:bodyPr/>
        <a:lstStyle/>
        <a:p>
          <a:r>
            <a:rPr lang="en-US" dirty="0" smtClean="0"/>
            <a:t>To make business activities more efficient</a:t>
          </a:r>
          <a:endParaRPr lang="en-US" dirty="0"/>
        </a:p>
      </dgm:t>
    </dgm:pt>
    <dgm:pt modelId="{21C6EBBA-8AC0-4BC5-9F83-125C31996015}" type="parTrans" cxnId="{BD2CEDC7-8F85-42F2-A1B2-F10AE145AFA4}">
      <dgm:prSet/>
      <dgm:spPr/>
      <dgm:t>
        <a:bodyPr/>
        <a:lstStyle/>
        <a:p>
          <a:endParaRPr lang="en-US"/>
        </a:p>
      </dgm:t>
    </dgm:pt>
    <dgm:pt modelId="{A00A11AA-0A29-44E6-91B0-634C12305017}" type="sibTrans" cxnId="{BD2CEDC7-8F85-42F2-A1B2-F10AE145AFA4}">
      <dgm:prSet/>
      <dgm:spPr/>
      <dgm:t>
        <a:bodyPr/>
        <a:lstStyle/>
        <a:p>
          <a:endParaRPr lang="en-US"/>
        </a:p>
      </dgm:t>
    </dgm:pt>
    <dgm:pt modelId="{8D1F30E1-BF9F-4895-9575-47A13022928A}">
      <dgm:prSet/>
      <dgm:spPr/>
      <dgm:t>
        <a:bodyPr/>
        <a:lstStyle/>
        <a:p>
          <a:r>
            <a:rPr lang="en-US" dirty="0" smtClean="0"/>
            <a:t>To assist with graphics and multimedia projects</a:t>
          </a:r>
          <a:endParaRPr lang="en-US" dirty="0"/>
        </a:p>
      </dgm:t>
    </dgm:pt>
    <dgm:pt modelId="{94D19D79-1BC2-46DC-8362-BFB7CBBDF5B4}" type="parTrans" cxnId="{4444BC96-05ED-41FC-92E2-DA4696EBAB69}">
      <dgm:prSet/>
      <dgm:spPr/>
      <dgm:t>
        <a:bodyPr/>
        <a:lstStyle/>
        <a:p>
          <a:endParaRPr lang="en-US"/>
        </a:p>
      </dgm:t>
    </dgm:pt>
    <dgm:pt modelId="{83BDF268-C7C4-42EA-9CA2-4B3A8836C44C}" type="sibTrans" cxnId="{4444BC96-05ED-41FC-92E2-DA4696EBAB69}">
      <dgm:prSet/>
      <dgm:spPr/>
      <dgm:t>
        <a:bodyPr/>
        <a:lstStyle/>
        <a:p>
          <a:endParaRPr lang="en-US"/>
        </a:p>
      </dgm:t>
    </dgm:pt>
    <dgm:pt modelId="{359865E4-D5E6-4127-B54B-1CCC3A98C753}">
      <dgm:prSet/>
      <dgm:spPr/>
      <dgm:t>
        <a:bodyPr/>
        <a:lstStyle/>
        <a:p>
          <a:r>
            <a:rPr lang="en-US" dirty="0" smtClean="0"/>
            <a:t>To support home, personal, and educational tasks</a:t>
          </a:r>
          <a:endParaRPr lang="en-US" dirty="0"/>
        </a:p>
      </dgm:t>
    </dgm:pt>
    <dgm:pt modelId="{D76EA580-555F-4B9F-950F-99167744FA23}" type="parTrans" cxnId="{2183C99A-B90F-49D7-9E9E-542DED0E4F62}">
      <dgm:prSet/>
      <dgm:spPr/>
      <dgm:t>
        <a:bodyPr/>
        <a:lstStyle/>
        <a:p>
          <a:endParaRPr lang="en-US"/>
        </a:p>
      </dgm:t>
    </dgm:pt>
    <dgm:pt modelId="{40176EC3-4BE5-48BD-96EC-E14B91673022}" type="sibTrans" cxnId="{2183C99A-B90F-49D7-9E9E-542DED0E4F62}">
      <dgm:prSet/>
      <dgm:spPr/>
      <dgm:t>
        <a:bodyPr/>
        <a:lstStyle/>
        <a:p>
          <a:endParaRPr lang="en-US"/>
        </a:p>
      </dgm:t>
    </dgm:pt>
    <dgm:pt modelId="{C545EC81-3B11-442D-B8D4-35A4F4B4A101}">
      <dgm:prSet/>
      <dgm:spPr/>
      <dgm:t>
        <a:bodyPr/>
        <a:lstStyle/>
        <a:p>
          <a:r>
            <a:rPr lang="en-US" dirty="0" smtClean="0"/>
            <a:t>To facilitate communications</a:t>
          </a:r>
          <a:endParaRPr lang="en-US" dirty="0"/>
        </a:p>
      </dgm:t>
    </dgm:pt>
    <dgm:pt modelId="{45214ADE-B2A5-4942-B997-BBFF3361905A}" type="parTrans" cxnId="{50A1CC1E-E51E-4149-9AAB-93D0AB2893B0}">
      <dgm:prSet/>
      <dgm:spPr/>
      <dgm:t>
        <a:bodyPr/>
        <a:lstStyle/>
        <a:p>
          <a:endParaRPr lang="en-US"/>
        </a:p>
      </dgm:t>
    </dgm:pt>
    <dgm:pt modelId="{4565C9FD-89C2-4BBD-97CB-BF518C93F95E}" type="sibTrans" cxnId="{50A1CC1E-E51E-4149-9AAB-93D0AB2893B0}">
      <dgm:prSet/>
      <dgm:spPr/>
      <dgm:t>
        <a:bodyPr/>
        <a:lstStyle/>
        <a:p>
          <a:endParaRPr lang="en-US"/>
        </a:p>
      </dgm:t>
    </dgm:pt>
    <dgm:pt modelId="{3CC404FA-84DB-4017-80E1-D0060CD7A65C}" type="pres">
      <dgm:prSet presAssocID="{91D57C7A-6C45-47D8-B072-79985FDA98F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6AC4E3F-CB51-4D47-A4E0-A7726A3EABC6}" type="pres">
      <dgm:prSet presAssocID="{6016ACC8-F114-4B27-BD6A-2DCDF49B5870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B1E444-440B-4CB3-A031-E5A8153F201D}" type="pres">
      <dgm:prSet presAssocID="{A00A11AA-0A29-44E6-91B0-634C12305017}" presName="spacer" presStyleCnt="0"/>
      <dgm:spPr/>
    </dgm:pt>
    <dgm:pt modelId="{FBFDA53E-D9D7-40CB-9126-88A70CB77327}" type="pres">
      <dgm:prSet presAssocID="{8D1F30E1-BF9F-4895-9575-47A13022928A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7007B8-3CCC-4869-8E6B-FDBBEF19D15F}" type="pres">
      <dgm:prSet presAssocID="{83BDF268-C7C4-42EA-9CA2-4B3A8836C44C}" presName="spacer" presStyleCnt="0"/>
      <dgm:spPr/>
    </dgm:pt>
    <dgm:pt modelId="{E344CC3D-9DAE-48E9-BC83-6846A94F58A6}" type="pres">
      <dgm:prSet presAssocID="{359865E4-D5E6-4127-B54B-1CCC3A98C753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D5537E-EEB7-4521-9EBE-D96FC02075CA}" type="pres">
      <dgm:prSet presAssocID="{40176EC3-4BE5-48BD-96EC-E14B91673022}" presName="spacer" presStyleCnt="0"/>
      <dgm:spPr/>
    </dgm:pt>
    <dgm:pt modelId="{B68151E5-4FBD-4D0F-99E8-496DDB421FCC}" type="pres">
      <dgm:prSet presAssocID="{C545EC81-3B11-442D-B8D4-35A4F4B4A101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D2BB7D7-DD6C-4693-AE36-265ABB84266C}" type="presOf" srcId="{6016ACC8-F114-4B27-BD6A-2DCDF49B5870}" destId="{E6AC4E3F-CB51-4D47-A4E0-A7726A3EABC6}" srcOrd="0" destOrd="0" presId="urn:microsoft.com/office/officeart/2005/8/layout/vList2"/>
    <dgm:cxn modelId="{7E8BCDE8-C621-4D85-846A-C427C7F251A3}" type="presOf" srcId="{91D57C7A-6C45-47D8-B072-79985FDA98F6}" destId="{3CC404FA-84DB-4017-80E1-D0060CD7A65C}" srcOrd="0" destOrd="0" presId="urn:microsoft.com/office/officeart/2005/8/layout/vList2"/>
    <dgm:cxn modelId="{B1E96111-9A73-4581-B2B9-E2771DB16E70}" type="presOf" srcId="{8D1F30E1-BF9F-4895-9575-47A13022928A}" destId="{FBFDA53E-D9D7-40CB-9126-88A70CB77327}" srcOrd="0" destOrd="0" presId="urn:microsoft.com/office/officeart/2005/8/layout/vList2"/>
    <dgm:cxn modelId="{4444BC96-05ED-41FC-92E2-DA4696EBAB69}" srcId="{91D57C7A-6C45-47D8-B072-79985FDA98F6}" destId="{8D1F30E1-BF9F-4895-9575-47A13022928A}" srcOrd="1" destOrd="0" parTransId="{94D19D79-1BC2-46DC-8362-BFB7CBBDF5B4}" sibTransId="{83BDF268-C7C4-42EA-9CA2-4B3A8836C44C}"/>
    <dgm:cxn modelId="{BD2CEDC7-8F85-42F2-A1B2-F10AE145AFA4}" srcId="{91D57C7A-6C45-47D8-B072-79985FDA98F6}" destId="{6016ACC8-F114-4B27-BD6A-2DCDF49B5870}" srcOrd="0" destOrd="0" parTransId="{21C6EBBA-8AC0-4BC5-9F83-125C31996015}" sibTransId="{A00A11AA-0A29-44E6-91B0-634C12305017}"/>
    <dgm:cxn modelId="{B69FBC1F-2748-4D67-AD2B-2BFC8F4D87F4}" type="presOf" srcId="{359865E4-D5E6-4127-B54B-1CCC3A98C753}" destId="{E344CC3D-9DAE-48E9-BC83-6846A94F58A6}" srcOrd="0" destOrd="0" presId="urn:microsoft.com/office/officeart/2005/8/layout/vList2"/>
    <dgm:cxn modelId="{50A1CC1E-E51E-4149-9AAB-93D0AB2893B0}" srcId="{91D57C7A-6C45-47D8-B072-79985FDA98F6}" destId="{C545EC81-3B11-442D-B8D4-35A4F4B4A101}" srcOrd="3" destOrd="0" parTransId="{45214ADE-B2A5-4942-B997-BBFF3361905A}" sibTransId="{4565C9FD-89C2-4BBD-97CB-BF518C93F95E}"/>
    <dgm:cxn modelId="{2183C99A-B90F-49D7-9E9E-542DED0E4F62}" srcId="{91D57C7A-6C45-47D8-B072-79985FDA98F6}" destId="{359865E4-D5E6-4127-B54B-1CCC3A98C753}" srcOrd="2" destOrd="0" parTransId="{D76EA580-555F-4B9F-950F-99167744FA23}" sibTransId="{40176EC3-4BE5-48BD-96EC-E14B91673022}"/>
    <dgm:cxn modelId="{709431E9-F340-41C7-95CC-2FFA7E248442}" type="presOf" srcId="{C545EC81-3B11-442D-B8D4-35A4F4B4A101}" destId="{B68151E5-4FBD-4D0F-99E8-496DDB421FCC}" srcOrd="0" destOrd="0" presId="urn:microsoft.com/office/officeart/2005/8/layout/vList2"/>
    <dgm:cxn modelId="{0326AD6B-B5C1-41D9-8C75-EDE97C561731}" type="presParOf" srcId="{3CC404FA-84DB-4017-80E1-D0060CD7A65C}" destId="{E6AC4E3F-CB51-4D47-A4E0-A7726A3EABC6}" srcOrd="0" destOrd="0" presId="urn:microsoft.com/office/officeart/2005/8/layout/vList2"/>
    <dgm:cxn modelId="{AE4AC38A-EF30-4BBE-B23D-8728D4FE0085}" type="presParOf" srcId="{3CC404FA-84DB-4017-80E1-D0060CD7A65C}" destId="{A4B1E444-440B-4CB3-A031-E5A8153F201D}" srcOrd="1" destOrd="0" presId="urn:microsoft.com/office/officeart/2005/8/layout/vList2"/>
    <dgm:cxn modelId="{F78A8501-B22F-492E-985B-27FCEB204191}" type="presParOf" srcId="{3CC404FA-84DB-4017-80E1-D0060CD7A65C}" destId="{FBFDA53E-D9D7-40CB-9126-88A70CB77327}" srcOrd="2" destOrd="0" presId="urn:microsoft.com/office/officeart/2005/8/layout/vList2"/>
    <dgm:cxn modelId="{DF19E069-7C66-49EC-BCB7-AD6127DA0521}" type="presParOf" srcId="{3CC404FA-84DB-4017-80E1-D0060CD7A65C}" destId="{6E7007B8-3CCC-4869-8E6B-FDBBEF19D15F}" srcOrd="3" destOrd="0" presId="urn:microsoft.com/office/officeart/2005/8/layout/vList2"/>
    <dgm:cxn modelId="{B01C615E-8FB1-4D85-AE19-587FF8DA9AA4}" type="presParOf" srcId="{3CC404FA-84DB-4017-80E1-D0060CD7A65C}" destId="{E344CC3D-9DAE-48E9-BC83-6846A94F58A6}" srcOrd="4" destOrd="0" presId="urn:microsoft.com/office/officeart/2005/8/layout/vList2"/>
    <dgm:cxn modelId="{3D5563B3-96C9-402E-A8C0-DC84A505A623}" type="presParOf" srcId="{3CC404FA-84DB-4017-80E1-D0060CD7A65C}" destId="{E7D5537E-EEB7-4521-9EBE-D96FC02075CA}" srcOrd="5" destOrd="0" presId="urn:microsoft.com/office/officeart/2005/8/layout/vList2"/>
    <dgm:cxn modelId="{32AF077D-DE67-418F-804C-1F424A5F0E80}" type="presParOf" srcId="{3CC404FA-84DB-4017-80E1-D0060CD7A65C}" destId="{B68151E5-4FBD-4D0F-99E8-496DDB421FCC}" srcOrd="6" destOrd="0" presId="urn:microsoft.com/office/officeart/2005/8/layout/vList2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4CCF17-3E49-4066-901F-D1DFFF378873}" type="doc">
      <dgm:prSet loTypeId="urn:microsoft.com/office/officeart/2005/8/layout/default#20" loCatId="list" qsTypeId="urn:microsoft.com/office/officeart/2005/8/quickstyle/simple3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8975B83D-49D4-48F1-A039-970AE9CBDF1C}">
      <dgm:prSet phldrT="[Text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Packaged software</a:t>
          </a:r>
          <a:endParaRPr lang="en-US" b="1" dirty="0">
            <a:solidFill>
              <a:schemeClr val="tx1"/>
            </a:solidFill>
          </a:endParaRPr>
        </a:p>
      </dgm:t>
    </dgm:pt>
    <dgm:pt modelId="{729380E7-BB8D-4678-B68D-7149BADA1197}" type="parTrans" cxnId="{71A98F44-E785-42DD-958D-5AB3EB82EF66}">
      <dgm:prSet/>
      <dgm:spPr/>
      <dgm:t>
        <a:bodyPr/>
        <a:lstStyle/>
        <a:p>
          <a:endParaRPr lang="en-US"/>
        </a:p>
      </dgm:t>
    </dgm:pt>
    <dgm:pt modelId="{2DC6B894-7585-42D8-8D24-D4B38264D481}" type="sibTrans" cxnId="{71A98F44-E785-42DD-958D-5AB3EB82EF66}">
      <dgm:prSet/>
      <dgm:spPr/>
      <dgm:t>
        <a:bodyPr/>
        <a:lstStyle/>
        <a:p>
          <a:endParaRPr lang="en-US"/>
        </a:p>
      </dgm:t>
    </dgm:pt>
    <dgm:pt modelId="{BF91FB33-AEE4-4451-8B55-1DFEE5D573AA}">
      <dgm:prSet phldrT="[Text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Custom software</a:t>
          </a:r>
          <a:endParaRPr lang="en-US" b="1" dirty="0">
            <a:solidFill>
              <a:schemeClr val="tx1"/>
            </a:solidFill>
          </a:endParaRPr>
        </a:p>
      </dgm:t>
    </dgm:pt>
    <dgm:pt modelId="{9940852E-930D-4074-89F5-0DAA04DAE4A7}" type="parTrans" cxnId="{1081F1F5-8AEB-4BF6-9EFD-71A86E88EFF4}">
      <dgm:prSet/>
      <dgm:spPr/>
      <dgm:t>
        <a:bodyPr/>
        <a:lstStyle/>
        <a:p>
          <a:endParaRPr lang="en-US"/>
        </a:p>
      </dgm:t>
    </dgm:pt>
    <dgm:pt modelId="{77E9CECD-C299-4E10-8192-E26653DE5011}" type="sibTrans" cxnId="{1081F1F5-8AEB-4BF6-9EFD-71A86E88EFF4}">
      <dgm:prSet/>
      <dgm:spPr/>
      <dgm:t>
        <a:bodyPr/>
        <a:lstStyle/>
        <a:p>
          <a:endParaRPr lang="en-US"/>
        </a:p>
      </dgm:t>
    </dgm:pt>
    <dgm:pt modelId="{E7199574-0779-4BCC-89D1-93A67C9EB180}">
      <dgm:prSet phldrT="[Text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Web application</a:t>
          </a:r>
          <a:endParaRPr lang="en-US" b="1" dirty="0">
            <a:solidFill>
              <a:schemeClr val="tx1"/>
            </a:solidFill>
          </a:endParaRPr>
        </a:p>
      </dgm:t>
    </dgm:pt>
    <dgm:pt modelId="{CD0C7430-8C39-49B1-9746-5285AF7242F8}" type="parTrans" cxnId="{D603B4B3-9432-45C1-907C-C4214DE3938E}">
      <dgm:prSet/>
      <dgm:spPr/>
      <dgm:t>
        <a:bodyPr/>
        <a:lstStyle/>
        <a:p>
          <a:endParaRPr lang="en-US"/>
        </a:p>
      </dgm:t>
    </dgm:pt>
    <dgm:pt modelId="{131AF277-B751-4F08-9A7A-F7EFF8217877}" type="sibTrans" cxnId="{D603B4B3-9432-45C1-907C-C4214DE3938E}">
      <dgm:prSet/>
      <dgm:spPr/>
      <dgm:t>
        <a:bodyPr/>
        <a:lstStyle/>
        <a:p>
          <a:endParaRPr lang="en-US"/>
        </a:p>
      </dgm:t>
    </dgm:pt>
    <dgm:pt modelId="{36031257-49F5-44F8-8111-696459E3C86A}">
      <dgm:prSet phldrT="[Text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Open source software</a:t>
          </a:r>
          <a:endParaRPr lang="en-US" b="1" dirty="0">
            <a:solidFill>
              <a:schemeClr val="tx1"/>
            </a:solidFill>
          </a:endParaRPr>
        </a:p>
      </dgm:t>
    </dgm:pt>
    <dgm:pt modelId="{25F4462A-3888-4AA6-BBE9-DDB5D1082D0D}" type="parTrans" cxnId="{AAFB0D63-924B-4457-88EC-733CC1211D83}">
      <dgm:prSet/>
      <dgm:spPr/>
      <dgm:t>
        <a:bodyPr/>
        <a:lstStyle/>
        <a:p>
          <a:endParaRPr lang="en-US"/>
        </a:p>
      </dgm:t>
    </dgm:pt>
    <dgm:pt modelId="{32B91430-B1C4-47F2-8699-FE271BD8ADCD}" type="sibTrans" cxnId="{AAFB0D63-924B-4457-88EC-733CC1211D83}">
      <dgm:prSet/>
      <dgm:spPr/>
      <dgm:t>
        <a:bodyPr/>
        <a:lstStyle/>
        <a:p>
          <a:endParaRPr lang="en-US"/>
        </a:p>
      </dgm:t>
    </dgm:pt>
    <dgm:pt modelId="{618B8782-2085-43D2-9430-5A2718568145}">
      <dgm:prSet phldrT="[Text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Shareware</a:t>
          </a:r>
          <a:endParaRPr lang="en-US" b="1" dirty="0">
            <a:solidFill>
              <a:schemeClr val="tx1"/>
            </a:solidFill>
          </a:endParaRPr>
        </a:p>
      </dgm:t>
    </dgm:pt>
    <dgm:pt modelId="{B27419E5-A4B2-4209-AA6E-856CCFC451F0}" type="parTrans" cxnId="{2C5BD075-B3A8-4438-BA43-2A58A5E4651A}">
      <dgm:prSet/>
      <dgm:spPr/>
      <dgm:t>
        <a:bodyPr/>
        <a:lstStyle/>
        <a:p>
          <a:endParaRPr lang="en-US"/>
        </a:p>
      </dgm:t>
    </dgm:pt>
    <dgm:pt modelId="{71888DDA-0369-4EC0-B6AB-AC926ABCB8EA}" type="sibTrans" cxnId="{2C5BD075-B3A8-4438-BA43-2A58A5E4651A}">
      <dgm:prSet/>
      <dgm:spPr/>
      <dgm:t>
        <a:bodyPr/>
        <a:lstStyle/>
        <a:p>
          <a:endParaRPr lang="en-US"/>
        </a:p>
      </dgm:t>
    </dgm:pt>
    <dgm:pt modelId="{5BF4C20B-609C-4E56-8108-E747824C9A1F}">
      <dgm:prSet phldrT="[Text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Freeware</a:t>
          </a:r>
          <a:endParaRPr lang="en-US" b="1" dirty="0">
            <a:solidFill>
              <a:schemeClr val="tx1"/>
            </a:solidFill>
          </a:endParaRPr>
        </a:p>
      </dgm:t>
    </dgm:pt>
    <dgm:pt modelId="{88239DEE-CBD7-495E-BB04-358789E2D208}" type="parTrans" cxnId="{2CDAA638-22B7-4BE8-B71A-A9AED1290E85}">
      <dgm:prSet/>
      <dgm:spPr/>
      <dgm:t>
        <a:bodyPr/>
        <a:lstStyle/>
        <a:p>
          <a:endParaRPr lang="en-US"/>
        </a:p>
      </dgm:t>
    </dgm:pt>
    <dgm:pt modelId="{64F78002-16C4-43D1-A139-FB22F8563CE1}" type="sibTrans" cxnId="{2CDAA638-22B7-4BE8-B71A-A9AED1290E85}">
      <dgm:prSet/>
      <dgm:spPr/>
      <dgm:t>
        <a:bodyPr/>
        <a:lstStyle/>
        <a:p>
          <a:endParaRPr lang="en-US"/>
        </a:p>
      </dgm:t>
    </dgm:pt>
    <dgm:pt modelId="{7A5AA225-2DC9-403C-812B-C0542C8A76AD}">
      <dgm:prSet phldrT="[Text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</a:rPr>
            <a:t>Public-domain software</a:t>
          </a:r>
          <a:endParaRPr lang="en-US" b="1" dirty="0">
            <a:solidFill>
              <a:schemeClr val="tx1"/>
            </a:solidFill>
          </a:endParaRPr>
        </a:p>
      </dgm:t>
    </dgm:pt>
    <dgm:pt modelId="{7C97B6F7-AD70-4CAA-8DED-2E558803BB7B}" type="parTrans" cxnId="{15760E72-6147-4C34-A64E-7252E90A0841}">
      <dgm:prSet/>
      <dgm:spPr/>
      <dgm:t>
        <a:bodyPr/>
        <a:lstStyle/>
        <a:p>
          <a:endParaRPr lang="en-US"/>
        </a:p>
      </dgm:t>
    </dgm:pt>
    <dgm:pt modelId="{FBBA10A8-DC43-4B13-845F-96ADA7A725DD}" type="sibTrans" cxnId="{15760E72-6147-4C34-A64E-7252E90A0841}">
      <dgm:prSet/>
      <dgm:spPr/>
      <dgm:t>
        <a:bodyPr/>
        <a:lstStyle/>
        <a:p>
          <a:endParaRPr lang="en-US"/>
        </a:p>
      </dgm:t>
    </dgm:pt>
    <dgm:pt modelId="{507D2954-8FC4-48CA-8619-B60CB145A0C7}" type="pres">
      <dgm:prSet presAssocID="{784CCF17-3E49-4066-901F-D1DFFF37887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A136DED-68A2-4DC5-8AC9-054F8C421829}" type="pres">
      <dgm:prSet presAssocID="{8975B83D-49D4-48F1-A039-970AE9CBDF1C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45C3E9-2AE2-4747-8163-3D5797544F52}" type="pres">
      <dgm:prSet presAssocID="{2DC6B894-7585-42D8-8D24-D4B38264D481}" presName="sibTrans" presStyleCnt="0"/>
      <dgm:spPr/>
    </dgm:pt>
    <dgm:pt modelId="{C71A7C77-138B-4EBC-B8D7-424CE74B8B02}" type="pres">
      <dgm:prSet presAssocID="{BF91FB33-AEE4-4451-8B55-1DFEE5D573AA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61C329-2C9E-4BA0-A490-4D126C60E3BB}" type="pres">
      <dgm:prSet presAssocID="{77E9CECD-C299-4E10-8192-E26653DE5011}" presName="sibTrans" presStyleCnt="0"/>
      <dgm:spPr/>
    </dgm:pt>
    <dgm:pt modelId="{F08B5EFB-A237-418B-9C16-67730CD40289}" type="pres">
      <dgm:prSet presAssocID="{E7199574-0779-4BCC-89D1-93A67C9EB180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DB61750-9694-4FE4-AECC-68662DBE108A}" type="pres">
      <dgm:prSet presAssocID="{131AF277-B751-4F08-9A7A-F7EFF8217877}" presName="sibTrans" presStyleCnt="0"/>
      <dgm:spPr/>
    </dgm:pt>
    <dgm:pt modelId="{185E74F3-087C-48EC-B257-04790A65D5E4}" type="pres">
      <dgm:prSet presAssocID="{36031257-49F5-44F8-8111-696459E3C86A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C74BBC-A69C-43B9-A19E-A6517F96D7C3}" type="pres">
      <dgm:prSet presAssocID="{32B91430-B1C4-47F2-8699-FE271BD8ADCD}" presName="sibTrans" presStyleCnt="0"/>
      <dgm:spPr/>
    </dgm:pt>
    <dgm:pt modelId="{239FE0BB-1C63-4306-B8AC-F75540BA3DB3}" type="pres">
      <dgm:prSet presAssocID="{618B8782-2085-43D2-9430-5A2718568145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2962DC-B657-4E35-9553-3E2BD9C52C22}" type="pres">
      <dgm:prSet presAssocID="{71888DDA-0369-4EC0-B6AB-AC926ABCB8EA}" presName="sibTrans" presStyleCnt="0"/>
      <dgm:spPr/>
    </dgm:pt>
    <dgm:pt modelId="{25FE43E1-F1E8-4447-A00A-4BEFA0312B49}" type="pres">
      <dgm:prSet presAssocID="{5BF4C20B-609C-4E56-8108-E747824C9A1F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1D6977-4B27-4C80-AECB-081DE5F5D619}" type="pres">
      <dgm:prSet presAssocID="{64F78002-16C4-43D1-A139-FB22F8563CE1}" presName="sibTrans" presStyleCnt="0"/>
      <dgm:spPr/>
    </dgm:pt>
    <dgm:pt modelId="{81D8AC55-8F72-4C31-B230-7B081739B2CA}" type="pres">
      <dgm:prSet presAssocID="{7A5AA225-2DC9-403C-812B-C0542C8A76AD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A8CE71B-AED9-4BBA-B57D-06842E3137EC}" type="presOf" srcId="{BF91FB33-AEE4-4451-8B55-1DFEE5D573AA}" destId="{C71A7C77-138B-4EBC-B8D7-424CE74B8B02}" srcOrd="0" destOrd="0" presId="urn:microsoft.com/office/officeart/2005/8/layout/default#20"/>
    <dgm:cxn modelId="{4C23C33E-1D55-48F4-BAE8-A74D860F1A2F}" type="presOf" srcId="{618B8782-2085-43D2-9430-5A2718568145}" destId="{239FE0BB-1C63-4306-B8AC-F75540BA3DB3}" srcOrd="0" destOrd="0" presId="urn:microsoft.com/office/officeart/2005/8/layout/default#20"/>
    <dgm:cxn modelId="{D603B4B3-9432-45C1-907C-C4214DE3938E}" srcId="{784CCF17-3E49-4066-901F-D1DFFF378873}" destId="{E7199574-0779-4BCC-89D1-93A67C9EB180}" srcOrd="2" destOrd="0" parTransId="{CD0C7430-8C39-49B1-9746-5285AF7242F8}" sibTransId="{131AF277-B751-4F08-9A7A-F7EFF8217877}"/>
    <dgm:cxn modelId="{AAFB0D63-924B-4457-88EC-733CC1211D83}" srcId="{784CCF17-3E49-4066-901F-D1DFFF378873}" destId="{36031257-49F5-44F8-8111-696459E3C86A}" srcOrd="3" destOrd="0" parTransId="{25F4462A-3888-4AA6-BBE9-DDB5D1082D0D}" sibTransId="{32B91430-B1C4-47F2-8699-FE271BD8ADCD}"/>
    <dgm:cxn modelId="{15760E72-6147-4C34-A64E-7252E90A0841}" srcId="{784CCF17-3E49-4066-901F-D1DFFF378873}" destId="{7A5AA225-2DC9-403C-812B-C0542C8A76AD}" srcOrd="6" destOrd="0" parTransId="{7C97B6F7-AD70-4CAA-8DED-2E558803BB7B}" sibTransId="{FBBA10A8-DC43-4B13-845F-96ADA7A725DD}"/>
    <dgm:cxn modelId="{A5F15964-25F1-4B2F-A94C-FB28F19DFE07}" type="presOf" srcId="{7A5AA225-2DC9-403C-812B-C0542C8A76AD}" destId="{81D8AC55-8F72-4C31-B230-7B081739B2CA}" srcOrd="0" destOrd="0" presId="urn:microsoft.com/office/officeart/2005/8/layout/default#20"/>
    <dgm:cxn modelId="{535BAC55-05BF-44CB-B367-334B97B84812}" type="presOf" srcId="{784CCF17-3E49-4066-901F-D1DFFF378873}" destId="{507D2954-8FC4-48CA-8619-B60CB145A0C7}" srcOrd="0" destOrd="0" presId="urn:microsoft.com/office/officeart/2005/8/layout/default#20"/>
    <dgm:cxn modelId="{9DD2AFB2-F06E-40E2-B2E7-BA08A2765A7D}" type="presOf" srcId="{5BF4C20B-609C-4E56-8108-E747824C9A1F}" destId="{25FE43E1-F1E8-4447-A00A-4BEFA0312B49}" srcOrd="0" destOrd="0" presId="urn:microsoft.com/office/officeart/2005/8/layout/default#20"/>
    <dgm:cxn modelId="{1081F1F5-8AEB-4BF6-9EFD-71A86E88EFF4}" srcId="{784CCF17-3E49-4066-901F-D1DFFF378873}" destId="{BF91FB33-AEE4-4451-8B55-1DFEE5D573AA}" srcOrd="1" destOrd="0" parTransId="{9940852E-930D-4074-89F5-0DAA04DAE4A7}" sibTransId="{77E9CECD-C299-4E10-8192-E26653DE5011}"/>
    <dgm:cxn modelId="{895A7396-87A8-4A3F-A8C5-0C0F9E2ED858}" type="presOf" srcId="{8975B83D-49D4-48F1-A039-970AE9CBDF1C}" destId="{EA136DED-68A2-4DC5-8AC9-054F8C421829}" srcOrd="0" destOrd="0" presId="urn:microsoft.com/office/officeart/2005/8/layout/default#20"/>
    <dgm:cxn modelId="{2C5BD075-B3A8-4438-BA43-2A58A5E4651A}" srcId="{784CCF17-3E49-4066-901F-D1DFFF378873}" destId="{618B8782-2085-43D2-9430-5A2718568145}" srcOrd="4" destOrd="0" parTransId="{B27419E5-A4B2-4209-AA6E-856CCFC451F0}" sibTransId="{71888DDA-0369-4EC0-B6AB-AC926ABCB8EA}"/>
    <dgm:cxn modelId="{2CDAA638-22B7-4BE8-B71A-A9AED1290E85}" srcId="{784CCF17-3E49-4066-901F-D1DFFF378873}" destId="{5BF4C20B-609C-4E56-8108-E747824C9A1F}" srcOrd="5" destOrd="0" parTransId="{88239DEE-CBD7-495E-BB04-358789E2D208}" sibTransId="{64F78002-16C4-43D1-A139-FB22F8563CE1}"/>
    <dgm:cxn modelId="{71A98F44-E785-42DD-958D-5AB3EB82EF66}" srcId="{784CCF17-3E49-4066-901F-D1DFFF378873}" destId="{8975B83D-49D4-48F1-A039-970AE9CBDF1C}" srcOrd="0" destOrd="0" parTransId="{729380E7-BB8D-4678-B68D-7149BADA1197}" sibTransId="{2DC6B894-7585-42D8-8D24-D4B38264D481}"/>
    <dgm:cxn modelId="{C2E06A7A-DC0F-4CE2-BE78-F0DAD8443FDB}" type="presOf" srcId="{36031257-49F5-44F8-8111-696459E3C86A}" destId="{185E74F3-087C-48EC-B257-04790A65D5E4}" srcOrd="0" destOrd="0" presId="urn:microsoft.com/office/officeart/2005/8/layout/default#20"/>
    <dgm:cxn modelId="{F9DC80A1-FE79-41E2-A850-4B898100CC89}" type="presOf" srcId="{E7199574-0779-4BCC-89D1-93A67C9EB180}" destId="{F08B5EFB-A237-418B-9C16-67730CD40289}" srcOrd="0" destOrd="0" presId="urn:microsoft.com/office/officeart/2005/8/layout/default#20"/>
    <dgm:cxn modelId="{A14C44E4-F9CF-4A18-A649-D3346FE000C7}" type="presParOf" srcId="{507D2954-8FC4-48CA-8619-B60CB145A0C7}" destId="{EA136DED-68A2-4DC5-8AC9-054F8C421829}" srcOrd="0" destOrd="0" presId="urn:microsoft.com/office/officeart/2005/8/layout/default#20"/>
    <dgm:cxn modelId="{9691A7E2-5011-4252-834C-D106436D4F1B}" type="presParOf" srcId="{507D2954-8FC4-48CA-8619-B60CB145A0C7}" destId="{8D45C3E9-2AE2-4747-8163-3D5797544F52}" srcOrd="1" destOrd="0" presId="urn:microsoft.com/office/officeart/2005/8/layout/default#20"/>
    <dgm:cxn modelId="{3A1BA443-22C3-4F61-A6FD-51DFE2811C91}" type="presParOf" srcId="{507D2954-8FC4-48CA-8619-B60CB145A0C7}" destId="{C71A7C77-138B-4EBC-B8D7-424CE74B8B02}" srcOrd="2" destOrd="0" presId="urn:microsoft.com/office/officeart/2005/8/layout/default#20"/>
    <dgm:cxn modelId="{7F446572-C552-4B96-9CB0-F9A3228430AD}" type="presParOf" srcId="{507D2954-8FC4-48CA-8619-B60CB145A0C7}" destId="{FE61C329-2C9E-4BA0-A490-4D126C60E3BB}" srcOrd="3" destOrd="0" presId="urn:microsoft.com/office/officeart/2005/8/layout/default#20"/>
    <dgm:cxn modelId="{3944EE8F-A119-4193-9607-8DB6B12C3AB6}" type="presParOf" srcId="{507D2954-8FC4-48CA-8619-B60CB145A0C7}" destId="{F08B5EFB-A237-418B-9C16-67730CD40289}" srcOrd="4" destOrd="0" presId="urn:microsoft.com/office/officeart/2005/8/layout/default#20"/>
    <dgm:cxn modelId="{AC1C8BF6-C37F-460A-9EBD-4D4C7EBB48E9}" type="presParOf" srcId="{507D2954-8FC4-48CA-8619-B60CB145A0C7}" destId="{9DB61750-9694-4FE4-AECC-68662DBE108A}" srcOrd="5" destOrd="0" presId="urn:microsoft.com/office/officeart/2005/8/layout/default#20"/>
    <dgm:cxn modelId="{AE1B7BFC-80DE-44A7-8A13-485AA3201291}" type="presParOf" srcId="{507D2954-8FC4-48CA-8619-B60CB145A0C7}" destId="{185E74F3-087C-48EC-B257-04790A65D5E4}" srcOrd="6" destOrd="0" presId="urn:microsoft.com/office/officeart/2005/8/layout/default#20"/>
    <dgm:cxn modelId="{727B3B05-7870-4921-84BD-BCE3743D0874}" type="presParOf" srcId="{507D2954-8FC4-48CA-8619-B60CB145A0C7}" destId="{7EC74BBC-A69C-43B9-A19E-A6517F96D7C3}" srcOrd="7" destOrd="0" presId="urn:microsoft.com/office/officeart/2005/8/layout/default#20"/>
    <dgm:cxn modelId="{67B2BFB6-825A-4FEE-B316-F7640F744961}" type="presParOf" srcId="{507D2954-8FC4-48CA-8619-B60CB145A0C7}" destId="{239FE0BB-1C63-4306-B8AC-F75540BA3DB3}" srcOrd="8" destOrd="0" presId="urn:microsoft.com/office/officeart/2005/8/layout/default#20"/>
    <dgm:cxn modelId="{E0594367-DB9E-4D0D-9F76-3FB069C3D058}" type="presParOf" srcId="{507D2954-8FC4-48CA-8619-B60CB145A0C7}" destId="{232962DC-B657-4E35-9553-3E2BD9C52C22}" srcOrd="9" destOrd="0" presId="urn:microsoft.com/office/officeart/2005/8/layout/default#20"/>
    <dgm:cxn modelId="{9045495D-BB5D-4715-9F93-AA603F2F1975}" type="presParOf" srcId="{507D2954-8FC4-48CA-8619-B60CB145A0C7}" destId="{25FE43E1-F1E8-4447-A00A-4BEFA0312B49}" srcOrd="10" destOrd="0" presId="urn:microsoft.com/office/officeart/2005/8/layout/default#20"/>
    <dgm:cxn modelId="{0320C352-9838-4B04-98D6-4B072DBC0696}" type="presParOf" srcId="{507D2954-8FC4-48CA-8619-B60CB145A0C7}" destId="{011D6977-4B27-4C80-AECB-081DE5F5D619}" srcOrd="11" destOrd="0" presId="urn:microsoft.com/office/officeart/2005/8/layout/default#20"/>
    <dgm:cxn modelId="{9471CB77-A462-4189-B793-ACDAADFDE917}" type="presParOf" srcId="{507D2954-8FC4-48CA-8619-B60CB145A0C7}" destId="{81D8AC55-8F72-4C31-B230-7B081739B2CA}" srcOrd="12" destOrd="0" presId="urn:microsoft.com/office/officeart/2005/8/layout/default#20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C23F37-B2A5-4489-8B09-4A615CC3EBEF}" type="doc">
      <dgm:prSet loTypeId="urn:microsoft.com/office/officeart/2005/8/layout/default#21" loCatId="list" qsTypeId="urn:microsoft.com/office/officeart/2005/8/quickstyle/simple5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2CE8107F-1857-48EC-B5AF-DBD89F55ED47}">
      <dgm:prSet/>
      <dgm:spPr/>
      <dgm:t>
        <a:bodyPr/>
        <a:lstStyle/>
        <a:p>
          <a:r>
            <a:rPr lang="en-US" dirty="0" smtClean="0"/>
            <a:t>Word Processing</a:t>
          </a:r>
          <a:endParaRPr lang="en-US" dirty="0"/>
        </a:p>
      </dgm:t>
    </dgm:pt>
    <dgm:pt modelId="{4C431DFF-16FC-48DC-81EF-B144A1D2ADA2}" type="parTrans" cxnId="{987C92A2-C845-409F-BC5C-CC9600F0CFEF}">
      <dgm:prSet/>
      <dgm:spPr/>
      <dgm:t>
        <a:bodyPr/>
        <a:lstStyle/>
        <a:p>
          <a:endParaRPr lang="en-US"/>
        </a:p>
      </dgm:t>
    </dgm:pt>
    <dgm:pt modelId="{897175FE-1E8C-4FCA-B9D5-AA5374509BF5}" type="sibTrans" cxnId="{987C92A2-C845-409F-BC5C-CC9600F0CFEF}">
      <dgm:prSet/>
      <dgm:spPr/>
      <dgm:t>
        <a:bodyPr/>
        <a:lstStyle/>
        <a:p>
          <a:endParaRPr lang="en-US"/>
        </a:p>
      </dgm:t>
    </dgm:pt>
    <dgm:pt modelId="{7FC7A0BE-8359-42BF-A7D6-F09B602622A4}">
      <dgm:prSet/>
      <dgm:spPr/>
      <dgm:t>
        <a:bodyPr/>
        <a:lstStyle/>
        <a:p>
          <a:r>
            <a:rPr lang="en-US" dirty="0" smtClean="0"/>
            <a:t>Spreadsheet</a:t>
          </a:r>
          <a:endParaRPr lang="en-US" dirty="0"/>
        </a:p>
      </dgm:t>
    </dgm:pt>
    <dgm:pt modelId="{FF3E1C93-56AC-473D-9F06-1C0C5758E024}" type="parTrans" cxnId="{BB643947-914F-4DE4-95B5-ADF071D88C03}">
      <dgm:prSet/>
      <dgm:spPr/>
      <dgm:t>
        <a:bodyPr/>
        <a:lstStyle/>
        <a:p>
          <a:endParaRPr lang="en-US"/>
        </a:p>
      </dgm:t>
    </dgm:pt>
    <dgm:pt modelId="{56FDB5C0-AECE-4780-9A59-800903F7FE19}" type="sibTrans" cxnId="{BB643947-914F-4DE4-95B5-ADF071D88C03}">
      <dgm:prSet/>
      <dgm:spPr/>
      <dgm:t>
        <a:bodyPr/>
        <a:lstStyle/>
        <a:p>
          <a:endParaRPr lang="en-US"/>
        </a:p>
      </dgm:t>
    </dgm:pt>
    <dgm:pt modelId="{CA475B6C-91E6-4F17-8A95-EBD833F1A27B}">
      <dgm:prSet/>
      <dgm:spPr/>
      <dgm:t>
        <a:bodyPr/>
        <a:lstStyle/>
        <a:p>
          <a:r>
            <a:rPr lang="en-US" dirty="0" smtClean="0"/>
            <a:t>Database</a:t>
          </a:r>
          <a:endParaRPr lang="en-US" dirty="0"/>
        </a:p>
      </dgm:t>
    </dgm:pt>
    <dgm:pt modelId="{968EEA81-C7F5-451E-BC1D-55DE7E6C290E}" type="parTrans" cxnId="{2480002C-E54A-4DE7-99A7-86580565369A}">
      <dgm:prSet/>
      <dgm:spPr/>
      <dgm:t>
        <a:bodyPr/>
        <a:lstStyle/>
        <a:p>
          <a:endParaRPr lang="en-US"/>
        </a:p>
      </dgm:t>
    </dgm:pt>
    <dgm:pt modelId="{FB784393-7263-4F55-807E-E10CC83A0FBC}" type="sibTrans" cxnId="{2480002C-E54A-4DE7-99A7-86580565369A}">
      <dgm:prSet/>
      <dgm:spPr/>
      <dgm:t>
        <a:bodyPr/>
        <a:lstStyle/>
        <a:p>
          <a:endParaRPr lang="en-US"/>
        </a:p>
      </dgm:t>
    </dgm:pt>
    <dgm:pt modelId="{41E958C7-BCE0-4F56-ADB4-7CC31520CD36}">
      <dgm:prSet/>
      <dgm:spPr/>
      <dgm:t>
        <a:bodyPr/>
        <a:lstStyle/>
        <a:p>
          <a:r>
            <a:rPr lang="en-US" dirty="0" smtClean="0"/>
            <a:t>Presentation</a:t>
          </a:r>
          <a:endParaRPr lang="en-US" dirty="0"/>
        </a:p>
      </dgm:t>
    </dgm:pt>
    <dgm:pt modelId="{5717407D-82E5-4E85-87B5-31EA06CF7A2D}" type="parTrans" cxnId="{06A1407D-F764-4159-A065-D86B93A491AF}">
      <dgm:prSet/>
      <dgm:spPr/>
      <dgm:t>
        <a:bodyPr/>
        <a:lstStyle/>
        <a:p>
          <a:endParaRPr lang="en-US"/>
        </a:p>
      </dgm:t>
    </dgm:pt>
    <dgm:pt modelId="{1BF32037-1CC1-4111-9D2E-95192D5E96E4}" type="sibTrans" cxnId="{06A1407D-F764-4159-A065-D86B93A491AF}">
      <dgm:prSet/>
      <dgm:spPr/>
      <dgm:t>
        <a:bodyPr/>
        <a:lstStyle/>
        <a:p>
          <a:endParaRPr lang="en-US"/>
        </a:p>
      </dgm:t>
    </dgm:pt>
    <dgm:pt modelId="{F345E7EE-E1F8-44A4-9F84-5E7CCF2A20EF}">
      <dgm:prSet/>
      <dgm:spPr/>
      <dgm:t>
        <a:bodyPr/>
        <a:lstStyle/>
        <a:p>
          <a:r>
            <a:rPr lang="en-US" dirty="0" smtClean="0"/>
            <a:t>Note Taking</a:t>
          </a:r>
          <a:endParaRPr lang="en-US" dirty="0"/>
        </a:p>
      </dgm:t>
    </dgm:pt>
    <dgm:pt modelId="{0BFD1A03-AE03-496F-B1D7-BFC8F1661FF0}" type="parTrans" cxnId="{1D6ECCC0-BA84-4371-8F3E-0FCDB92D1616}">
      <dgm:prSet/>
      <dgm:spPr/>
      <dgm:t>
        <a:bodyPr/>
        <a:lstStyle/>
        <a:p>
          <a:endParaRPr lang="en-US"/>
        </a:p>
      </dgm:t>
    </dgm:pt>
    <dgm:pt modelId="{C9741DC4-E844-4BCD-A9D9-E9315D5F331A}" type="sibTrans" cxnId="{1D6ECCC0-BA84-4371-8F3E-0FCDB92D1616}">
      <dgm:prSet/>
      <dgm:spPr/>
      <dgm:t>
        <a:bodyPr/>
        <a:lstStyle/>
        <a:p>
          <a:endParaRPr lang="en-US"/>
        </a:p>
      </dgm:t>
    </dgm:pt>
    <dgm:pt modelId="{52E4FBF4-0120-4D5D-B30A-BA042CC55B88}">
      <dgm:prSet/>
      <dgm:spPr/>
      <dgm:t>
        <a:bodyPr/>
        <a:lstStyle/>
        <a:p>
          <a:r>
            <a:rPr lang="en-US" dirty="0" smtClean="0"/>
            <a:t>Personal Information Manager</a:t>
          </a:r>
          <a:endParaRPr lang="en-US" dirty="0"/>
        </a:p>
      </dgm:t>
    </dgm:pt>
    <dgm:pt modelId="{1C1A3896-C52E-47E5-850C-E4D355763C12}" type="parTrans" cxnId="{AE323C8A-126F-4BC4-BFA9-36DD8D48B7B2}">
      <dgm:prSet/>
      <dgm:spPr/>
      <dgm:t>
        <a:bodyPr/>
        <a:lstStyle/>
        <a:p>
          <a:endParaRPr lang="en-US"/>
        </a:p>
      </dgm:t>
    </dgm:pt>
    <dgm:pt modelId="{27D600CF-2703-4F50-8E78-2B7E9CCEAC08}" type="sibTrans" cxnId="{AE323C8A-126F-4BC4-BFA9-36DD8D48B7B2}">
      <dgm:prSet/>
      <dgm:spPr/>
      <dgm:t>
        <a:bodyPr/>
        <a:lstStyle/>
        <a:p>
          <a:endParaRPr lang="en-US"/>
        </a:p>
      </dgm:t>
    </dgm:pt>
    <dgm:pt modelId="{02FE7BC6-36B0-46EA-A3DA-33EAC14E7913}">
      <dgm:prSet/>
      <dgm:spPr/>
      <dgm:t>
        <a:bodyPr/>
        <a:lstStyle/>
        <a:p>
          <a:r>
            <a:rPr lang="en-US" dirty="0" smtClean="0"/>
            <a:t>Business Software for Phones</a:t>
          </a:r>
          <a:endParaRPr lang="en-US" dirty="0"/>
        </a:p>
      </dgm:t>
    </dgm:pt>
    <dgm:pt modelId="{82785538-49BA-4566-AFDB-D9BDE53CE54A}" type="parTrans" cxnId="{C07DF2C9-8565-4EE8-9DD9-2E90F1284DDA}">
      <dgm:prSet/>
      <dgm:spPr/>
      <dgm:t>
        <a:bodyPr/>
        <a:lstStyle/>
        <a:p>
          <a:endParaRPr lang="en-US"/>
        </a:p>
      </dgm:t>
    </dgm:pt>
    <dgm:pt modelId="{F7357E66-8FBF-4082-8A01-C8E6FF69081E}" type="sibTrans" cxnId="{C07DF2C9-8565-4EE8-9DD9-2E90F1284DDA}">
      <dgm:prSet/>
      <dgm:spPr/>
      <dgm:t>
        <a:bodyPr/>
        <a:lstStyle/>
        <a:p>
          <a:endParaRPr lang="en-US"/>
        </a:p>
      </dgm:t>
    </dgm:pt>
    <dgm:pt modelId="{E4C23DE3-EDBD-4DF2-8562-55450495215D}">
      <dgm:prSet/>
      <dgm:spPr/>
      <dgm:t>
        <a:bodyPr/>
        <a:lstStyle/>
        <a:p>
          <a:r>
            <a:rPr lang="en-US" dirty="0" smtClean="0"/>
            <a:t>Business Software Suites</a:t>
          </a:r>
          <a:endParaRPr lang="en-US" dirty="0"/>
        </a:p>
      </dgm:t>
    </dgm:pt>
    <dgm:pt modelId="{0948A2A9-1CD7-468C-A598-85A7754ADD38}" type="parTrans" cxnId="{C9C71E4D-DFD2-463C-98F1-3C478351BD18}">
      <dgm:prSet/>
      <dgm:spPr/>
      <dgm:t>
        <a:bodyPr/>
        <a:lstStyle/>
        <a:p>
          <a:endParaRPr lang="en-US"/>
        </a:p>
      </dgm:t>
    </dgm:pt>
    <dgm:pt modelId="{6CEE38AF-2FF8-4203-BA3F-C6FBC0AE5841}" type="sibTrans" cxnId="{C9C71E4D-DFD2-463C-98F1-3C478351BD18}">
      <dgm:prSet/>
      <dgm:spPr/>
      <dgm:t>
        <a:bodyPr/>
        <a:lstStyle/>
        <a:p>
          <a:endParaRPr lang="en-US"/>
        </a:p>
      </dgm:t>
    </dgm:pt>
    <dgm:pt modelId="{B6AFED10-0988-4C44-949B-8BEBC96D3EAA}">
      <dgm:prSet/>
      <dgm:spPr/>
      <dgm:t>
        <a:bodyPr/>
        <a:lstStyle/>
        <a:p>
          <a:r>
            <a:rPr lang="en-US" dirty="0" smtClean="0"/>
            <a:t>Project Management</a:t>
          </a:r>
          <a:endParaRPr lang="en-US" dirty="0"/>
        </a:p>
      </dgm:t>
    </dgm:pt>
    <dgm:pt modelId="{412FD301-0933-48EF-AF50-D3A5D747DE27}" type="parTrans" cxnId="{DFA10035-8A4D-4DF0-BC82-73CDF2AC7565}">
      <dgm:prSet/>
      <dgm:spPr/>
      <dgm:t>
        <a:bodyPr/>
        <a:lstStyle/>
        <a:p>
          <a:endParaRPr lang="en-US"/>
        </a:p>
      </dgm:t>
    </dgm:pt>
    <dgm:pt modelId="{EEDB10F6-58BE-4E45-B628-82D65FFC3701}" type="sibTrans" cxnId="{DFA10035-8A4D-4DF0-BC82-73CDF2AC7565}">
      <dgm:prSet/>
      <dgm:spPr/>
      <dgm:t>
        <a:bodyPr/>
        <a:lstStyle/>
        <a:p>
          <a:endParaRPr lang="en-US"/>
        </a:p>
      </dgm:t>
    </dgm:pt>
    <dgm:pt modelId="{2FE77C21-06C3-4CF6-A8B5-CFFC86F4FEE8}">
      <dgm:prSet/>
      <dgm:spPr/>
      <dgm:t>
        <a:bodyPr/>
        <a:lstStyle/>
        <a:p>
          <a:r>
            <a:rPr lang="en-US" dirty="0" smtClean="0"/>
            <a:t>Accounting</a:t>
          </a:r>
          <a:endParaRPr lang="en-US" dirty="0"/>
        </a:p>
      </dgm:t>
    </dgm:pt>
    <dgm:pt modelId="{7B5A81B7-ACD7-47AB-A875-932E9CE83784}" type="parTrans" cxnId="{EE2EB69B-8B80-4FE0-BB62-BE0515A49FEC}">
      <dgm:prSet/>
      <dgm:spPr/>
      <dgm:t>
        <a:bodyPr/>
        <a:lstStyle/>
        <a:p>
          <a:endParaRPr lang="en-US"/>
        </a:p>
      </dgm:t>
    </dgm:pt>
    <dgm:pt modelId="{17B87219-6A7D-44C9-BC67-1D6A2A2D285E}" type="sibTrans" cxnId="{EE2EB69B-8B80-4FE0-BB62-BE0515A49FEC}">
      <dgm:prSet/>
      <dgm:spPr/>
      <dgm:t>
        <a:bodyPr/>
        <a:lstStyle/>
        <a:p>
          <a:endParaRPr lang="en-US"/>
        </a:p>
      </dgm:t>
    </dgm:pt>
    <dgm:pt modelId="{D2DCAC13-CA65-4BC0-8CDB-8E0F3D547F6E}">
      <dgm:prSet/>
      <dgm:spPr/>
      <dgm:t>
        <a:bodyPr/>
        <a:lstStyle/>
        <a:p>
          <a:r>
            <a:rPr lang="en-US" dirty="0" smtClean="0"/>
            <a:t>Document Management</a:t>
          </a:r>
          <a:endParaRPr lang="en-US" dirty="0"/>
        </a:p>
      </dgm:t>
    </dgm:pt>
    <dgm:pt modelId="{18FD0A45-67A3-401F-BE92-7CD507BE2E70}" type="parTrans" cxnId="{7C82A798-171A-4625-95CE-CF077270CF69}">
      <dgm:prSet/>
      <dgm:spPr/>
      <dgm:t>
        <a:bodyPr/>
        <a:lstStyle/>
        <a:p>
          <a:endParaRPr lang="en-US"/>
        </a:p>
      </dgm:t>
    </dgm:pt>
    <dgm:pt modelId="{828CEC70-AACD-4735-B4B4-06511E138BCF}" type="sibTrans" cxnId="{7C82A798-171A-4625-95CE-CF077270CF69}">
      <dgm:prSet/>
      <dgm:spPr/>
      <dgm:t>
        <a:bodyPr/>
        <a:lstStyle/>
        <a:p>
          <a:endParaRPr lang="en-US"/>
        </a:p>
      </dgm:t>
    </dgm:pt>
    <dgm:pt modelId="{046920F5-AB0E-4C3A-86BD-2AACFEF5D77C}">
      <dgm:prSet/>
      <dgm:spPr/>
      <dgm:t>
        <a:bodyPr/>
        <a:lstStyle/>
        <a:p>
          <a:r>
            <a:rPr lang="en-US" dirty="0" smtClean="0"/>
            <a:t>Enterprise Computing Software</a:t>
          </a:r>
          <a:endParaRPr lang="en-US" dirty="0"/>
        </a:p>
      </dgm:t>
    </dgm:pt>
    <dgm:pt modelId="{E8F946A5-FF40-4A37-AD52-1EB47B22BDEC}" type="parTrans" cxnId="{96F057E3-7FEB-40DB-9411-2C6C8B0AD228}">
      <dgm:prSet/>
      <dgm:spPr/>
      <dgm:t>
        <a:bodyPr/>
        <a:lstStyle/>
        <a:p>
          <a:endParaRPr lang="en-US"/>
        </a:p>
      </dgm:t>
    </dgm:pt>
    <dgm:pt modelId="{368D2C08-D3E5-439A-9F86-3D59C09F7A9D}" type="sibTrans" cxnId="{96F057E3-7FEB-40DB-9411-2C6C8B0AD228}">
      <dgm:prSet/>
      <dgm:spPr/>
      <dgm:t>
        <a:bodyPr/>
        <a:lstStyle/>
        <a:p>
          <a:endParaRPr lang="en-US"/>
        </a:p>
      </dgm:t>
    </dgm:pt>
    <dgm:pt modelId="{4052ED2E-9580-45D7-B122-A57B35441D7D}" type="pres">
      <dgm:prSet presAssocID="{1DC23F37-B2A5-4489-8B09-4A615CC3EBE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EE670CF-AD80-450F-A49F-19665A8B4840}" type="pres">
      <dgm:prSet presAssocID="{2CE8107F-1857-48EC-B5AF-DBD89F55ED47}" presName="node" presStyleLbl="node1" presStyleIdx="0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3EBA82-4CC5-49FB-968A-16A8E1965FD7}" type="pres">
      <dgm:prSet presAssocID="{897175FE-1E8C-4FCA-B9D5-AA5374509BF5}" presName="sibTrans" presStyleCnt="0"/>
      <dgm:spPr/>
    </dgm:pt>
    <dgm:pt modelId="{4102BA6B-7DAB-4DE9-9EF5-0B27523F3F40}" type="pres">
      <dgm:prSet presAssocID="{7FC7A0BE-8359-42BF-A7D6-F09B602622A4}" presName="node" presStyleLbl="node1" presStyleIdx="1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AB140A-6FCB-46C2-978B-9C624DF820DF}" type="pres">
      <dgm:prSet presAssocID="{56FDB5C0-AECE-4780-9A59-800903F7FE19}" presName="sibTrans" presStyleCnt="0"/>
      <dgm:spPr/>
    </dgm:pt>
    <dgm:pt modelId="{595F1D06-F922-4323-9756-285EF6679EA4}" type="pres">
      <dgm:prSet presAssocID="{CA475B6C-91E6-4F17-8A95-EBD833F1A27B}" presName="node" presStyleLbl="node1" presStyleIdx="2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716E58-111A-4470-B6B3-F7E678CEBF46}" type="pres">
      <dgm:prSet presAssocID="{FB784393-7263-4F55-807E-E10CC83A0FBC}" presName="sibTrans" presStyleCnt="0"/>
      <dgm:spPr/>
    </dgm:pt>
    <dgm:pt modelId="{39F6FAA0-C4CE-4FFA-ACE4-DD9C0D18A76A}" type="pres">
      <dgm:prSet presAssocID="{41E958C7-BCE0-4F56-ADB4-7CC31520CD36}" presName="node" presStyleLbl="node1" presStyleIdx="3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523C3F-B8C0-45E3-8319-102D16BDFBCF}" type="pres">
      <dgm:prSet presAssocID="{1BF32037-1CC1-4111-9D2E-95192D5E96E4}" presName="sibTrans" presStyleCnt="0"/>
      <dgm:spPr/>
    </dgm:pt>
    <dgm:pt modelId="{6F4799E1-78C2-427E-9623-7E8CB7B24B80}" type="pres">
      <dgm:prSet presAssocID="{F345E7EE-E1F8-44A4-9F84-5E7CCF2A20EF}" presName="node" presStyleLbl="node1" presStyleIdx="4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A31AA5-4306-44C4-B398-C43FB9F509CB}" type="pres">
      <dgm:prSet presAssocID="{C9741DC4-E844-4BCD-A9D9-E9315D5F331A}" presName="sibTrans" presStyleCnt="0"/>
      <dgm:spPr/>
    </dgm:pt>
    <dgm:pt modelId="{D8ED64D0-1EC7-479D-B308-07403749F43B}" type="pres">
      <dgm:prSet presAssocID="{52E4FBF4-0120-4D5D-B30A-BA042CC55B88}" presName="node" presStyleLbl="node1" presStyleIdx="5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C3FD28-E1A2-48C7-BED8-9BA573ED7814}" type="pres">
      <dgm:prSet presAssocID="{27D600CF-2703-4F50-8E78-2B7E9CCEAC08}" presName="sibTrans" presStyleCnt="0"/>
      <dgm:spPr/>
    </dgm:pt>
    <dgm:pt modelId="{0C4004CD-6421-4BD8-A04C-EEAEBF3E5384}" type="pres">
      <dgm:prSet presAssocID="{02FE7BC6-36B0-46EA-A3DA-33EAC14E7913}" presName="node" presStyleLbl="node1" presStyleIdx="6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6A68C8-290D-49BE-BF34-7E681B74FBF8}" type="pres">
      <dgm:prSet presAssocID="{F7357E66-8FBF-4082-8A01-C8E6FF69081E}" presName="sibTrans" presStyleCnt="0"/>
      <dgm:spPr/>
    </dgm:pt>
    <dgm:pt modelId="{B970106F-5F97-4884-8FF5-097BDF5265EC}" type="pres">
      <dgm:prSet presAssocID="{E4C23DE3-EDBD-4DF2-8562-55450495215D}" presName="node" presStyleLbl="node1" presStyleIdx="7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620159-8C16-4A1C-AB6B-673E242EB1EA}" type="pres">
      <dgm:prSet presAssocID="{6CEE38AF-2FF8-4203-BA3F-C6FBC0AE5841}" presName="sibTrans" presStyleCnt="0"/>
      <dgm:spPr/>
    </dgm:pt>
    <dgm:pt modelId="{3BBED60B-982D-42E3-B689-62A1EF8AF65E}" type="pres">
      <dgm:prSet presAssocID="{B6AFED10-0988-4C44-949B-8BEBC96D3EAA}" presName="node" presStyleLbl="node1" presStyleIdx="8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FC6CE3-C261-4D3C-BDA7-1B1EF14E5503}" type="pres">
      <dgm:prSet presAssocID="{EEDB10F6-58BE-4E45-B628-82D65FFC3701}" presName="sibTrans" presStyleCnt="0"/>
      <dgm:spPr/>
    </dgm:pt>
    <dgm:pt modelId="{9F80FEED-61F7-4115-B587-AF024FEA42E5}" type="pres">
      <dgm:prSet presAssocID="{2FE77C21-06C3-4CF6-A8B5-CFFC86F4FEE8}" presName="node" presStyleLbl="node1" presStyleIdx="9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E51D6F-92F9-4299-8C9F-2E8DBA210F85}" type="pres">
      <dgm:prSet presAssocID="{17B87219-6A7D-44C9-BC67-1D6A2A2D285E}" presName="sibTrans" presStyleCnt="0"/>
      <dgm:spPr/>
    </dgm:pt>
    <dgm:pt modelId="{184E7D33-037D-4A46-B74C-FC23741DCFDC}" type="pres">
      <dgm:prSet presAssocID="{D2DCAC13-CA65-4BC0-8CDB-8E0F3D547F6E}" presName="node" presStyleLbl="node1" presStyleIdx="10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A8F2025-1585-4CE3-898B-86931B1B17DD}" type="pres">
      <dgm:prSet presAssocID="{828CEC70-AACD-4735-B4B4-06511E138BCF}" presName="sibTrans" presStyleCnt="0"/>
      <dgm:spPr/>
    </dgm:pt>
    <dgm:pt modelId="{A83DC96D-9912-4349-A95F-913F3BFEC9A4}" type="pres">
      <dgm:prSet presAssocID="{046920F5-AB0E-4C3A-86BD-2AACFEF5D77C}" presName="node" presStyleLbl="node1" presStyleIdx="11" presStyleCnt="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87C92A2-C845-409F-BC5C-CC9600F0CFEF}" srcId="{1DC23F37-B2A5-4489-8B09-4A615CC3EBEF}" destId="{2CE8107F-1857-48EC-B5AF-DBD89F55ED47}" srcOrd="0" destOrd="0" parTransId="{4C431DFF-16FC-48DC-81EF-B144A1D2ADA2}" sibTransId="{897175FE-1E8C-4FCA-B9D5-AA5374509BF5}"/>
    <dgm:cxn modelId="{869900C4-EC61-46D4-9C54-057CCA6A4C82}" type="presOf" srcId="{E4C23DE3-EDBD-4DF2-8562-55450495215D}" destId="{B970106F-5F97-4884-8FF5-097BDF5265EC}" srcOrd="0" destOrd="0" presId="urn:microsoft.com/office/officeart/2005/8/layout/default#21"/>
    <dgm:cxn modelId="{7C82A798-171A-4625-95CE-CF077270CF69}" srcId="{1DC23F37-B2A5-4489-8B09-4A615CC3EBEF}" destId="{D2DCAC13-CA65-4BC0-8CDB-8E0F3D547F6E}" srcOrd="10" destOrd="0" parTransId="{18FD0A45-67A3-401F-BE92-7CD507BE2E70}" sibTransId="{828CEC70-AACD-4735-B4B4-06511E138BCF}"/>
    <dgm:cxn modelId="{8B6B92A8-C206-4FE1-A67E-7DFD9D3443F2}" type="presOf" srcId="{046920F5-AB0E-4C3A-86BD-2AACFEF5D77C}" destId="{A83DC96D-9912-4349-A95F-913F3BFEC9A4}" srcOrd="0" destOrd="0" presId="urn:microsoft.com/office/officeart/2005/8/layout/default#21"/>
    <dgm:cxn modelId="{68458700-12F0-42BB-9114-A72C0E9AAEE3}" type="presOf" srcId="{D2DCAC13-CA65-4BC0-8CDB-8E0F3D547F6E}" destId="{184E7D33-037D-4A46-B74C-FC23741DCFDC}" srcOrd="0" destOrd="0" presId="urn:microsoft.com/office/officeart/2005/8/layout/default#21"/>
    <dgm:cxn modelId="{1D6ECCC0-BA84-4371-8F3E-0FCDB92D1616}" srcId="{1DC23F37-B2A5-4489-8B09-4A615CC3EBEF}" destId="{F345E7EE-E1F8-44A4-9F84-5E7CCF2A20EF}" srcOrd="4" destOrd="0" parTransId="{0BFD1A03-AE03-496F-B1D7-BFC8F1661FF0}" sibTransId="{C9741DC4-E844-4BCD-A9D9-E9315D5F331A}"/>
    <dgm:cxn modelId="{EE2EB69B-8B80-4FE0-BB62-BE0515A49FEC}" srcId="{1DC23F37-B2A5-4489-8B09-4A615CC3EBEF}" destId="{2FE77C21-06C3-4CF6-A8B5-CFFC86F4FEE8}" srcOrd="9" destOrd="0" parTransId="{7B5A81B7-ACD7-47AB-A875-932E9CE83784}" sibTransId="{17B87219-6A7D-44C9-BC67-1D6A2A2D285E}"/>
    <dgm:cxn modelId="{BB643947-914F-4DE4-95B5-ADF071D88C03}" srcId="{1DC23F37-B2A5-4489-8B09-4A615CC3EBEF}" destId="{7FC7A0BE-8359-42BF-A7D6-F09B602622A4}" srcOrd="1" destOrd="0" parTransId="{FF3E1C93-56AC-473D-9F06-1C0C5758E024}" sibTransId="{56FDB5C0-AECE-4780-9A59-800903F7FE19}"/>
    <dgm:cxn modelId="{3483E4F6-7EE6-4CCC-8AF4-03141BCB6015}" type="presOf" srcId="{52E4FBF4-0120-4D5D-B30A-BA042CC55B88}" destId="{D8ED64D0-1EC7-479D-B308-07403749F43B}" srcOrd="0" destOrd="0" presId="urn:microsoft.com/office/officeart/2005/8/layout/default#21"/>
    <dgm:cxn modelId="{96F057E3-7FEB-40DB-9411-2C6C8B0AD228}" srcId="{1DC23F37-B2A5-4489-8B09-4A615CC3EBEF}" destId="{046920F5-AB0E-4C3A-86BD-2AACFEF5D77C}" srcOrd="11" destOrd="0" parTransId="{E8F946A5-FF40-4A37-AD52-1EB47B22BDEC}" sibTransId="{368D2C08-D3E5-439A-9F86-3D59C09F7A9D}"/>
    <dgm:cxn modelId="{B68773C0-8780-42D9-98E9-95705ABB62DE}" type="presOf" srcId="{F345E7EE-E1F8-44A4-9F84-5E7CCF2A20EF}" destId="{6F4799E1-78C2-427E-9623-7E8CB7B24B80}" srcOrd="0" destOrd="0" presId="urn:microsoft.com/office/officeart/2005/8/layout/default#21"/>
    <dgm:cxn modelId="{CB388886-A75F-4BF9-8F52-100962493B90}" type="presOf" srcId="{41E958C7-BCE0-4F56-ADB4-7CC31520CD36}" destId="{39F6FAA0-C4CE-4FFA-ACE4-DD9C0D18A76A}" srcOrd="0" destOrd="0" presId="urn:microsoft.com/office/officeart/2005/8/layout/default#21"/>
    <dgm:cxn modelId="{26E3CE0C-15F0-4B00-B261-242F1B051272}" type="presOf" srcId="{1DC23F37-B2A5-4489-8B09-4A615CC3EBEF}" destId="{4052ED2E-9580-45D7-B122-A57B35441D7D}" srcOrd="0" destOrd="0" presId="urn:microsoft.com/office/officeart/2005/8/layout/default#21"/>
    <dgm:cxn modelId="{F3BC9D60-F776-450C-A9A2-5C5F8FC8D401}" type="presOf" srcId="{CA475B6C-91E6-4F17-8A95-EBD833F1A27B}" destId="{595F1D06-F922-4323-9756-285EF6679EA4}" srcOrd="0" destOrd="0" presId="urn:microsoft.com/office/officeart/2005/8/layout/default#21"/>
    <dgm:cxn modelId="{85546EAB-79E0-4121-B1A2-AB7A98E69931}" type="presOf" srcId="{2FE77C21-06C3-4CF6-A8B5-CFFC86F4FEE8}" destId="{9F80FEED-61F7-4115-B587-AF024FEA42E5}" srcOrd="0" destOrd="0" presId="urn:microsoft.com/office/officeart/2005/8/layout/default#21"/>
    <dgm:cxn modelId="{DFA10035-8A4D-4DF0-BC82-73CDF2AC7565}" srcId="{1DC23F37-B2A5-4489-8B09-4A615CC3EBEF}" destId="{B6AFED10-0988-4C44-949B-8BEBC96D3EAA}" srcOrd="8" destOrd="0" parTransId="{412FD301-0933-48EF-AF50-D3A5D747DE27}" sibTransId="{EEDB10F6-58BE-4E45-B628-82D65FFC3701}"/>
    <dgm:cxn modelId="{BE5F9858-63D0-4BA9-AEBF-DA7F6C101F48}" type="presOf" srcId="{7FC7A0BE-8359-42BF-A7D6-F09B602622A4}" destId="{4102BA6B-7DAB-4DE9-9EF5-0B27523F3F40}" srcOrd="0" destOrd="0" presId="urn:microsoft.com/office/officeart/2005/8/layout/default#21"/>
    <dgm:cxn modelId="{C07DF2C9-8565-4EE8-9DD9-2E90F1284DDA}" srcId="{1DC23F37-B2A5-4489-8B09-4A615CC3EBEF}" destId="{02FE7BC6-36B0-46EA-A3DA-33EAC14E7913}" srcOrd="6" destOrd="0" parTransId="{82785538-49BA-4566-AFDB-D9BDE53CE54A}" sibTransId="{F7357E66-8FBF-4082-8A01-C8E6FF69081E}"/>
    <dgm:cxn modelId="{9BFBF9E0-0D17-49F6-A688-A683737FCD97}" type="presOf" srcId="{2CE8107F-1857-48EC-B5AF-DBD89F55ED47}" destId="{5EE670CF-AD80-450F-A49F-19665A8B4840}" srcOrd="0" destOrd="0" presId="urn:microsoft.com/office/officeart/2005/8/layout/default#21"/>
    <dgm:cxn modelId="{C9C71E4D-DFD2-463C-98F1-3C478351BD18}" srcId="{1DC23F37-B2A5-4489-8B09-4A615CC3EBEF}" destId="{E4C23DE3-EDBD-4DF2-8562-55450495215D}" srcOrd="7" destOrd="0" parTransId="{0948A2A9-1CD7-468C-A598-85A7754ADD38}" sibTransId="{6CEE38AF-2FF8-4203-BA3F-C6FBC0AE5841}"/>
    <dgm:cxn modelId="{395E0803-B363-4F09-8462-BF44CC7688DB}" type="presOf" srcId="{B6AFED10-0988-4C44-949B-8BEBC96D3EAA}" destId="{3BBED60B-982D-42E3-B689-62A1EF8AF65E}" srcOrd="0" destOrd="0" presId="urn:microsoft.com/office/officeart/2005/8/layout/default#21"/>
    <dgm:cxn modelId="{AE323C8A-126F-4BC4-BFA9-36DD8D48B7B2}" srcId="{1DC23F37-B2A5-4489-8B09-4A615CC3EBEF}" destId="{52E4FBF4-0120-4D5D-B30A-BA042CC55B88}" srcOrd="5" destOrd="0" parTransId="{1C1A3896-C52E-47E5-850C-E4D355763C12}" sibTransId="{27D600CF-2703-4F50-8E78-2B7E9CCEAC08}"/>
    <dgm:cxn modelId="{DA7AD8BE-1E48-4BEE-B2C6-CDD796FD5F4C}" type="presOf" srcId="{02FE7BC6-36B0-46EA-A3DA-33EAC14E7913}" destId="{0C4004CD-6421-4BD8-A04C-EEAEBF3E5384}" srcOrd="0" destOrd="0" presId="urn:microsoft.com/office/officeart/2005/8/layout/default#21"/>
    <dgm:cxn modelId="{06A1407D-F764-4159-A065-D86B93A491AF}" srcId="{1DC23F37-B2A5-4489-8B09-4A615CC3EBEF}" destId="{41E958C7-BCE0-4F56-ADB4-7CC31520CD36}" srcOrd="3" destOrd="0" parTransId="{5717407D-82E5-4E85-87B5-31EA06CF7A2D}" sibTransId="{1BF32037-1CC1-4111-9D2E-95192D5E96E4}"/>
    <dgm:cxn modelId="{2480002C-E54A-4DE7-99A7-86580565369A}" srcId="{1DC23F37-B2A5-4489-8B09-4A615CC3EBEF}" destId="{CA475B6C-91E6-4F17-8A95-EBD833F1A27B}" srcOrd="2" destOrd="0" parTransId="{968EEA81-C7F5-451E-BC1D-55DE7E6C290E}" sibTransId="{FB784393-7263-4F55-807E-E10CC83A0FBC}"/>
    <dgm:cxn modelId="{C35B196A-FAD8-480F-80AD-2090724FDB9C}" type="presParOf" srcId="{4052ED2E-9580-45D7-B122-A57B35441D7D}" destId="{5EE670CF-AD80-450F-A49F-19665A8B4840}" srcOrd="0" destOrd="0" presId="urn:microsoft.com/office/officeart/2005/8/layout/default#21"/>
    <dgm:cxn modelId="{067AFD2D-F6CD-4838-9A7F-61C0457D7246}" type="presParOf" srcId="{4052ED2E-9580-45D7-B122-A57B35441D7D}" destId="{FC3EBA82-4CC5-49FB-968A-16A8E1965FD7}" srcOrd="1" destOrd="0" presId="urn:microsoft.com/office/officeart/2005/8/layout/default#21"/>
    <dgm:cxn modelId="{378A016B-D9B7-42F1-BE72-972585E7B785}" type="presParOf" srcId="{4052ED2E-9580-45D7-B122-A57B35441D7D}" destId="{4102BA6B-7DAB-4DE9-9EF5-0B27523F3F40}" srcOrd="2" destOrd="0" presId="urn:microsoft.com/office/officeart/2005/8/layout/default#21"/>
    <dgm:cxn modelId="{4E364499-49E6-4A1E-A8E0-62E0C4181130}" type="presParOf" srcId="{4052ED2E-9580-45D7-B122-A57B35441D7D}" destId="{D8AB140A-6FCB-46C2-978B-9C624DF820DF}" srcOrd="3" destOrd="0" presId="urn:microsoft.com/office/officeart/2005/8/layout/default#21"/>
    <dgm:cxn modelId="{A3636AE3-9568-4ECB-B1DC-8C10A066B980}" type="presParOf" srcId="{4052ED2E-9580-45D7-B122-A57B35441D7D}" destId="{595F1D06-F922-4323-9756-285EF6679EA4}" srcOrd="4" destOrd="0" presId="urn:microsoft.com/office/officeart/2005/8/layout/default#21"/>
    <dgm:cxn modelId="{2E5FBAC8-16FC-4DC5-BE9B-B1C70A4B00E0}" type="presParOf" srcId="{4052ED2E-9580-45D7-B122-A57B35441D7D}" destId="{98716E58-111A-4470-B6B3-F7E678CEBF46}" srcOrd="5" destOrd="0" presId="urn:microsoft.com/office/officeart/2005/8/layout/default#21"/>
    <dgm:cxn modelId="{B1DE1375-DFDE-4050-98B5-BDEBDA123E7B}" type="presParOf" srcId="{4052ED2E-9580-45D7-B122-A57B35441D7D}" destId="{39F6FAA0-C4CE-4FFA-ACE4-DD9C0D18A76A}" srcOrd="6" destOrd="0" presId="urn:microsoft.com/office/officeart/2005/8/layout/default#21"/>
    <dgm:cxn modelId="{E6BC5F1C-BF3D-4638-8421-0E6D0ABE6D62}" type="presParOf" srcId="{4052ED2E-9580-45D7-B122-A57B35441D7D}" destId="{0F523C3F-B8C0-45E3-8319-102D16BDFBCF}" srcOrd="7" destOrd="0" presId="urn:microsoft.com/office/officeart/2005/8/layout/default#21"/>
    <dgm:cxn modelId="{67ED7747-AD3E-45D6-995E-187009F12B9C}" type="presParOf" srcId="{4052ED2E-9580-45D7-B122-A57B35441D7D}" destId="{6F4799E1-78C2-427E-9623-7E8CB7B24B80}" srcOrd="8" destOrd="0" presId="urn:microsoft.com/office/officeart/2005/8/layout/default#21"/>
    <dgm:cxn modelId="{3C097639-B896-4C1B-BA18-2ABCF9982156}" type="presParOf" srcId="{4052ED2E-9580-45D7-B122-A57B35441D7D}" destId="{28A31AA5-4306-44C4-B398-C43FB9F509CB}" srcOrd="9" destOrd="0" presId="urn:microsoft.com/office/officeart/2005/8/layout/default#21"/>
    <dgm:cxn modelId="{E22C9667-3B72-419E-8A65-21C274706C78}" type="presParOf" srcId="{4052ED2E-9580-45D7-B122-A57B35441D7D}" destId="{D8ED64D0-1EC7-479D-B308-07403749F43B}" srcOrd="10" destOrd="0" presId="urn:microsoft.com/office/officeart/2005/8/layout/default#21"/>
    <dgm:cxn modelId="{6BFE7B7D-2689-47B2-9C04-901C10094EFA}" type="presParOf" srcId="{4052ED2E-9580-45D7-B122-A57B35441D7D}" destId="{E5C3FD28-E1A2-48C7-BED8-9BA573ED7814}" srcOrd="11" destOrd="0" presId="urn:microsoft.com/office/officeart/2005/8/layout/default#21"/>
    <dgm:cxn modelId="{05B86DFB-0D47-4E43-85B9-AA836E16949A}" type="presParOf" srcId="{4052ED2E-9580-45D7-B122-A57B35441D7D}" destId="{0C4004CD-6421-4BD8-A04C-EEAEBF3E5384}" srcOrd="12" destOrd="0" presId="urn:microsoft.com/office/officeart/2005/8/layout/default#21"/>
    <dgm:cxn modelId="{08111AE4-1749-4B2E-AA4B-57DCD0F88CB6}" type="presParOf" srcId="{4052ED2E-9580-45D7-B122-A57B35441D7D}" destId="{A36A68C8-290D-49BE-BF34-7E681B74FBF8}" srcOrd="13" destOrd="0" presId="urn:microsoft.com/office/officeart/2005/8/layout/default#21"/>
    <dgm:cxn modelId="{1EC866DB-775A-4B49-BDDE-8E2F48B28371}" type="presParOf" srcId="{4052ED2E-9580-45D7-B122-A57B35441D7D}" destId="{B970106F-5F97-4884-8FF5-097BDF5265EC}" srcOrd="14" destOrd="0" presId="urn:microsoft.com/office/officeart/2005/8/layout/default#21"/>
    <dgm:cxn modelId="{A12D7336-E2F5-4233-BE7C-A0789FFCBFBA}" type="presParOf" srcId="{4052ED2E-9580-45D7-B122-A57B35441D7D}" destId="{0C620159-8C16-4A1C-AB6B-673E242EB1EA}" srcOrd="15" destOrd="0" presId="urn:microsoft.com/office/officeart/2005/8/layout/default#21"/>
    <dgm:cxn modelId="{B635BA08-44B2-4D73-8A58-41A6AC896AE4}" type="presParOf" srcId="{4052ED2E-9580-45D7-B122-A57B35441D7D}" destId="{3BBED60B-982D-42E3-B689-62A1EF8AF65E}" srcOrd="16" destOrd="0" presId="urn:microsoft.com/office/officeart/2005/8/layout/default#21"/>
    <dgm:cxn modelId="{D29D0FE2-F27C-4627-BCE5-D556420AD01D}" type="presParOf" srcId="{4052ED2E-9580-45D7-B122-A57B35441D7D}" destId="{56FC6CE3-C261-4D3C-BDA7-1B1EF14E5503}" srcOrd="17" destOrd="0" presId="urn:microsoft.com/office/officeart/2005/8/layout/default#21"/>
    <dgm:cxn modelId="{6B197F5A-ACAB-463F-96F9-DDC2AB397358}" type="presParOf" srcId="{4052ED2E-9580-45D7-B122-A57B35441D7D}" destId="{9F80FEED-61F7-4115-B587-AF024FEA42E5}" srcOrd="18" destOrd="0" presId="urn:microsoft.com/office/officeart/2005/8/layout/default#21"/>
    <dgm:cxn modelId="{E904E19A-2801-4115-B40C-1608120EB4FE}" type="presParOf" srcId="{4052ED2E-9580-45D7-B122-A57B35441D7D}" destId="{8BE51D6F-92F9-4299-8C9F-2E8DBA210F85}" srcOrd="19" destOrd="0" presId="urn:microsoft.com/office/officeart/2005/8/layout/default#21"/>
    <dgm:cxn modelId="{8CBD94CA-63B9-4FBD-BB6A-9C18521D557C}" type="presParOf" srcId="{4052ED2E-9580-45D7-B122-A57B35441D7D}" destId="{184E7D33-037D-4A46-B74C-FC23741DCFDC}" srcOrd="20" destOrd="0" presId="urn:microsoft.com/office/officeart/2005/8/layout/default#21"/>
    <dgm:cxn modelId="{40B2014B-2DF1-4087-B5D2-5816EBE24B5E}" type="presParOf" srcId="{4052ED2E-9580-45D7-B122-A57B35441D7D}" destId="{9A8F2025-1585-4CE3-898B-86931B1B17DD}" srcOrd="21" destOrd="0" presId="urn:microsoft.com/office/officeart/2005/8/layout/default#21"/>
    <dgm:cxn modelId="{BB000537-8DB6-4882-A391-EDE7071EDFD2}" type="presParOf" srcId="{4052ED2E-9580-45D7-B122-A57B35441D7D}" destId="{A83DC96D-9912-4349-A95F-913F3BFEC9A4}" srcOrd="22" destOrd="0" presId="urn:microsoft.com/office/officeart/2005/8/layout/default#21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714BA47-0577-424B-B36E-783F6299511F}" type="doc">
      <dgm:prSet loTypeId="urn:microsoft.com/office/officeart/2005/8/layout/default#22" loCatId="list" qsTypeId="urn:microsoft.com/office/officeart/2005/8/quickstyle/simple2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E6918913-F7B6-4C67-9144-F57789CB68C8}">
      <dgm:prSet/>
      <dgm:spPr/>
      <dgm:t>
        <a:bodyPr/>
        <a:lstStyle/>
        <a:p>
          <a:r>
            <a:rPr lang="en-US" dirty="0" smtClean="0"/>
            <a:t>AutoCorrect</a:t>
          </a:r>
          <a:endParaRPr lang="en-US" dirty="0"/>
        </a:p>
      </dgm:t>
    </dgm:pt>
    <dgm:pt modelId="{E0B8C527-86C4-4262-80ED-2B37034944F6}" type="parTrans" cxnId="{3194C74B-EB18-468F-8371-6E419DE314D2}">
      <dgm:prSet/>
      <dgm:spPr/>
      <dgm:t>
        <a:bodyPr/>
        <a:lstStyle/>
        <a:p>
          <a:endParaRPr lang="en-US"/>
        </a:p>
      </dgm:t>
    </dgm:pt>
    <dgm:pt modelId="{4CF3D28C-114D-452B-8C95-A58DE9E378A6}" type="sibTrans" cxnId="{3194C74B-EB18-468F-8371-6E419DE314D2}">
      <dgm:prSet/>
      <dgm:spPr/>
      <dgm:t>
        <a:bodyPr/>
        <a:lstStyle/>
        <a:p>
          <a:endParaRPr lang="en-US"/>
        </a:p>
      </dgm:t>
    </dgm:pt>
    <dgm:pt modelId="{870A308B-2C5D-476C-BA6B-EF3C1F502362}">
      <dgm:prSet/>
      <dgm:spPr/>
      <dgm:t>
        <a:bodyPr/>
        <a:lstStyle/>
        <a:p>
          <a:r>
            <a:rPr lang="en-US" dirty="0" smtClean="0"/>
            <a:t>AutoFormat</a:t>
          </a:r>
          <a:endParaRPr lang="en-US" dirty="0"/>
        </a:p>
      </dgm:t>
    </dgm:pt>
    <dgm:pt modelId="{D0782F8D-7161-4F32-B7FD-E6BB379174E4}" type="parTrans" cxnId="{6B3F4574-578B-4432-962B-B975B8ADCA1B}">
      <dgm:prSet/>
      <dgm:spPr/>
      <dgm:t>
        <a:bodyPr/>
        <a:lstStyle/>
        <a:p>
          <a:endParaRPr lang="en-US"/>
        </a:p>
      </dgm:t>
    </dgm:pt>
    <dgm:pt modelId="{A8CEEEFD-1D58-48D8-8D16-27283408BDB2}" type="sibTrans" cxnId="{6B3F4574-578B-4432-962B-B975B8ADCA1B}">
      <dgm:prSet/>
      <dgm:spPr/>
      <dgm:t>
        <a:bodyPr/>
        <a:lstStyle/>
        <a:p>
          <a:endParaRPr lang="en-US"/>
        </a:p>
      </dgm:t>
    </dgm:pt>
    <dgm:pt modelId="{6491F022-95C8-494A-AB3B-A8520411EF04}">
      <dgm:prSet/>
      <dgm:spPr/>
      <dgm:t>
        <a:bodyPr/>
        <a:lstStyle/>
        <a:p>
          <a:r>
            <a:rPr lang="en-US" dirty="0" smtClean="0"/>
            <a:t>Collaboration</a:t>
          </a:r>
          <a:endParaRPr lang="en-US" dirty="0"/>
        </a:p>
      </dgm:t>
    </dgm:pt>
    <dgm:pt modelId="{5AAC2922-15AA-431B-89CB-48EB5C00547D}" type="parTrans" cxnId="{D43F56E7-E3B0-435A-A90B-95FFDF318607}">
      <dgm:prSet/>
      <dgm:spPr/>
      <dgm:t>
        <a:bodyPr/>
        <a:lstStyle/>
        <a:p>
          <a:endParaRPr lang="en-US"/>
        </a:p>
      </dgm:t>
    </dgm:pt>
    <dgm:pt modelId="{0E212D76-6336-4555-B55E-3340EBB24B92}" type="sibTrans" cxnId="{D43F56E7-E3B0-435A-A90B-95FFDF318607}">
      <dgm:prSet/>
      <dgm:spPr/>
      <dgm:t>
        <a:bodyPr/>
        <a:lstStyle/>
        <a:p>
          <a:endParaRPr lang="en-US"/>
        </a:p>
      </dgm:t>
    </dgm:pt>
    <dgm:pt modelId="{80309D68-D7D0-4F21-91A4-080951761D7B}">
      <dgm:prSet/>
      <dgm:spPr/>
      <dgm:t>
        <a:bodyPr/>
        <a:lstStyle/>
        <a:p>
          <a:r>
            <a:rPr lang="en-US" dirty="0" smtClean="0"/>
            <a:t>Columns</a:t>
          </a:r>
          <a:endParaRPr lang="en-US" dirty="0"/>
        </a:p>
      </dgm:t>
    </dgm:pt>
    <dgm:pt modelId="{FFB68F4A-BBCA-4A06-BFC7-7837252B6622}" type="parTrans" cxnId="{83DEA882-1EF9-4A59-ABE9-6DF230547CB0}">
      <dgm:prSet/>
      <dgm:spPr/>
      <dgm:t>
        <a:bodyPr/>
        <a:lstStyle/>
        <a:p>
          <a:endParaRPr lang="en-US"/>
        </a:p>
      </dgm:t>
    </dgm:pt>
    <dgm:pt modelId="{9F24C5C6-B12C-4D76-A30F-00194316A85F}" type="sibTrans" cxnId="{83DEA882-1EF9-4A59-ABE9-6DF230547CB0}">
      <dgm:prSet/>
      <dgm:spPr/>
      <dgm:t>
        <a:bodyPr/>
        <a:lstStyle/>
        <a:p>
          <a:endParaRPr lang="en-US"/>
        </a:p>
      </dgm:t>
    </dgm:pt>
    <dgm:pt modelId="{E0645658-0718-4CB0-A883-47D174780ED5}">
      <dgm:prSet/>
      <dgm:spPr/>
      <dgm:t>
        <a:bodyPr/>
        <a:lstStyle/>
        <a:p>
          <a:r>
            <a:rPr lang="en-US" dirty="0" smtClean="0"/>
            <a:t>Grammar Checker</a:t>
          </a:r>
          <a:endParaRPr lang="en-US" dirty="0"/>
        </a:p>
      </dgm:t>
    </dgm:pt>
    <dgm:pt modelId="{CFD9C2D4-8F2D-4CC4-A50B-C308D16F110A}" type="parTrans" cxnId="{6003EBAC-E7DE-4C7A-A72C-59E08BFFD278}">
      <dgm:prSet/>
      <dgm:spPr/>
      <dgm:t>
        <a:bodyPr/>
        <a:lstStyle/>
        <a:p>
          <a:endParaRPr lang="en-US"/>
        </a:p>
      </dgm:t>
    </dgm:pt>
    <dgm:pt modelId="{356EA4B7-2A3D-490E-BE56-E8D1EAA97CB4}" type="sibTrans" cxnId="{6003EBAC-E7DE-4C7A-A72C-59E08BFFD278}">
      <dgm:prSet/>
      <dgm:spPr/>
      <dgm:t>
        <a:bodyPr/>
        <a:lstStyle/>
        <a:p>
          <a:endParaRPr lang="en-US"/>
        </a:p>
      </dgm:t>
    </dgm:pt>
    <dgm:pt modelId="{924158F0-4B02-438A-AB27-6693F5F4619E}">
      <dgm:prSet/>
      <dgm:spPr/>
      <dgm:t>
        <a:bodyPr/>
        <a:lstStyle/>
        <a:p>
          <a:r>
            <a:rPr lang="en-US" dirty="0" smtClean="0"/>
            <a:t>Ink Input</a:t>
          </a:r>
          <a:endParaRPr lang="en-US" dirty="0"/>
        </a:p>
      </dgm:t>
    </dgm:pt>
    <dgm:pt modelId="{0BF3C86E-1CB4-43C0-A59D-9DC338AA0F4D}" type="parTrans" cxnId="{EE9135D0-B448-4B2C-B7C4-6C9F36BA7B3F}">
      <dgm:prSet/>
      <dgm:spPr/>
      <dgm:t>
        <a:bodyPr/>
        <a:lstStyle/>
        <a:p>
          <a:endParaRPr lang="en-US"/>
        </a:p>
      </dgm:t>
    </dgm:pt>
    <dgm:pt modelId="{D5B5C26A-ED67-4AA1-8EC3-5CBC493A1870}" type="sibTrans" cxnId="{EE9135D0-B448-4B2C-B7C4-6C9F36BA7B3F}">
      <dgm:prSet/>
      <dgm:spPr/>
      <dgm:t>
        <a:bodyPr/>
        <a:lstStyle/>
        <a:p>
          <a:endParaRPr lang="en-US"/>
        </a:p>
      </dgm:t>
    </dgm:pt>
    <dgm:pt modelId="{D64E370A-9ABF-46F6-9D62-A3A44C76092A}">
      <dgm:prSet/>
      <dgm:spPr/>
      <dgm:t>
        <a:bodyPr/>
        <a:lstStyle/>
        <a:p>
          <a:r>
            <a:rPr lang="en-US" dirty="0" smtClean="0"/>
            <a:t>Macros</a:t>
          </a:r>
          <a:endParaRPr lang="en-US" dirty="0"/>
        </a:p>
      </dgm:t>
    </dgm:pt>
    <dgm:pt modelId="{24037B1B-8CEF-44BE-B8FD-C4A23C311A26}" type="parTrans" cxnId="{0FDE3688-3640-4AA0-BB8D-56C6718C59E1}">
      <dgm:prSet/>
      <dgm:spPr/>
      <dgm:t>
        <a:bodyPr/>
        <a:lstStyle/>
        <a:p>
          <a:endParaRPr lang="en-US"/>
        </a:p>
      </dgm:t>
    </dgm:pt>
    <dgm:pt modelId="{DEEABF7D-A178-4837-85B7-217F775B6957}" type="sibTrans" cxnId="{0FDE3688-3640-4AA0-BB8D-56C6718C59E1}">
      <dgm:prSet/>
      <dgm:spPr/>
      <dgm:t>
        <a:bodyPr/>
        <a:lstStyle/>
        <a:p>
          <a:endParaRPr lang="en-US"/>
        </a:p>
      </dgm:t>
    </dgm:pt>
    <dgm:pt modelId="{A471EA05-2020-4EDE-84C9-5738DA970192}">
      <dgm:prSet/>
      <dgm:spPr/>
      <dgm:t>
        <a:bodyPr/>
        <a:lstStyle/>
        <a:p>
          <a:r>
            <a:rPr lang="en-US" dirty="0" smtClean="0"/>
            <a:t>Mail Merge</a:t>
          </a:r>
          <a:endParaRPr lang="en-US" dirty="0"/>
        </a:p>
      </dgm:t>
    </dgm:pt>
    <dgm:pt modelId="{3DC9327C-D588-439B-94EC-C2DC9898CD99}" type="parTrans" cxnId="{A53D7CB5-E4B7-426C-8F90-50270FFE33E6}">
      <dgm:prSet/>
      <dgm:spPr/>
      <dgm:t>
        <a:bodyPr/>
        <a:lstStyle/>
        <a:p>
          <a:endParaRPr lang="en-US"/>
        </a:p>
      </dgm:t>
    </dgm:pt>
    <dgm:pt modelId="{6A3ED962-18A6-4080-910B-22710F979577}" type="sibTrans" cxnId="{A53D7CB5-E4B7-426C-8F90-50270FFE33E6}">
      <dgm:prSet/>
      <dgm:spPr/>
      <dgm:t>
        <a:bodyPr/>
        <a:lstStyle/>
        <a:p>
          <a:endParaRPr lang="en-US"/>
        </a:p>
      </dgm:t>
    </dgm:pt>
    <dgm:pt modelId="{AB85CF54-F7E5-4934-80F0-8FF8F87B74EF}">
      <dgm:prSet/>
      <dgm:spPr/>
      <dgm:t>
        <a:bodyPr/>
        <a:lstStyle/>
        <a:p>
          <a:r>
            <a:rPr lang="en-US" dirty="0" smtClean="0"/>
            <a:t>Reading Layout</a:t>
          </a:r>
          <a:endParaRPr lang="en-US" dirty="0"/>
        </a:p>
      </dgm:t>
    </dgm:pt>
    <dgm:pt modelId="{39B3D666-C884-4D4F-8026-A8FF253883B3}" type="parTrans" cxnId="{43811060-1E0D-49F1-A0DB-80926D0756B9}">
      <dgm:prSet/>
      <dgm:spPr/>
      <dgm:t>
        <a:bodyPr/>
        <a:lstStyle/>
        <a:p>
          <a:endParaRPr lang="en-US"/>
        </a:p>
      </dgm:t>
    </dgm:pt>
    <dgm:pt modelId="{717566E9-AC35-47ED-BBC1-44ABFD2BE291}" type="sibTrans" cxnId="{43811060-1E0D-49F1-A0DB-80926D0756B9}">
      <dgm:prSet/>
      <dgm:spPr/>
      <dgm:t>
        <a:bodyPr/>
        <a:lstStyle/>
        <a:p>
          <a:endParaRPr lang="en-US"/>
        </a:p>
      </dgm:t>
    </dgm:pt>
    <dgm:pt modelId="{1F738B56-E8A0-4BAD-B240-D57E196569D3}">
      <dgm:prSet/>
      <dgm:spPr/>
      <dgm:t>
        <a:bodyPr/>
        <a:lstStyle/>
        <a:p>
          <a:r>
            <a:rPr lang="en-US" dirty="0" smtClean="0"/>
            <a:t>Research</a:t>
          </a:r>
          <a:endParaRPr lang="en-US" dirty="0"/>
        </a:p>
      </dgm:t>
    </dgm:pt>
    <dgm:pt modelId="{438FEF76-FE6C-4C49-8BE2-DEB20971A11E}" type="parTrans" cxnId="{C6C7F472-5DD9-4DF0-9C87-430A6343B170}">
      <dgm:prSet/>
      <dgm:spPr/>
      <dgm:t>
        <a:bodyPr/>
        <a:lstStyle/>
        <a:p>
          <a:endParaRPr lang="en-US"/>
        </a:p>
      </dgm:t>
    </dgm:pt>
    <dgm:pt modelId="{C371D8D7-2688-412C-AF34-19D6776A7513}" type="sibTrans" cxnId="{C6C7F472-5DD9-4DF0-9C87-430A6343B170}">
      <dgm:prSet/>
      <dgm:spPr/>
      <dgm:t>
        <a:bodyPr/>
        <a:lstStyle/>
        <a:p>
          <a:endParaRPr lang="en-US"/>
        </a:p>
      </dgm:t>
    </dgm:pt>
    <dgm:pt modelId="{DC208A8B-AE62-4119-9D03-D638597B6728}">
      <dgm:prSet/>
      <dgm:spPr/>
      <dgm:t>
        <a:bodyPr/>
        <a:lstStyle/>
        <a:p>
          <a:r>
            <a:rPr lang="en-US" dirty="0" smtClean="0"/>
            <a:t>Search and Replace</a:t>
          </a:r>
          <a:endParaRPr lang="en-US" dirty="0"/>
        </a:p>
      </dgm:t>
    </dgm:pt>
    <dgm:pt modelId="{04D655F0-639F-49B4-88BD-8A1F4DFEDC2F}" type="parTrans" cxnId="{65DEB7A1-8C20-4EC2-BB24-15C73215F0A9}">
      <dgm:prSet/>
      <dgm:spPr/>
      <dgm:t>
        <a:bodyPr/>
        <a:lstStyle/>
        <a:p>
          <a:endParaRPr lang="en-US"/>
        </a:p>
      </dgm:t>
    </dgm:pt>
    <dgm:pt modelId="{4D12D19A-2493-4401-B090-54B08F3F0183}" type="sibTrans" cxnId="{65DEB7A1-8C20-4EC2-BB24-15C73215F0A9}">
      <dgm:prSet/>
      <dgm:spPr/>
      <dgm:t>
        <a:bodyPr/>
        <a:lstStyle/>
        <a:p>
          <a:endParaRPr lang="en-US"/>
        </a:p>
      </dgm:t>
    </dgm:pt>
    <dgm:pt modelId="{66AE3EB5-D77F-4FB9-8DC9-BA02589A9E5E}">
      <dgm:prSet/>
      <dgm:spPr/>
      <dgm:t>
        <a:bodyPr/>
        <a:lstStyle/>
        <a:p>
          <a:r>
            <a:rPr lang="en-US" dirty="0" smtClean="0"/>
            <a:t>Smart Tags</a:t>
          </a:r>
          <a:endParaRPr lang="en-US" dirty="0"/>
        </a:p>
      </dgm:t>
    </dgm:pt>
    <dgm:pt modelId="{07E4F865-E0BC-4285-ABDA-73884EF479C0}" type="parTrans" cxnId="{DB73186A-72E2-4D5F-BAFE-0479EC22D2F9}">
      <dgm:prSet/>
      <dgm:spPr/>
      <dgm:t>
        <a:bodyPr/>
        <a:lstStyle/>
        <a:p>
          <a:endParaRPr lang="en-US"/>
        </a:p>
      </dgm:t>
    </dgm:pt>
    <dgm:pt modelId="{B231DD26-3CE4-4CE5-BB14-0B2813952DDE}" type="sibTrans" cxnId="{DB73186A-72E2-4D5F-BAFE-0479EC22D2F9}">
      <dgm:prSet/>
      <dgm:spPr/>
      <dgm:t>
        <a:bodyPr/>
        <a:lstStyle/>
        <a:p>
          <a:endParaRPr lang="en-US"/>
        </a:p>
      </dgm:t>
    </dgm:pt>
    <dgm:pt modelId="{83E7B10E-9E24-4C00-8CDC-E0A52CAEF705}">
      <dgm:prSet/>
      <dgm:spPr/>
      <dgm:t>
        <a:bodyPr/>
        <a:lstStyle/>
        <a:p>
          <a:r>
            <a:rPr lang="en-US" dirty="0" smtClean="0"/>
            <a:t>Tables</a:t>
          </a:r>
          <a:endParaRPr lang="en-US" dirty="0"/>
        </a:p>
      </dgm:t>
    </dgm:pt>
    <dgm:pt modelId="{9E120968-B040-4AA1-B2A2-3BE0E26AD64E}" type="parTrans" cxnId="{049EE370-0D7D-4B69-AB14-5DDA268C33B9}">
      <dgm:prSet/>
      <dgm:spPr/>
      <dgm:t>
        <a:bodyPr/>
        <a:lstStyle/>
        <a:p>
          <a:endParaRPr lang="en-US"/>
        </a:p>
      </dgm:t>
    </dgm:pt>
    <dgm:pt modelId="{D77B242C-B5DC-43DD-8291-70782E0C67CC}" type="sibTrans" cxnId="{049EE370-0D7D-4B69-AB14-5DDA268C33B9}">
      <dgm:prSet/>
      <dgm:spPr/>
      <dgm:t>
        <a:bodyPr/>
        <a:lstStyle/>
        <a:p>
          <a:endParaRPr lang="en-US"/>
        </a:p>
      </dgm:t>
    </dgm:pt>
    <dgm:pt modelId="{0D5EEA22-0C65-4572-B261-8D454037E8AB}">
      <dgm:prSet/>
      <dgm:spPr/>
      <dgm:t>
        <a:bodyPr/>
        <a:lstStyle/>
        <a:p>
          <a:r>
            <a:rPr lang="en-US" dirty="0" smtClean="0"/>
            <a:t>Templates</a:t>
          </a:r>
          <a:endParaRPr lang="en-US" dirty="0"/>
        </a:p>
      </dgm:t>
    </dgm:pt>
    <dgm:pt modelId="{24CED0F7-D1E7-4388-9C6D-FD91F5A3C776}" type="parTrans" cxnId="{8FFC5A68-9195-43BF-9194-74C89026799C}">
      <dgm:prSet/>
      <dgm:spPr/>
      <dgm:t>
        <a:bodyPr/>
        <a:lstStyle/>
        <a:p>
          <a:endParaRPr lang="en-US"/>
        </a:p>
      </dgm:t>
    </dgm:pt>
    <dgm:pt modelId="{7522D0EB-1AA4-4F3D-A9EB-DDE61D57AFCE}" type="sibTrans" cxnId="{8FFC5A68-9195-43BF-9194-74C89026799C}">
      <dgm:prSet/>
      <dgm:spPr/>
      <dgm:t>
        <a:bodyPr/>
        <a:lstStyle/>
        <a:p>
          <a:endParaRPr lang="en-US"/>
        </a:p>
      </dgm:t>
    </dgm:pt>
    <dgm:pt modelId="{EA99E124-33A2-4DF6-9A29-100D0EF72CEE}">
      <dgm:prSet/>
      <dgm:spPr/>
      <dgm:t>
        <a:bodyPr/>
        <a:lstStyle/>
        <a:p>
          <a:r>
            <a:rPr lang="en-US" dirty="0" smtClean="0"/>
            <a:t>Thesaurus</a:t>
          </a:r>
          <a:endParaRPr lang="en-US" dirty="0"/>
        </a:p>
      </dgm:t>
    </dgm:pt>
    <dgm:pt modelId="{114F5C7B-E1CB-4AB6-8CA4-8A7C1E7EB57D}" type="parTrans" cxnId="{7A03D3ED-83B5-4F3E-A4FA-995466D06595}">
      <dgm:prSet/>
      <dgm:spPr/>
      <dgm:t>
        <a:bodyPr/>
        <a:lstStyle/>
        <a:p>
          <a:endParaRPr lang="en-US"/>
        </a:p>
      </dgm:t>
    </dgm:pt>
    <dgm:pt modelId="{A31127CA-591F-495A-B024-6EF8FD556C24}" type="sibTrans" cxnId="{7A03D3ED-83B5-4F3E-A4FA-995466D06595}">
      <dgm:prSet/>
      <dgm:spPr/>
      <dgm:t>
        <a:bodyPr/>
        <a:lstStyle/>
        <a:p>
          <a:endParaRPr lang="en-US"/>
        </a:p>
      </dgm:t>
    </dgm:pt>
    <dgm:pt modelId="{BDDA10DC-0CD6-4E9F-BFD6-E40F0436111B}">
      <dgm:prSet/>
      <dgm:spPr/>
      <dgm:t>
        <a:bodyPr/>
        <a:lstStyle/>
        <a:p>
          <a:r>
            <a:rPr lang="en-US" dirty="0" smtClean="0"/>
            <a:t>Tracking Changes</a:t>
          </a:r>
          <a:endParaRPr lang="en-US" dirty="0"/>
        </a:p>
      </dgm:t>
    </dgm:pt>
    <dgm:pt modelId="{5D5C2475-8474-4DF1-B13F-5E89941E0A4B}" type="parTrans" cxnId="{B1457C0A-E93C-474E-85C5-390777F7481E}">
      <dgm:prSet/>
      <dgm:spPr/>
      <dgm:t>
        <a:bodyPr/>
        <a:lstStyle/>
        <a:p>
          <a:endParaRPr lang="en-US"/>
        </a:p>
      </dgm:t>
    </dgm:pt>
    <dgm:pt modelId="{581B14C4-4F88-4B6A-AE51-9DA8497185B4}" type="sibTrans" cxnId="{B1457C0A-E93C-474E-85C5-390777F7481E}">
      <dgm:prSet/>
      <dgm:spPr/>
      <dgm:t>
        <a:bodyPr/>
        <a:lstStyle/>
        <a:p>
          <a:endParaRPr lang="en-US"/>
        </a:p>
      </dgm:t>
    </dgm:pt>
    <dgm:pt modelId="{A564521F-E61A-4E0E-817F-E371C10D3D5D}">
      <dgm:prSet/>
      <dgm:spPr/>
      <dgm:t>
        <a:bodyPr/>
        <a:lstStyle/>
        <a:p>
          <a:r>
            <a:rPr lang="en-US" dirty="0" smtClean="0"/>
            <a:t>Voice Recognition</a:t>
          </a:r>
          <a:endParaRPr lang="en-US" dirty="0"/>
        </a:p>
      </dgm:t>
    </dgm:pt>
    <dgm:pt modelId="{27E3702B-C003-4F60-8FCB-0F19D1DC68F2}" type="parTrans" cxnId="{DBDBD95A-8628-47F1-BB36-EE54F1182521}">
      <dgm:prSet/>
      <dgm:spPr/>
      <dgm:t>
        <a:bodyPr/>
        <a:lstStyle/>
        <a:p>
          <a:endParaRPr lang="en-US"/>
        </a:p>
      </dgm:t>
    </dgm:pt>
    <dgm:pt modelId="{880F02C2-BFA3-42C6-8AB2-36349843B96A}" type="sibTrans" cxnId="{DBDBD95A-8628-47F1-BB36-EE54F1182521}">
      <dgm:prSet/>
      <dgm:spPr/>
      <dgm:t>
        <a:bodyPr/>
        <a:lstStyle/>
        <a:p>
          <a:endParaRPr lang="en-US"/>
        </a:p>
      </dgm:t>
    </dgm:pt>
    <dgm:pt modelId="{17115BF7-8A75-436F-A32A-25B3045A850E}">
      <dgm:prSet/>
      <dgm:spPr/>
      <dgm:t>
        <a:bodyPr/>
        <a:lstStyle/>
        <a:p>
          <a:r>
            <a:rPr lang="en-US" dirty="0" smtClean="0"/>
            <a:t>Web Page Development</a:t>
          </a:r>
          <a:endParaRPr lang="en-US" dirty="0"/>
        </a:p>
      </dgm:t>
    </dgm:pt>
    <dgm:pt modelId="{E1DA0626-CA71-49F5-BD3C-752E0C930A67}" type="parTrans" cxnId="{7F71A119-5CA4-402A-AA4B-FC83394B92AF}">
      <dgm:prSet/>
      <dgm:spPr/>
      <dgm:t>
        <a:bodyPr/>
        <a:lstStyle/>
        <a:p>
          <a:endParaRPr lang="en-US"/>
        </a:p>
      </dgm:t>
    </dgm:pt>
    <dgm:pt modelId="{C0C0033D-974D-4C98-8BCC-9AD3F9EEF19A}" type="sibTrans" cxnId="{7F71A119-5CA4-402A-AA4B-FC83394B92AF}">
      <dgm:prSet/>
      <dgm:spPr/>
      <dgm:t>
        <a:bodyPr/>
        <a:lstStyle/>
        <a:p>
          <a:endParaRPr lang="en-US"/>
        </a:p>
      </dgm:t>
    </dgm:pt>
    <dgm:pt modelId="{7A6791C0-0B94-40B0-818F-328F23B843BE}" type="pres">
      <dgm:prSet presAssocID="{F714BA47-0577-424B-B36E-783F6299511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53056E6-3CA8-4AD8-B0BA-44CC333F12B4}" type="pres">
      <dgm:prSet presAssocID="{E6918913-F7B6-4C67-9144-F57789CB68C8}" presName="node" presStyleLbl="node1" presStyleIdx="0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294D14-709E-4720-946D-2B4D78BDA138}" type="pres">
      <dgm:prSet presAssocID="{4CF3D28C-114D-452B-8C95-A58DE9E378A6}" presName="sibTrans" presStyleCnt="0"/>
      <dgm:spPr/>
    </dgm:pt>
    <dgm:pt modelId="{A25D6C2E-194A-4AF5-8E71-689790049A71}" type="pres">
      <dgm:prSet presAssocID="{870A308B-2C5D-476C-BA6B-EF3C1F502362}" presName="node" presStyleLbl="node1" presStyleIdx="1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E7A60E-3118-458D-9FD6-FF20C0AA782C}" type="pres">
      <dgm:prSet presAssocID="{A8CEEEFD-1D58-48D8-8D16-27283408BDB2}" presName="sibTrans" presStyleCnt="0"/>
      <dgm:spPr/>
    </dgm:pt>
    <dgm:pt modelId="{9E866C2D-3B7F-461B-873A-B2165E127A9F}" type="pres">
      <dgm:prSet presAssocID="{6491F022-95C8-494A-AB3B-A8520411EF04}" presName="node" presStyleLbl="node1" presStyleIdx="2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75FF1B-4AF2-4E64-AABD-5E313E1C91D7}" type="pres">
      <dgm:prSet presAssocID="{0E212D76-6336-4555-B55E-3340EBB24B92}" presName="sibTrans" presStyleCnt="0"/>
      <dgm:spPr/>
    </dgm:pt>
    <dgm:pt modelId="{ECB1B874-BC97-426B-B25F-2F62A4F4B2B9}" type="pres">
      <dgm:prSet presAssocID="{80309D68-D7D0-4F21-91A4-080951761D7B}" presName="node" presStyleLbl="node1" presStyleIdx="3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F4BE50-A0F0-431D-82D4-0A6A87A762C8}" type="pres">
      <dgm:prSet presAssocID="{9F24C5C6-B12C-4D76-A30F-00194316A85F}" presName="sibTrans" presStyleCnt="0"/>
      <dgm:spPr/>
    </dgm:pt>
    <dgm:pt modelId="{B3CB4A3F-CF44-4FB8-BDEF-3E9E89FCEF45}" type="pres">
      <dgm:prSet presAssocID="{E0645658-0718-4CB0-A883-47D174780ED5}" presName="node" presStyleLbl="node1" presStyleIdx="4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CB8D78-48F7-45E9-933F-4A6F1F41D7F2}" type="pres">
      <dgm:prSet presAssocID="{356EA4B7-2A3D-490E-BE56-E8D1EAA97CB4}" presName="sibTrans" presStyleCnt="0"/>
      <dgm:spPr/>
    </dgm:pt>
    <dgm:pt modelId="{76C8B63B-1B0D-4A43-9F89-9E6E0ABA8854}" type="pres">
      <dgm:prSet presAssocID="{924158F0-4B02-438A-AB27-6693F5F4619E}" presName="node" presStyleLbl="node1" presStyleIdx="5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3D19DC-D6BF-4B68-8C3D-FF4BDE2E9801}" type="pres">
      <dgm:prSet presAssocID="{D5B5C26A-ED67-4AA1-8EC3-5CBC493A1870}" presName="sibTrans" presStyleCnt="0"/>
      <dgm:spPr/>
    </dgm:pt>
    <dgm:pt modelId="{6F91E37F-E78A-4CAB-8FC9-45DDFE3962FF}" type="pres">
      <dgm:prSet presAssocID="{D64E370A-9ABF-46F6-9D62-A3A44C76092A}" presName="node" presStyleLbl="node1" presStyleIdx="6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5BAD25-E5B9-4B57-B7B2-3984C49E7B69}" type="pres">
      <dgm:prSet presAssocID="{DEEABF7D-A178-4837-85B7-217F775B6957}" presName="sibTrans" presStyleCnt="0"/>
      <dgm:spPr/>
    </dgm:pt>
    <dgm:pt modelId="{F9B73ABA-2536-4AF8-97C7-E8C13572F7C2}" type="pres">
      <dgm:prSet presAssocID="{A471EA05-2020-4EDE-84C9-5738DA970192}" presName="node" presStyleLbl="node1" presStyleIdx="7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4EB74E4-1D68-4DD5-AEC2-821FE4DF8286}" type="pres">
      <dgm:prSet presAssocID="{6A3ED962-18A6-4080-910B-22710F979577}" presName="sibTrans" presStyleCnt="0"/>
      <dgm:spPr/>
    </dgm:pt>
    <dgm:pt modelId="{3FCB87B1-C748-4B58-8BCB-FA62551784F1}" type="pres">
      <dgm:prSet presAssocID="{AB85CF54-F7E5-4934-80F0-8FF8F87B74EF}" presName="node" presStyleLbl="node1" presStyleIdx="8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908F74-2B60-4F78-A40D-2B9E4B6A2A89}" type="pres">
      <dgm:prSet presAssocID="{717566E9-AC35-47ED-BBC1-44ABFD2BE291}" presName="sibTrans" presStyleCnt="0"/>
      <dgm:spPr/>
    </dgm:pt>
    <dgm:pt modelId="{73919AD3-189C-47EA-B5DC-5DCAA64FC74C}" type="pres">
      <dgm:prSet presAssocID="{1F738B56-E8A0-4BAD-B240-D57E196569D3}" presName="node" presStyleLbl="node1" presStyleIdx="9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739C70-D19C-462C-9844-131047C5795E}" type="pres">
      <dgm:prSet presAssocID="{C371D8D7-2688-412C-AF34-19D6776A7513}" presName="sibTrans" presStyleCnt="0"/>
      <dgm:spPr/>
    </dgm:pt>
    <dgm:pt modelId="{762BB5CF-B1F6-42E7-84A9-259DE43E4431}" type="pres">
      <dgm:prSet presAssocID="{DC208A8B-AE62-4119-9D03-D638597B6728}" presName="node" presStyleLbl="node1" presStyleIdx="10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6CDA66-B3C3-413B-B007-5A29ACBC29C0}" type="pres">
      <dgm:prSet presAssocID="{4D12D19A-2493-4401-B090-54B08F3F0183}" presName="sibTrans" presStyleCnt="0"/>
      <dgm:spPr/>
    </dgm:pt>
    <dgm:pt modelId="{DF101BB2-1E96-4DEC-B363-3B4479B28E7C}" type="pres">
      <dgm:prSet presAssocID="{66AE3EB5-D77F-4FB9-8DC9-BA02589A9E5E}" presName="node" presStyleLbl="node1" presStyleIdx="11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43F46D-4193-48CE-AA82-FBD8DF1549F8}" type="pres">
      <dgm:prSet presAssocID="{B231DD26-3CE4-4CE5-BB14-0B2813952DDE}" presName="sibTrans" presStyleCnt="0"/>
      <dgm:spPr/>
    </dgm:pt>
    <dgm:pt modelId="{DBB2A9D4-23A3-4E5D-8766-53AB71239A91}" type="pres">
      <dgm:prSet presAssocID="{83E7B10E-9E24-4C00-8CDC-E0A52CAEF705}" presName="node" presStyleLbl="node1" presStyleIdx="12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A689E3-4C1B-4745-B35E-DDE00454975F}" type="pres">
      <dgm:prSet presAssocID="{D77B242C-B5DC-43DD-8291-70782E0C67CC}" presName="sibTrans" presStyleCnt="0"/>
      <dgm:spPr/>
    </dgm:pt>
    <dgm:pt modelId="{CBA8EA92-B2E2-4E58-8250-3C22542722DC}" type="pres">
      <dgm:prSet presAssocID="{0D5EEA22-0C65-4572-B261-8D454037E8AB}" presName="node" presStyleLbl="node1" presStyleIdx="13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3A7E26-0E0C-4C55-9546-03D29771C7F3}" type="pres">
      <dgm:prSet presAssocID="{7522D0EB-1AA4-4F3D-A9EB-DDE61D57AFCE}" presName="sibTrans" presStyleCnt="0"/>
      <dgm:spPr/>
    </dgm:pt>
    <dgm:pt modelId="{B5213E07-16AD-4FDD-A8C7-E543258B53C2}" type="pres">
      <dgm:prSet presAssocID="{EA99E124-33A2-4DF6-9A29-100D0EF72CEE}" presName="node" presStyleLbl="node1" presStyleIdx="14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75E977-37E3-4B11-A864-6FBCDF3C0A55}" type="pres">
      <dgm:prSet presAssocID="{A31127CA-591F-495A-B024-6EF8FD556C24}" presName="sibTrans" presStyleCnt="0"/>
      <dgm:spPr/>
    </dgm:pt>
    <dgm:pt modelId="{824B1024-C61F-42BD-8E10-3BECD2965AD6}" type="pres">
      <dgm:prSet presAssocID="{BDDA10DC-0CD6-4E9F-BFD6-E40F0436111B}" presName="node" presStyleLbl="node1" presStyleIdx="15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DDDFBB-1692-4777-9866-6C6C1C66F884}" type="pres">
      <dgm:prSet presAssocID="{581B14C4-4F88-4B6A-AE51-9DA8497185B4}" presName="sibTrans" presStyleCnt="0"/>
      <dgm:spPr/>
    </dgm:pt>
    <dgm:pt modelId="{1F2F42C5-A9BA-4CA0-9E1E-0BF7BE9E9685}" type="pres">
      <dgm:prSet presAssocID="{A564521F-E61A-4E0E-817F-E371C10D3D5D}" presName="node" presStyleLbl="node1" presStyleIdx="16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A40851-FA82-4BF1-82B8-B8D70A97C6BF}" type="pres">
      <dgm:prSet presAssocID="{880F02C2-BFA3-42C6-8AB2-36349843B96A}" presName="sibTrans" presStyleCnt="0"/>
      <dgm:spPr/>
    </dgm:pt>
    <dgm:pt modelId="{3AE2EE11-310E-4821-8E31-EB7AB07D4C4D}" type="pres">
      <dgm:prSet presAssocID="{17115BF7-8A75-436F-A32A-25B3045A850E}" presName="node" presStyleLbl="node1" presStyleIdx="17" presStyleCnt="1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B072CE7-E7B9-44B8-939B-70C3A38E47BE}" type="presOf" srcId="{A471EA05-2020-4EDE-84C9-5738DA970192}" destId="{F9B73ABA-2536-4AF8-97C7-E8C13572F7C2}" srcOrd="0" destOrd="0" presId="urn:microsoft.com/office/officeart/2005/8/layout/default#22"/>
    <dgm:cxn modelId="{5A52D378-4D8A-45E3-A242-BB25BD3B3BF2}" type="presOf" srcId="{17115BF7-8A75-436F-A32A-25B3045A850E}" destId="{3AE2EE11-310E-4821-8E31-EB7AB07D4C4D}" srcOrd="0" destOrd="0" presId="urn:microsoft.com/office/officeart/2005/8/layout/default#22"/>
    <dgm:cxn modelId="{774BF2B1-E662-4621-8F97-F884AAECFF0A}" type="presOf" srcId="{0D5EEA22-0C65-4572-B261-8D454037E8AB}" destId="{CBA8EA92-B2E2-4E58-8250-3C22542722DC}" srcOrd="0" destOrd="0" presId="urn:microsoft.com/office/officeart/2005/8/layout/default#22"/>
    <dgm:cxn modelId="{EB66691F-6C7B-4E3C-A58F-37D662B37637}" type="presOf" srcId="{66AE3EB5-D77F-4FB9-8DC9-BA02589A9E5E}" destId="{DF101BB2-1E96-4DEC-B363-3B4479B28E7C}" srcOrd="0" destOrd="0" presId="urn:microsoft.com/office/officeart/2005/8/layout/default#22"/>
    <dgm:cxn modelId="{FF4EA072-4ACB-4582-90EB-A526D1DA4A3D}" type="presOf" srcId="{6491F022-95C8-494A-AB3B-A8520411EF04}" destId="{9E866C2D-3B7F-461B-873A-B2165E127A9F}" srcOrd="0" destOrd="0" presId="urn:microsoft.com/office/officeart/2005/8/layout/default#22"/>
    <dgm:cxn modelId="{8FFC5A68-9195-43BF-9194-74C89026799C}" srcId="{F714BA47-0577-424B-B36E-783F6299511F}" destId="{0D5EEA22-0C65-4572-B261-8D454037E8AB}" srcOrd="13" destOrd="0" parTransId="{24CED0F7-D1E7-4388-9C6D-FD91F5A3C776}" sibTransId="{7522D0EB-1AA4-4F3D-A9EB-DDE61D57AFCE}"/>
    <dgm:cxn modelId="{5F2EB7E1-6A66-41E6-89FA-492E041CAF78}" type="presOf" srcId="{AB85CF54-F7E5-4934-80F0-8FF8F87B74EF}" destId="{3FCB87B1-C748-4B58-8BCB-FA62551784F1}" srcOrd="0" destOrd="0" presId="urn:microsoft.com/office/officeart/2005/8/layout/default#22"/>
    <dgm:cxn modelId="{608EB36A-4BCD-4EAA-B223-578018E2A16C}" type="presOf" srcId="{80309D68-D7D0-4F21-91A4-080951761D7B}" destId="{ECB1B874-BC97-426B-B25F-2F62A4F4B2B9}" srcOrd="0" destOrd="0" presId="urn:microsoft.com/office/officeart/2005/8/layout/default#22"/>
    <dgm:cxn modelId="{DBDBD95A-8628-47F1-BB36-EE54F1182521}" srcId="{F714BA47-0577-424B-B36E-783F6299511F}" destId="{A564521F-E61A-4E0E-817F-E371C10D3D5D}" srcOrd="16" destOrd="0" parTransId="{27E3702B-C003-4F60-8FCB-0F19D1DC68F2}" sibTransId="{880F02C2-BFA3-42C6-8AB2-36349843B96A}"/>
    <dgm:cxn modelId="{7D0AC5BA-4208-4922-891E-7BB799021A77}" type="presOf" srcId="{D64E370A-9ABF-46F6-9D62-A3A44C76092A}" destId="{6F91E37F-E78A-4CAB-8FC9-45DDFE3962FF}" srcOrd="0" destOrd="0" presId="urn:microsoft.com/office/officeart/2005/8/layout/default#22"/>
    <dgm:cxn modelId="{83DEA882-1EF9-4A59-ABE9-6DF230547CB0}" srcId="{F714BA47-0577-424B-B36E-783F6299511F}" destId="{80309D68-D7D0-4F21-91A4-080951761D7B}" srcOrd="3" destOrd="0" parTransId="{FFB68F4A-BBCA-4A06-BFC7-7837252B6622}" sibTransId="{9F24C5C6-B12C-4D76-A30F-00194316A85F}"/>
    <dgm:cxn modelId="{049EE370-0D7D-4B69-AB14-5DDA268C33B9}" srcId="{F714BA47-0577-424B-B36E-783F6299511F}" destId="{83E7B10E-9E24-4C00-8CDC-E0A52CAEF705}" srcOrd="12" destOrd="0" parTransId="{9E120968-B040-4AA1-B2A2-3BE0E26AD64E}" sibTransId="{D77B242C-B5DC-43DD-8291-70782E0C67CC}"/>
    <dgm:cxn modelId="{D16BFC8E-19BD-4686-8C2E-A82D0860424B}" type="presOf" srcId="{DC208A8B-AE62-4119-9D03-D638597B6728}" destId="{762BB5CF-B1F6-42E7-84A9-259DE43E4431}" srcOrd="0" destOrd="0" presId="urn:microsoft.com/office/officeart/2005/8/layout/default#22"/>
    <dgm:cxn modelId="{833E8EF5-CD6F-4306-8CFD-A8A573AE293B}" type="presOf" srcId="{924158F0-4B02-438A-AB27-6693F5F4619E}" destId="{76C8B63B-1B0D-4A43-9F89-9E6E0ABA8854}" srcOrd="0" destOrd="0" presId="urn:microsoft.com/office/officeart/2005/8/layout/default#22"/>
    <dgm:cxn modelId="{C07931D5-6FF7-4435-92AA-928543ACD1CE}" type="presOf" srcId="{EA99E124-33A2-4DF6-9A29-100D0EF72CEE}" destId="{B5213E07-16AD-4FDD-A8C7-E543258B53C2}" srcOrd="0" destOrd="0" presId="urn:microsoft.com/office/officeart/2005/8/layout/default#22"/>
    <dgm:cxn modelId="{C6C7F472-5DD9-4DF0-9C87-430A6343B170}" srcId="{F714BA47-0577-424B-B36E-783F6299511F}" destId="{1F738B56-E8A0-4BAD-B240-D57E196569D3}" srcOrd="9" destOrd="0" parTransId="{438FEF76-FE6C-4C49-8BE2-DEB20971A11E}" sibTransId="{C371D8D7-2688-412C-AF34-19D6776A7513}"/>
    <dgm:cxn modelId="{6003EBAC-E7DE-4C7A-A72C-59E08BFFD278}" srcId="{F714BA47-0577-424B-B36E-783F6299511F}" destId="{E0645658-0718-4CB0-A883-47D174780ED5}" srcOrd="4" destOrd="0" parTransId="{CFD9C2D4-8F2D-4CC4-A50B-C308D16F110A}" sibTransId="{356EA4B7-2A3D-490E-BE56-E8D1EAA97CB4}"/>
    <dgm:cxn modelId="{A844E970-311F-47A0-97D3-58F86AB83363}" type="presOf" srcId="{E0645658-0718-4CB0-A883-47D174780ED5}" destId="{B3CB4A3F-CF44-4FB8-BDEF-3E9E89FCEF45}" srcOrd="0" destOrd="0" presId="urn:microsoft.com/office/officeart/2005/8/layout/default#22"/>
    <dgm:cxn modelId="{124E0689-CECD-4403-820D-AD2D1E21A12A}" type="presOf" srcId="{1F738B56-E8A0-4BAD-B240-D57E196569D3}" destId="{73919AD3-189C-47EA-B5DC-5DCAA64FC74C}" srcOrd="0" destOrd="0" presId="urn:microsoft.com/office/officeart/2005/8/layout/default#22"/>
    <dgm:cxn modelId="{960C8422-1FAA-43C0-B310-6F8EAEE05874}" type="presOf" srcId="{BDDA10DC-0CD6-4E9F-BFD6-E40F0436111B}" destId="{824B1024-C61F-42BD-8E10-3BECD2965AD6}" srcOrd="0" destOrd="0" presId="urn:microsoft.com/office/officeart/2005/8/layout/default#22"/>
    <dgm:cxn modelId="{3194C74B-EB18-468F-8371-6E419DE314D2}" srcId="{F714BA47-0577-424B-B36E-783F6299511F}" destId="{E6918913-F7B6-4C67-9144-F57789CB68C8}" srcOrd="0" destOrd="0" parTransId="{E0B8C527-86C4-4262-80ED-2B37034944F6}" sibTransId="{4CF3D28C-114D-452B-8C95-A58DE9E378A6}"/>
    <dgm:cxn modelId="{0FDE3688-3640-4AA0-BB8D-56C6718C59E1}" srcId="{F714BA47-0577-424B-B36E-783F6299511F}" destId="{D64E370A-9ABF-46F6-9D62-A3A44C76092A}" srcOrd="6" destOrd="0" parTransId="{24037B1B-8CEF-44BE-B8FD-C4A23C311A26}" sibTransId="{DEEABF7D-A178-4837-85B7-217F775B6957}"/>
    <dgm:cxn modelId="{8AF07AE8-3B66-40D9-B6F7-CDB948B03C34}" type="presOf" srcId="{83E7B10E-9E24-4C00-8CDC-E0A52CAEF705}" destId="{DBB2A9D4-23A3-4E5D-8766-53AB71239A91}" srcOrd="0" destOrd="0" presId="urn:microsoft.com/office/officeart/2005/8/layout/default#22"/>
    <dgm:cxn modelId="{61B8C03A-F1D9-4A41-94D9-5951EB310CEB}" type="presOf" srcId="{F714BA47-0577-424B-B36E-783F6299511F}" destId="{7A6791C0-0B94-40B0-818F-328F23B843BE}" srcOrd="0" destOrd="0" presId="urn:microsoft.com/office/officeart/2005/8/layout/default#22"/>
    <dgm:cxn modelId="{7802C740-8822-44E9-A292-6281D90EDD2D}" type="presOf" srcId="{A564521F-E61A-4E0E-817F-E371C10D3D5D}" destId="{1F2F42C5-A9BA-4CA0-9E1E-0BF7BE9E9685}" srcOrd="0" destOrd="0" presId="urn:microsoft.com/office/officeart/2005/8/layout/default#22"/>
    <dgm:cxn modelId="{65DEB7A1-8C20-4EC2-BB24-15C73215F0A9}" srcId="{F714BA47-0577-424B-B36E-783F6299511F}" destId="{DC208A8B-AE62-4119-9D03-D638597B6728}" srcOrd="10" destOrd="0" parTransId="{04D655F0-639F-49B4-88BD-8A1F4DFEDC2F}" sibTransId="{4D12D19A-2493-4401-B090-54B08F3F0183}"/>
    <dgm:cxn modelId="{A53D7CB5-E4B7-426C-8F90-50270FFE33E6}" srcId="{F714BA47-0577-424B-B36E-783F6299511F}" destId="{A471EA05-2020-4EDE-84C9-5738DA970192}" srcOrd="7" destOrd="0" parTransId="{3DC9327C-D588-439B-94EC-C2DC9898CD99}" sibTransId="{6A3ED962-18A6-4080-910B-22710F979577}"/>
    <dgm:cxn modelId="{43811060-1E0D-49F1-A0DB-80926D0756B9}" srcId="{F714BA47-0577-424B-B36E-783F6299511F}" destId="{AB85CF54-F7E5-4934-80F0-8FF8F87B74EF}" srcOrd="8" destOrd="0" parTransId="{39B3D666-C884-4D4F-8026-A8FF253883B3}" sibTransId="{717566E9-AC35-47ED-BBC1-44ABFD2BE291}"/>
    <dgm:cxn modelId="{924CACEE-4296-45B8-8AE6-6C651846C955}" type="presOf" srcId="{E6918913-F7B6-4C67-9144-F57789CB68C8}" destId="{653056E6-3CA8-4AD8-B0BA-44CC333F12B4}" srcOrd="0" destOrd="0" presId="urn:microsoft.com/office/officeart/2005/8/layout/default#22"/>
    <dgm:cxn modelId="{EE9135D0-B448-4B2C-B7C4-6C9F36BA7B3F}" srcId="{F714BA47-0577-424B-B36E-783F6299511F}" destId="{924158F0-4B02-438A-AB27-6693F5F4619E}" srcOrd="5" destOrd="0" parTransId="{0BF3C86E-1CB4-43C0-A59D-9DC338AA0F4D}" sibTransId="{D5B5C26A-ED67-4AA1-8EC3-5CBC493A1870}"/>
    <dgm:cxn modelId="{DB73186A-72E2-4D5F-BAFE-0479EC22D2F9}" srcId="{F714BA47-0577-424B-B36E-783F6299511F}" destId="{66AE3EB5-D77F-4FB9-8DC9-BA02589A9E5E}" srcOrd="11" destOrd="0" parTransId="{07E4F865-E0BC-4285-ABDA-73884EF479C0}" sibTransId="{B231DD26-3CE4-4CE5-BB14-0B2813952DDE}"/>
    <dgm:cxn modelId="{7A03D3ED-83B5-4F3E-A4FA-995466D06595}" srcId="{F714BA47-0577-424B-B36E-783F6299511F}" destId="{EA99E124-33A2-4DF6-9A29-100D0EF72CEE}" srcOrd="14" destOrd="0" parTransId="{114F5C7B-E1CB-4AB6-8CA4-8A7C1E7EB57D}" sibTransId="{A31127CA-591F-495A-B024-6EF8FD556C24}"/>
    <dgm:cxn modelId="{B1457C0A-E93C-474E-85C5-390777F7481E}" srcId="{F714BA47-0577-424B-B36E-783F6299511F}" destId="{BDDA10DC-0CD6-4E9F-BFD6-E40F0436111B}" srcOrd="15" destOrd="0" parTransId="{5D5C2475-8474-4DF1-B13F-5E89941E0A4B}" sibTransId="{581B14C4-4F88-4B6A-AE51-9DA8497185B4}"/>
    <dgm:cxn modelId="{23FE816E-AF28-4207-AC44-CC9CB4375513}" type="presOf" srcId="{870A308B-2C5D-476C-BA6B-EF3C1F502362}" destId="{A25D6C2E-194A-4AF5-8E71-689790049A71}" srcOrd="0" destOrd="0" presId="urn:microsoft.com/office/officeart/2005/8/layout/default#22"/>
    <dgm:cxn modelId="{7F71A119-5CA4-402A-AA4B-FC83394B92AF}" srcId="{F714BA47-0577-424B-B36E-783F6299511F}" destId="{17115BF7-8A75-436F-A32A-25B3045A850E}" srcOrd="17" destOrd="0" parTransId="{E1DA0626-CA71-49F5-BD3C-752E0C930A67}" sibTransId="{C0C0033D-974D-4C98-8BCC-9AD3F9EEF19A}"/>
    <dgm:cxn modelId="{D43F56E7-E3B0-435A-A90B-95FFDF318607}" srcId="{F714BA47-0577-424B-B36E-783F6299511F}" destId="{6491F022-95C8-494A-AB3B-A8520411EF04}" srcOrd="2" destOrd="0" parTransId="{5AAC2922-15AA-431B-89CB-48EB5C00547D}" sibTransId="{0E212D76-6336-4555-B55E-3340EBB24B92}"/>
    <dgm:cxn modelId="{6B3F4574-578B-4432-962B-B975B8ADCA1B}" srcId="{F714BA47-0577-424B-B36E-783F6299511F}" destId="{870A308B-2C5D-476C-BA6B-EF3C1F502362}" srcOrd="1" destOrd="0" parTransId="{D0782F8D-7161-4F32-B7FD-E6BB379174E4}" sibTransId="{A8CEEEFD-1D58-48D8-8D16-27283408BDB2}"/>
    <dgm:cxn modelId="{D025B7C7-C9FE-4D12-87AC-F15247FBF924}" type="presParOf" srcId="{7A6791C0-0B94-40B0-818F-328F23B843BE}" destId="{653056E6-3CA8-4AD8-B0BA-44CC333F12B4}" srcOrd="0" destOrd="0" presId="urn:microsoft.com/office/officeart/2005/8/layout/default#22"/>
    <dgm:cxn modelId="{D786E8B6-47FD-44BA-AE7F-08ED5085A640}" type="presParOf" srcId="{7A6791C0-0B94-40B0-818F-328F23B843BE}" destId="{55294D14-709E-4720-946D-2B4D78BDA138}" srcOrd="1" destOrd="0" presId="urn:microsoft.com/office/officeart/2005/8/layout/default#22"/>
    <dgm:cxn modelId="{D2248E4E-F143-4FE8-9FE1-040D8E90814E}" type="presParOf" srcId="{7A6791C0-0B94-40B0-818F-328F23B843BE}" destId="{A25D6C2E-194A-4AF5-8E71-689790049A71}" srcOrd="2" destOrd="0" presId="urn:microsoft.com/office/officeart/2005/8/layout/default#22"/>
    <dgm:cxn modelId="{0EC09A11-1DA2-4BB7-AEDB-ED490DC68024}" type="presParOf" srcId="{7A6791C0-0B94-40B0-818F-328F23B843BE}" destId="{3DE7A60E-3118-458D-9FD6-FF20C0AA782C}" srcOrd="3" destOrd="0" presId="urn:microsoft.com/office/officeart/2005/8/layout/default#22"/>
    <dgm:cxn modelId="{E583C056-9CFF-4D93-9492-56B7BB48ACB4}" type="presParOf" srcId="{7A6791C0-0B94-40B0-818F-328F23B843BE}" destId="{9E866C2D-3B7F-461B-873A-B2165E127A9F}" srcOrd="4" destOrd="0" presId="urn:microsoft.com/office/officeart/2005/8/layout/default#22"/>
    <dgm:cxn modelId="{6483C0F8-6684-487F-BE63-1A2A9D8E949E}" type="presParOf" srcId="{7A6791C0-0B94-40B0-818F-328F23B843BE}" destId="{F275FF1B-4AF2-4E64-AABD-5E313E1C91D7}" srcOrd="5" destOrd="0" presId="urn:microsoft.com/office/officeart/2005/8/layout/default#22"/>
    <dgm:cxn modelId="{84DEABB2-68DB-42A2-B59E-9F6957339163}" type="presParOf" srcId="{7A6791C0-0B94-40B0-818F-328F23B843BE}" destId="{ECB1B874-BC97-426B-B25F-2F62A4F4B2B9}" srcOrd="6" destOrd="0" presId="urn:microsoft.com/office/officeart/2005/8/layout/default#22"/>
    <dgm:cxn modelId="{DAF04F1D-6106-4459-8675-A4AB753C5CA4}" type="presParOf" srcId="{7A6791C0-0B94-40B0-818F-328F23B843BE}" destId="{7AF4BE50-A0F0-431D-82D4-0A6A87A762C8}" srcOrd="7" destOrd="0" presId="urn:microsoft.com/office/officeart/2005/8/layout/default#22"/>
    <dgm:cxn modelId="{1E80C871-8501-4598-B5E7-3058082A3C70}" type="presParOf" srcId="{7A6791C0-0B94-40B0-818F-328F23B843BE}" destId="{B3CB4A3F-CF44-4FB8-BDEF-3E9E89FCEF45}" srcOrd="8" destOrd="0" presId="urn:microsoft.com/office/officeart/2005/8/layout/default#22"/>
    <dgm:cxn modelId="{9994B767-38DE-4755-B7C8-ACF6D8B1E59D}" type="presParOf" srcId="{7A6791C0-0B94-40B0-818F-328F23B843BE}" destId="{D8CB8D78-48F7-45E9-933F-4A6F1F41D7F2}" srcOrd="9" destOrd="0" presId="urn:microsoft.com/office/officeart/2005/8/layout/default#22"/>
    <dgm:cxn modelId="{CE3677B0-E55E-43C0-A3D2-BA9B5A8E47C1}" type="presParOf" srcId="{7A6791C0-0B94-40B0-818F-328F23B843BE}" destId="{76C8B63B-1B0D-4A43-9F89-9E6E0ABA8854}" srcOrd="10" destOrd="0" presId="urn:microsoft.com/office/officeart/2005/8/layout/default#22"/>
    <dgm:cxn modelId="{A450BF02-58DF-407C-ACC3-3E06546282E8}" type="presParOf" srcId="{7A6791C0-0B94-40B0-818F-328F23B843BE}" destId="{BA3D19DC-D6BF-4B68-8C3D-FF4BDE2E9801}" srcOrd="11" destOrd="0" presId="urn:microsoft.com/office/officeart/2005/8/layout/default#22"/>
    <dgm:cxn modelId="{0020F527-8B98-46F2-BB54-17EEC655889F}" type="presParOf" srcId="{7A6791C0-0B94-40B0-818F-328F23B843BE}" destId="{6F91E37F-E78A-4CAB-8FC9-45DDFE3962FF}" srcOrd="12" destOrd="0" presId="urn:microsoft.com/office/officeart/2005/8/layout/default#22"/>
    <dgm:cxn modelId="{23D5080D-6E7D-4FBC-831F-B6A54DC9339A}" type="presParOf" srcId="{7A6791C0-0B94-40B0-818F-328F23B843BE}" destId="{D85BAD25-E5B9-4B57-B7B2-3984C49E7B69}" srcOrd="13" destOrd="0" presId="urn:microsoft.com/office/officeart/2005/8/layout/default#22"/>
    <dgm:cxn modelId="{E228D475-0DDE-4888-AF43-46249BEA8401}" type="presParOf" srcId="{7A6791C0-0B94-40B0-818F-328F23B843BE}" destId="{F9B73ABA-2536-4AF8-97C7-E8C13572F7C2}" srcOrd="14" destOrd="0" presId="urn:microsoft.com/office/officeart/2005/8/layout/default#22"/>
    <dgm:cxn modelId="{E67CE4C3-DE20-479F-AA49-E93D5C9561E4}" type="presParOf" srcId="{7A6791C0-0B94-40B0-818F-328F23B843BE}" destId="{44EB74E4-1D68-4DD5-AEC2-821FE4DF8286}" srcOrd="15" destOrd="0" presId="urn:microsoft.com/office/officeart/2005/8/layout/default#22"/>
    <dgm:cxn modelId="{0817F00F-1065-4AD3-BDD0-34A2D1F65ABD}" type="presParOf" srcId="{7A6791C0-0B94-40B0-818F-328F23B843BE}" destId="{3FCB87B1-C748-4B58-8BCB-FA62551784F1}" srcOrd="16" destOrd="0" presId="urn:microsoft.com/office/officeart/2005/8/layout/default#22"/>
    <dgm:cxn modelId="{85D7B103-FDB9-4325-9FD2-51E80598420D}" type="presParOf" srcId="{7A6791C0-0B94-40B0-818F-328F23B843BE}" destId="{D7908F74-2B60-4F78-A40D-2B9E4B6A2A89}" srcOrd="17" destOrd="0" presId="urn:microsoft.com/office/officeart/2005/8/layout/default#22"/>
    <dgm:cxn modelId="{26EA80B0-C6A8-442B-B0E2-1F6EFF2C8505}" type="presParOf" srcId="{7A6791C0-0B94-40B0-818F-328F23B843BE}" destId="{73919AD3-189C-47EA-B5DC-5DCAA64FC74C}" srcOrd="18" destOrd="0" presId="urn:microsoft.com/office/officeart/2005/8/layout/default#22"/>
    <dgm:cxn modelId="{476C775A-A1D8-4A88-BE88-56E0DD964413}" type="presParOf" srcId="{7A6791C0-0B94-40B0-818F-328F23B843BE}" destId="{CE739C70-D19C-462C-9844-131047C5795E}" srcOrd="19" destOrd="0" presId="urn:microsoft.com/office/officeart/2005/8/layout/default#22"/>
    <dgm:cxn modelId="{C4F3C497-3BBE-41F5-8FCA-3E66E5DD21C2}" type="presParOf" srcId="{7A6791C0-0B94-40B0-818F-328F23B843BE}" destId="{762BB5CF-B1F6-42E7-84A9-259DE43E4431}" srcOrd="20" destOrd="0" presId="urn:microsoft.com/office/officeart/2005/8/layout/default#22"/>
    <dgm:cxn modelId="{84146501-13E6-465B-8265-B1CA444440C3}" type="presParOf" srcId="{7A6791C0-0B94-40B0-818F-328F23B843BE}" destId="{CB6CDA66-B3C3-413B-B007-5A29ACBC29C0}" srcOrd="21" destOrd="0" presId="urn:microsoft.com/office/officeart/2005/8/layout/default#22"/>
    <dgm:cxn modelId="{78ED57CB-2F9A-4C37-9B2C-F20437976AC9}" type="presParOf" srcId="{7A6791C0-0B94-40B0-818F-328F23B843BE}" destId="{DF101BB2-1E96-4DEC-B363-3B4479B28E7C}" srcOrd="22" destOrd="0" presId="urn:microsoft.com/office/officeart/2005/8/layout/default#22"/>
    <dgm:cxn modelId="{E8127474-F427-4BC9-942F-6D2D9C299FC7}" type="presParOf" srcId="{7A6791C0-0B94-40B0-818F-328F23B843BE}" destId="{8E43F46D-4193-48CE-AA82-FBD8DF1549F8}" srcOrd="23" destOrd="0" presId="urn:microsoft.com/office/officeart/2005/8/layout/default#22"/>
    <dgm:cxn modelId="{94B64896-DA7F-4254-AACF-ED9908971A7B}" type="presParOf" srcId="{7A6791C0-0B94-40B0-818F-328F23B843BE}" destId="{DBB2A9D4-23A3-4E5D-8766-53AB71239A91}" srcOrd="24" destOrd="0" presId="urn:microsoft.com/office/officeart/2005/8/layout/default#22"/>
    <dgm:cxn modelId="{6CAF8B3B-2337-4D71-BD4D-27A22B554B9D}" type="presParOf" srcId="{7A6791C0-0B94-40B0-818F-328F23B843BE}" destId="{66A689E3-4C1B-4745-B35E-DDE00454975F}" srcOrd="25" destOrd="0" presId="urn:microsoft.com/office/officeart/2005/8/layout/default#22"/>
    <dgm:cxn modelId="{8C169749-8509-465D-8514-BB6D7B42E29E}" type="presParOf" srcId="{7A6791C0-0B94-40B0-818F-328F23B843BE}" destId="{CBA8EA92-B2E2-4E58-8250-3C22542722DC}" srcOrd="26" destOrd="0" presId="urn:microsoft.com/office/officeart/2005/8/layout/default#22"/>
    <dgm:cxn modelId="{F7E310A0-AA08-4426-B8D8-EBDDC98BD1A1}" type="presParOf" srcId="{7A6791C0-0B94-40B0-818F-328F23B843BE}" destId="{933A7E26-0E0C-4C55-9546-03D29771C7F3}" srcOrd="27" destOrd="0" presId="urn:microsoft.com/office/officeart/2005/8/layout/default#22"/>
    <dgm:cxn modelId="{1CC6A0E0-2FEA-4051-8B5B-1B0461B9651A}" type="presParOf" srcId="{7A6791C0-0B94-40B0-818F-328F23B843BE}" destId="{B5213E07-16AD-4FDD-A8C7-E543258B53C2}" srcOrd="28" destOrd="0" presId="urn:microsoft.com/office/officeart/2005/8/layout/default#22"/>
    <dgm:cxn modelId="{E0E6D730-F5FF-42F7-9B6E-CA4F826FA6FD}" type="presParOf" srcId="{7A6791C0-0B94-40B0-818F-328F23B843BE}" destId="{DB75E977-37E3-4B11-A864-6FBCDF3C0A55}" srcOrd="29" destOrd="0" presId="urn:microsoft.com/office/officeart/2005/8/layout/default#22"/>
    <dgm:cxn modelId="{6BA3D1C2-CF7F-42E2-909A-88FDA06C8BCF}" type="presParOf" srcId="{7A6791C0-0B94-40B0-818F-328F23B843BE}" destId="{824B1024-C61F-42BD-8E10-3BECD2965AD6}" srcOrd="30" destOrd="0" presId="urn:microsoft.com/office/officeart/2005/8/layout/default#22"/>
    <dgm:cxn modelId="{F877B58F-9C97-4D69-B98F-30E154E3B65C}" type="presParOf" srcId="{7A6791C0-0B94-40B0-818F-328F23B843BE}" destId="{0CDDDFBB-1692-4777-9866-6C6C1C66F884}" srcOrd="31" destOrd="0" presId="urn:microsoft.com/office/officeart/2005/8/layout/default#22"/>
    <dgm:cxn modelId="{13EAA308-B24E-4543-AE83-97FE7714781D}" type="presParOf" srcId="{7A6791C0-0B94-40B0-818F-328F23B843BE}" destId="{1F2F42C5-A9BA-4CA0-9E1E-0BF7BE9E9685}" srcOrd="32" destOrd="0" presId="urn:microsoft.com/office/officeart/2005/8/layout/default#22"/>
    <dgm:cxn modelId="{B681D817-DCFA-4721-8A8E-8F740A239B52}" type="presParOf" srcId="{7A6791C0-0B94-40B0-818F-328F23B843BE}" destId="{79A40851-FA82-4BF1-82B8-B8D70A97C6BF}" srcOrd="33" destOrd="0" presId="urn:microsoft.com/office/officeart/2005/8/layout/default#22"/>
    <dgm:cxn modelId="{BF7216E5-7608-4570-AC3B-6A1FD35179C7}" type="presParOf" srcId="{7A6791C0-0B94-40B0-818F-328F23B843BE}" destId="{3AE2EE11-310E-4821-8E31-EB7AB07D4C4D}" srcOrd="34" destOrd="0" presId="urn:microsoft.com/office/officeart/2005/8/layout/default#22"/>
  </dgm:cxnLst>
  <dgm:bg/>
  <dgm:whole/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6231FB9-B93D-4C7F-BAEB-CDD4FCF10482}" type="doc">
      <dgm:prSet loTypeId="urn:microsoft.com/office/officeart/2005/8/layout/hProcess4" loCatId="process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12A0C7AE-8F1A-4175-9C87-8CB492F1B2BC}">
      <dgm:prSet phldrT="[Text]"/>
      <dgm:spPr/>
      <dgm:t>
        <a:bodyPr/>
        <a:lstStyle/>
        <a:p>
          <a:r>
            <a:rPr lang="en-US" b="1" dirty="0" smtClean="0"/>
            <a:t>Create </a:t>
          </a:r>
          <a:r>
            <a:rPr lang="en-US" b="0" dirty="0" smtClean="0"/>
            <a:t>a document</a:t>
          </a:r>
          <a:endParaRPr lang="en-US" b="0" dirty="0"/>
        </a:p>
      </dgm:t>
    </dgm:pt>
    <dgm:pt modelId="{F185B89C-D6A8-45C4-9DB3-DA5D768AB882}" type="parTrans" cxnId="{68818A4B-B71F-4A3C-923C-599D19F117BC}">
      <dgm:prSet/>
      <dgm:spPr/>
      <dgm:t>
        <a:bodyPr/>
        <a:lstStyle/>
        <a:p>
          <a:endParaRPr lang="en-US"/>
        </a:p>
      </dgm:t>
    </dgm:pt>
    <dgm:pt modelId="{915CE68F-E7D8-4AE5-A27E-E2CC17C8F45B}" type="sibTrans" cxnId="{68818A4B-B71F-4A3C-923C-599D19F117BC}">
      <dgm:prSet/>
      <dgm:spPr/>
      <dgm:t>
        <a:bodyPr/>
        <a:lstStyle/>
        <a:p>
          <a:endParaRPr lang="en-US"/>
        </a:p>
      </dgm:t>
    </dgm:pt>
    <dgm:pt modelId="{9803DF47-0516-4AFB-BA56-28712C88F476}">
      <dgm:prSet phldrT="[Text]"/>
      <dgm:spPr/>
      <dgm:t>
        <a:bodyPr/>
        <a:lstStyle/>
        <a:p>
          <a:r>
            <a:rPr lang="en-US" dirty="0" smtClean="0"/>
            <a:t>Enter text and numbers</a:t>
          </a:r>
          <a:endParaRPr lang="en-US" dirty="0"/>
        </a:p>
      </dgm:t>
    </dgm:pt>
    <dgm:pt modelId="{0BAE133F-7A65-4F32-9626-5B97559856C6}" type="parTrans" cxnId="{61DA0AF3-A7C9-477A-8265-B49400F59ED5}">
      <dgm:prSet/>
      <dgm:spPr/>
      <dgm:t>
        <a:bodyPr/>
        <a:lstStyle/>
        <a:p>
          <a:endParaRPr lang="en-US"/>
        </a:p>
      </dgm:t>
    </dgm:pt>
    <dgm:pt modelId="{BB9017EF-C41D-4796-962D-394F60938E89}" type="sibTrans" cxnId="{61DA0AF3-A7C9-477A-8265-B49400F59ED5}">
      <dgm:prSet/>
      <dgm:spPr/>
      <dgm:t>
        <a:bodyPr/>
        <a:lstStyle/>
        <a:p>
          <a:endParaRPr lang="en-US"/>
        </a:p>
      </dgm:t>
    </dgm:pt>
    <dgm:pt modelId="{285264D0-BA70-4479-821B-5AAD0F51635B}">
      <dgm:prSet phldrT="[Text]"/>
      <dgm:spPr/>
      <dgm:t>
        <a:bodyPr/>
        <a:lstStyle/>
        <a:p>
          <a:r>
            <a:rPr lang="en-US" b="1" dirty="0" smtClean="0"/>
            <a:t>Edit</a:t>
          </a:r>
          <a:r>
            <a:rPr lang="en-US" b="0" dirty="0" smtClean="0"/>
            <a:t> a document</a:t>
          </a:r>
          <a:endParaRPr lang="en-US" b="1" dirty="0"/>
        </a:p>
      </dgm:t>
    </dgm:pt>
    <dgm:pt modelId="{DF74A28F-1F86-416D-8AED-CC7E37A53757}" type="parTrans" cxnId="{5271B9E9-7FC7-42E4-88D5-35E60B1CB749}">
      <dgm:prSet/>
      <dgm:spPr/>
      <dgm:t>
        <a:bodyPr/>
        <a:lstStyle/>
        <a:p>
          <a:endParaRPr lang="en-US"/>
        </a:p>
      </dgm:t>
    </dgm:pt>
    <dgm:pt modelId="{22A6DE91-BB7F-4AB3-BF59-1D8EE7B9719D}" type="sibTrans" cxnId="{5271B9E9-7FC7-42E4-88D5-35E60B1CB749}">
      <dgm:prSet/>
      <dgm:spPr/>
      <dgm:t>
        <a:bodyPr/>
        <a:lstStyle/>
        <a:p>
          <a:endParaRPr lang="en-US"/>
        </a:p>
      </dgm:t>
    </dgm:pt>
    <dgm:pt modelId="{785F7021-AA3F-4409-BF6B-2DE54527ABE1}">
      <dgm:prSet phldrT="[Text]"/>
      <dgm:spPr/>
      <dgm:t>
        <a:bodyPr/>
        <a:lstStyle/>
        <a:p>
          <a:r>
            <a:rPr lang="en-US" dirty="0" smtClean="0"/>
            <a:t>Make changes to existing content</a:t>
          </a:r>
          <a:endParaRPr lang="en-US" dirty="0"/>
        </a:p>
      </dgm:t>
    </dgm:pt>
    <dgm:pt modelId="{E6B426E8-5156-4AC7-9F58-142F9F504B1C}" type="parTrans" cxnId="{9C3FF9CB-2B07-4ED9-9215-497D16DB9C46}">
      <dgm:prSet/>
      <dgm:spPr/>
      <dgm:t>
        <a:bodyPr/>
        <a:lstStyle/>
        <a:p>
          <a:endParaRPr lang="en-US"/>
        </a:p>
      </dgm:t>
    </dgm:pt>
    <dgm:pt modelId="{1BA92F93-D03D-472E-BB55-DF948BA15F46}" type="sibTrans" cxnId="{9C3FF9CB-2B07-4ED9-9215-497D16DB9C46}">
      <dgm:prSet/>
      <dgm:spPr/>
      <dgm:t>
        <a:bodyPr/>
        <a:lstStyle/>
        <a:p>
          <a:endParaRPr lang="en-US"/>
        </a:p>
      </dgm:t>
    </dgm:pt>
    <dgm:pt modelId="{40C95A57-0645-4180-8BE6-2E76B1182B32}">
      <dgm:prSet phldrT="[Text]"/>
      <dgm:spPr/>
      <dgm:t>
        <a:bodyPr/>
        <a:lstStyle/>
        <a:p>
          <a:r>
            <a:rPr lang="en-US" b="1" dirty="0" smtClean="0"/>
            <a:t>Format</a:t>
          </a:r>
          <a:r>
            <a:rPr lang="en-US" b="0" dirty="0" smtClean="0"/>
            <a:t> a document</a:t>
          </a:r>
          <a:endParaRPr lang="en-US" b="1" dirty="0"/>
        </a:p>
      </dgm:t>
    </dgm:pt>
    <dgm:pt modelId="{7D07F15F-7C58-4B20-B888-955CF00688B4}" type="parTrans" cxnId="{3609E2E3-8F41-4FC2-8627-123BECE2C377}">
      <dgm:prSet/>
      <dgm:spPr/>
      <dgm:t>
        <a:bodyPr/>
        <a:lstStyle/>
        <a:p>
          <a:endParaRPr lang="en-US"/>
        </a:p>
      </dgm:t>
    </dgm:pt>
    <dgm:pt modelId="{851368FD-EE8B-42E1-9ADE-300364D35D94}" type="sibTrans" cxnId="{3609E2E3-8F41-4FC2-8627-123BECE2C377}">
      <dgm:prSet/>
      <dgm:spPr/>
      <dgm:t>
        <a:bodyPr/>
        <a:lstStyle/>
        <a:p>
          <a:endParaRPr lang="en-US"/>
        </a:p>
      </dgm:t>
    </dgm:pt>
    <dgm:pt modelId="{A59371B7-145C-4E78-AF8C-0E79FF854689}">
      <dgm:prSet phldrT="[Text]"/>
      <dgm:spPr/>
      <dgm:t>
        <a:bodyPr/>
        <a:lstStyle/>
        <a:p>
          <a:r>
            <a:rPr lang="en-US" dirty="0" smtClean="0"/>
            <a:t>Change appearance</a:t>
          </a:r>
          <a:endParaRPr lang="en-US" dirty="0"/>
        </a:p>
      </dgm:t>
    </dgm:pt>
    <dgm:pt modelId="{8EDA7695-4B51-4F20-9985-2D79EADD8560}" type="parTrans" cxnId="{BD17B1DF-9DB3-4110-A719-30063EFC00BB}">
      <dgm:prSet/>
      <dgm:spPr/>
      <dgm:t>
        <a:bodyPr/>
        <a:lstStyle/>
        <a:p>
          <a:endParaRPr lang="en-US"/>
        </a:p>
      </dgm:t>
    </dgm:pt>
    <dgm:pt modelId="{858B1358-371D-4423-923E-7E83B1573A62}" type="sibTrans" cxnId="{BD17B1DF-9DB3-4110-A719-30063EFC00BB}">
      <dgm:prSet/>
      <dgm:spPr/>
      <dgm:t>
        <a:bodyPr/>
        <a:lstStyle/>
        <a:p>
          <a:endParaRPr lang="en-US"/>
        </a:p>
      </dgm:t>
    </dgm:pt>
    <dgm:pt modelId="{A57983D7-EEA3-4390-8403-A4E42C366ECE}">
      <dgm:prSet phldrT="[Text]"/>
      <dgm:spPr/>
      <dgm:t>
        <a:bodyPr/>
        <a:lstStyle/>
        <a:p>
          <a:r>
            <a:rPr lang="en-US" dirty="0" smtClean="0"/>
            <a:t>Insert images</a:t>
          </a:r>
          <a:endParaRPr lang="en-US" dirty="0"/>
        </a:p>
      </dgm:t>
    </dgm:pt>
    <dgm:pt modelId="{2AE90DB1-FF23-4C4B-90E0-6763289590C2}" type="parTrans" cxnId="{8F473D45-F62B-4CC3-8A9D-84C4B45CF9EB}">
      <dgm:prSet/>
      <dgm:spPr/>
      <dgm:t>
        <a:bodyPr/>
        <a:lstStyle/>
        <a:p>
          <a:endParaRPr lang="en-US"/>
        </a:p>
      </dgm:t>
    </dgm:pt>
    <dgm:pt modelId="{2655EB27-87DF-4BB6-997D-DC48B3943EC0}" type="sibTrans" cxnId="{8F473D45-F62B-4CC3-8A9D-84C4B45CF9EB}">
      <dgm:prSet/>
      <dgm:spPr/>
      <dgm:t>
        <a:bodyPr/>
        <a:lstStyle/>
        <a:p>
          <a:endParaRPr lang="en-US"/>
        </a:p>
      </dgm:t>
    </dgm:pt>
    <dgm:pt modelId="{9F3E4C0B-9A7F-45C2-8679-EA80F38D4270}">
      <dgm:prSet phldrT="[Text]"/>
      <dgm:spPr/>
      <dgm:t>
        <a:bodyPr/>
        <a:lstStyle/>
        <a:p>
          <a:r>
            <a:rPr lang="en-US" dirty="0" smtClean="0"/>
            <a:t>Perform other tasks</a:t>
          </a:r>
          <a:endParaRPr lang="en-US" dirty="0"/>
        </a:p>
      </dgm:t>
    </dgm:pt>
    <dgm:pt modelId="{718318EB-0CB9-44D1-95BF-09B6EAB43C6F}" type="parTrans" cxnId="{6040E1E8-2B6A-4F4D-96D9-861F5F6FC0FC}">
      <dgm:prSet/>
      <dgm:spPr/>
      <dgm:t>
        <a:bodyPr/>
        <a:lstStyle/>
        <a:p>
          <a:endParaRPr lang="en-US"/>
        </a:p>
      </dgm:t>
    </dgm:pt>
    <dgm:pt modelId="{FE0A60FC-4E86-40E0-B92B-216BA5800DBC}" type="sibTrans" cxnId="{6040E1E8-2B6A-4F4D-96D9-861F5F6FC0FC}">
      <dgm:prSet/>
      <dgm:spPr/>
      <dgm:t>
        <a:bodyPr/>
        <a:lstStyle/>
        <a:p>
          <a:endParaRPr lang="en-US"/>
        </a:p>
      </dgm:t>
    </dgm:pt>
    <dgm:pt modelId="{347C9391-F25D-494F-B4B4-655EB44538C5}">
      <dgm:prSet phldrT="[Text]"/>
      <dgm:spPr/>
      <dgm:t>
        <a:bodyPr/>
        <a:lstStyle/>
        <a:p>
          <a:r>
            <a:rPr lang="en-US" dirty="0" smtClean="0"/>
            <a:t>Inserting, deleting, cutting, copying, and pasting</a:t>
          </a:r>
          <a:endParaRPr lang="en-US" dirty="0"/>
        </a:p>
      </dgm:t>
    </dgm:pt>
    <dgm:pt modelId="{0D87B2AF-C223-4B6E-BEEE-EB69C5D5744B}" type="parTrans" cxnId="{9D0C384D-CE08-45E5-8140-0B3AD686443C}">
      <dgm:prSet/>
      <dgm:spPr/>
      <dgm:t>
        <a:bodyPr/>
        <a:lstStyle/>
        <a:p>
          <a:endParaRPr lang="en-US"/>
        </a:p>
      </dgm:t>
    </dgm:pt>
    <dgm:pt modelId="{B9DCDCEB-BA2F-462F-9A9B-679D42AB1B59}" type="sibTrans" cxnId="{9D0C384D-CE08-45E5-8140-0B3AD686443C}">
      <dgm:prSet/>
      <dgm:spPr/>
      <dgm:t>
        <a:bodyPr/>
        <a:lstStyle/>
        <a:p>
          <a:endParaRPr lang="en-US"/>
        </a:p>
      </dgm:t>
    </dgm:pt>
    <dgm:pt modelId="{BB9A78A5-CC8B-48F4-874F-F4268F504C3D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Font</a:t>
          </a:r>
          <a:endParaRPr lang="en-US" b="1" dirty="0">
            <a:solidFill>
              <a:srgbClr val="67588E"/>
            </a:solidFill>
          </a:endParaRPr>
        </a:p>
      </dgm:t>
    </dgm:pt>
    <dgm:pt modelId="{3D168FA4-1F5B-4B89-AB37-92FCEB0D047C}" type="parTrans" cxnId="{FB558FC2-A776-4546-8583-F2D13279EB2E}">
      <dgm:prSet/>
      <dgm:spPr/>
      <dgm:t>
        <a:bodyPr/>
        <a:lstStyle/>
        <a:p>
          <a:endParaRPr lang="en-US"/>
        </a:p>
      </dgm:t>
    </dgm:pt>
    <dgm:pt modelId="{5EA62769-C1E1-4F08-B5FF-062F50FC7AC2}" type="sibTrans" cxnId="{FB558FC2-A776-4546-8583-F2D13279EB2E}">
      <dgm:prSet/>
      <dgm:spPr/>
      <dgm:t>
        <a:bodyPr/>
        <a:lstStyle/>
        <a:p>
          <a:endParaRPr lang="en-US"/>
        </a:p>
      </dgm:t>
    </dgm:pt>
    <dgm:pt modelId="{5BC185E7-4E3B-48AC-ACED-A390F119B585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Font size</a:t>
          </a:r>
          <a:endParaRPr lang="en-US" b="1" dirty="0">
            <a:solidFill>
              <a:srgbClr val="67588E"/>
            </a:solidFill>
          </a:endParaRPr>
        </a:p>
      </dgm:t>
    </dgm:pt>
    <dgm:pt modelId="{298D3E8C-34C2-41F3-9F4C-97A5C01E4115}" type="parTrans" cxnId="{FC4C46E1-427A-4715-93E8-C8F96FEE51DE}">
      <dgm:prSet/>
      <dgm:spPr/>
      <dgm:t>
        <a:bodyPr/>
        <a:lstStyle/>
        <a:p>
          <a:endParaRPr lang="en-US"/>
        </a:p>
      </dgm:t>
    </dgm:pt>
    <dgm:pt modelId="{040D36E0-9A75-4B97-B274-FD28BBFFB909}" type="sibTrans" cxnId="{FC4C46E1-427A-4715-93E8-C8F96FEE51DE}">
      <dgm:prSet/>
      <dgm:spPr/>
      <dgm:t>
        <a:bodyPr/>
        <a:lstStyle/>
        <a:p>
          <a:endParaRPr lang="en-US"/>
        </a:p>
      </dgm:t>
    </dgm:pt>
    <dgm:pt modelId="{A1A328C3-ECAD-4DE9-846E-05227D90C85B}" type="pres">
      <dgm:prSet presAssocID="{F6231FB9-B93D-4C7F-BAEB-CDD4FCF10482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6FD6904-D9A9-43A2-9EF3-F46A093D6559}" type="pres">
      <dgm:prSet presAssocID="{F6231FB9-B93D-4C7F-BAEB-CDD4FCF10482}" presName="tSp" presStyleCnt="0"/>
      <dgm:spPr/>
    </dgm:pt>
    <dgm:pt modelId="{2F9DCB2A-B7BD-4AB4-9405-6207126A2FAD}" type="pres">
      <dgm:prSet presAssocID="{F6231FB9-B93D-4C7F-BAEB-CDD4FCF10482}" presName="bSp" presStyleCnt="0"/>
      <dgm:spPr/>
    </dgm:pt>
    <dgm:pt modelId="{3CCCAEEE-22DB-4755-A2B1-205387BADBDA}" type="pres">
      <dgm:prSet presAssocID="{F6231FB9-B93D-4C7F-BAEB-CDD4FCF10482}" presName="process" presStyleCnt="0"/>
      <dgm:spPr/>
    </dgm:pt>
    <dgm:pt modelId="{40E3E709-FCDC-4110-87BC-DE3196F34A27}" type="pres">
      <dgm:prSet presAssocID="{12A0C7AE-8F1A-4175-9C87-8CB492F1B2BC}" presName="composite1" presStyleCnt="0"/>
      <dgm:spPr/>
    </dgm:pt>
    <dgm:pt modelId="{019F917F-D8F3-4380-B0BF-F2011C336EBF}" type="pres">
      <dgm:prSet presAssocID="{12A0C7AE-8F1A-4175-9C87-8CB492F1B2BC}" presName="dummyNode1" presStyleLbl="node1" presStyleIdx="0" presStyleCnt="3"/>
      <dgm:spPr/>
    </dgm:pt>
    <dgm:pt modelId="{1183C1CC-DF47-45BB-AED8-9F6EE878758B}" type="pres">
      <dgm:prSet presAssocID="{12A0C7AE-8F1A-4175-9C87-8CB492F1B2BC}" presName="childNode1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92721F-47FB-4E31-A9CA-C08E0B9E0BDE}" type="pres">
      <dgm:prSet presAssocID="{12A0C7AE-8F1A-4175-9C87-8CB492F1B2BC}" presName="childNode1tx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60DC55-B921-4FC0-80C6-9D347831BFA2}" type="pres">
      <dgm:prSet presAssocID="{12A0C7AE-8F1A-4175-9C87-8CB492F1B2BC}" presName="parentNode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6C07C0-10AD-411B-B987-B0477A31C14D}" type="pres">
      <dgm:prSet presAssocID="{12A0C7AE-8F1A-4175-9C87-8CB492F1B2BC}" presName="connSite1" presStyleCnt="0"/>
      <dgm:spPr/>
    </dgm:pt>
    <dgm:pt modelId="{8243287E-C9A8-4705-9F97-4A6FEBAC7379}" type="pres">
      <dgm:prSet presAssocID="{915CE68F-E7D8-4AE5-A27E-E2CC17C8F45B}" presName="Name9" presStyleLbl="sibTrans2D1" presStyleIdx="0" presStyleCnt="2"/>
      <dgm:spPr/>
      <dgm:t>
        <a:bodyPr/>
        <a:lstStyle/>
        <a:p>
          <a:endParaRPr lang="en-US"/>
        </a:p>
      </dgm:t>
    </dgm:pt>
    <dgm:pt modelId="{CEC87A1A-CB09-4C8A-81AE-61E136895AA7}" type="pres">
      <dgm:prSet presAssocID="{285264D0-BA70-4479-821B-5AAD0F51635B}" presName="composite2" presStyleCnt="0"/>
      <dgm:spPr/>
    </dgm:pt>
    <dgm:pt modelId="{8B8AC17E-7F57-4295-BD37-30C6F015FACA}" type="pres">
      <dgm:prSet presAssocID="{285264D0-BA70-4479-821B-5AAD0F51635B}" presName="dummyNode2" presStyleLbl="node1" presStyleIdx="0" presStyleCnt="3"/>
      <dgm:spPr/>
    </dgm:pt>
    <dgm:pt modelId="{69A47480-36EE-48B8-831D-BD50F7192436}" type="pres">
      <dgm:prSet presAssocID="{285264D0-BA70-4479-821B-5AAD0F51635B}" presName="childNode2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EFF52C-8478-4115-8485-5B68E004F30F}" type="pres">
      <dgm:prSet presAssocID="{285264D0-BA70-4479-821B-5AAD0F51635B}" presName="childNode2tx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4D3815-7BEA-40A7-94E1-0A0BF1724D7A}" type="pres">
      <dgm:prSet presAssocID="{285264D0-BA70-4479-821B-5AAD0F51635B}" presName="parentNode2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8E3E8E-DE24-4191-8664-835A307ED04D}" type="pres">
      <dgm:prSet presAssocID="{285264D0-BA70-4479-821B-5AAD0F51635B}" presName="connSite2" presStyleCnt="0"/>
      <dgm:spPr/>
    </dgm:pt>
    <dgm:pt modelId="{77C02592-DFFB-4E0A-9CF0-8DFC93EB7408}" type="pres">
      <dgm:prSet presAssocID="{22A6DE91-BB7F-4AB3-BF59-1D8EE7B9719D}" presName="Name18" presStyleLbl="sibTrans2D1" presStyleIdx="1" presStyleCnt="2"/>
      <dgm:spPr/>
      <dgm:t>
        <a:bodyPr/>
        <a:lstStyle/>
        <a:p>
          <a:endParaRPr lang="en-US"/>
        </a:p>
      </dgm:t>
    </dgm:pt>
    <dgm:pt modelId="{47537325-2137-452D-8702-6C268FB6F77A}" type="pres">
      <dgm:prSet presAssocID="{40C95A57-0645-4180-8BE6-2E76B1182B32}" presName="composite1" presStyleCnt="0"/>
      <dgm:spPr/>
    </dgm:pt>
    <dgm:pt modelId="{B718AC9B-DEDE-40BE-96AA-6F985F8007B5}" type="pres">
      <dgm:prSet presAssocID="{40C95A57-0645-4180-8BE6-2E76B1182B32}" presName="dummyNode1" presStyleLbl="node1" presStyleIdx="1" presStyleCnt="3"/>
      <dgm:spPr/>
    </dgm:pt>
    <dgm:pt modelId="{4E878BEE-A6AC-400A-9587-DF56C68F2954}" type="pres">
      <dgm:prSet presAssocID="{40C95A57-0645-4180-8BE6-2E76B1182B32}" presName="childNode1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6704C9-DE4B-4673-B4F2-C9ABA1E19522}" type="pres">
      <dgm:prSet presAssocID="{40C95A57-0645-4180-8BE6-2E76B1182B32}" presName="childNode1tx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8C6998-4FF7-47E2-96BD-DF8CC456C747}" type="pres">
      <dgm:prSet presAssocID="{40C95A57-0645-4180-8BE6-2E76B1182B32}" presName="parentNode1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C5DB3E-7A16-433D-8731-5B268DB8BD18}" type="pres">
      <dgm:prSet presAssocID="{40C95A57-0645-4180-8BE6-2E76B1182B32}" presName="connSite1" presStyleCnt="0"/>
      <dgm:spPr/>
    </dgm:pt>
  </dgm:ptLst>
  <dgm:cxnLst>
    <dgm:cxn modelId="{43A120AB-B7B7-496D-8688-620F650A2B24}" type="presOf" srcId="{A59371B7-145C-4E78-AF8C-0E79FF854689}" destId="{4E878BEE-A6AC-400A-9587-DF56C68F2954}" srcOrd="0" destOrd="0" presId="urn:microsoft.com/office/officeart/2005/8/layout/hProcess4"/>
    <dgm:cxn modelId="{61DA0AF3-A7C9-477A-8265-B49400F59ED5}" srcId="{12A0C7AE-8F1A-4175-9C87-8CB492F1B2BC}" destId="{9803DF47-0516-4AFB-BA56-28712C88F476}" srcOrd="0" destOrd="0" parTransId="{0BAE133F-7A65-4F32-9626-5B97559856C6}" sibTransId="{BB9017EF-C41D-4796-962D-394F60938E89}"/>
    <dgm:cxn modelId="{8F473D45-F62B-4CC3-8A9D-84C4B45CF9EB}" srcId="{12A0C7AE-8F1A-4175-9C87-8CB492F1B2BC}" destId="{A57983D7-EEA3-4390-8403-A4E42C366ECE}" srcOrd="1" destOrd="0" parTransId="{2AE90DB1-FF23-4C4B-90E0-6763289590C2}" sibTransId="{2655EB27-87DF-4BB6-997D-DC48B3943EC0}"/>
    <dgm:cxn modelId="{6040E1E8-2B6A-4F4D-96D9-861F5F6FC0FC}" srcId="{12A0C7AE-8F1A-4175-9C87-8CB492F1B2BC}" destId="{9F3E4C0B-9A7F-45C2-8679-EA80F38D4270}" srcOrd="2" destOrd="0" parTransId="{718318EB-0CB9-44D1-95BF-09B6EAB43C6F}" sibTransId="{FE0A60FC-4E86-40E0-B92B-216BA5800DBC}"/>
    <dgm:cxn modelId="{89DB4177-EFF9-4E20-A4B3-4CADFE8E10C1}" type="presOf" srcId="{BB9A78A5-CC8B-48F4-874F-F4268F504C3D}" destId="{4E878BEE-A6AC-400A-9587-DF56C68F2954}" srcOrd="0" destOrd="1" presId="urn:microsoft.com/office/officeart/2005/8/layout/hProcess4"/>
    <dgm:cxn modelId="{4AB04BD2-BFE2-4E23-9B77-B144D48FA5A6}" type="presOf" srcId="{9F3E4C0B-9A7F-45C2-8679-EA80F38D4270}" destId="{6492721F-47FB-4E31-A9CA-C08E0B9E0BDE}" srcOrd="1" destOrd="2" presId="urn:microsoft.com/office/officeart/2005/8/layout/hProcess4"/>
    <dgm:cxn modelId="{47E5E1FA-22FF-4805-9E9D-9EF411A4DFC0}" type="presOf" srcId="{BB9A78A5-CC8B-48F4-874F-F4268F504C3D}" destId="{AC6704C9-DE4B-4673-B4F2-C9ABA1E19522}" srcOrd="1" destOrd="1" presId="urn:microsoft.com/office/officeart/2005/8/layout/hProcess4"/>
    <dgm:cxn modelId="{7E3AF333-0F56-44FF-A84C-39B21DC83903}" type="presOf" srcId="{785F7021-AA3F-4409-BF6B-2DE54527ABE1}" destId="{1FEFF52C-8478-4115-8485-5B68E004F30F}" srcOrd="1" destOrd="0" presId="urn:microsoft.com/office/officeart/2005/8/layout/hProcess4"/>
    <dgm:cxn modelId="{7DD6273D-2F05-4E55-B086-706241B31073}" type="presOf" srcId="{915CE68F-E7D8-4AE5-A27E-E2CC17C8F45B}" destId="{8243287E-C9A8-4705-9F97-4A6FEBAC7379}" srcOrd="0" destOrd="0" presId="urn:microsoft.com/office/officeart/2005/8/layout/hProcess4"/>
    <dgm:cxn modelId="{FC4C46E1-427A-4715-93E8-C8F96FEE51DE}" srcId="{A59371B7-145C-4E78-AF8C-0E79FF854689}" destId="{5BC185E7-4E3B-48AC-ACED-A390F119B585}" srcOrd="1" destOrd="0" parTransId="{298D3E8C-34C2-41F3-9F4C-97A5C01E4115}" sibTransId="{040D36E0-9A75-4B97-B274-FD28BBFFB909}"/>
    <dgm:cxn modelId="{9A306637-C2FB-4D44-A72B-98226A5A2E2B}" type="presOf" srcId="{285264D0-BA70-4479-821B-5AAD0F51635B}" destId="{EF4D3815-7BEA-40A7-94E1-0A0BF1724D7A}" srcOrd="0" destOrd="0" presId="urn:microsoft.com/office/officeart/2005/8/layout/hProcess4"/>
    <dgm:cxn modelId="{68818A4B-B71F-4A3C-923C-599D19F117BC}" srcId="{F6231FB9-B93D-4C7F-BAEB-CDD4FCF10482}" destId="{12A0C7AE-8F1A-4175-9C87-8CB492F1B2BC}" srcOrd="0" destOrd="0" parTransId="{F185B89C-D6A8-45C4-9DB3-DA5D768AB882}" sibTransId="{915CE68F-E7D8-4AE5-A27E-E2CC17C8F45B}"/>
    <dgm:cxn modelId="{565B5B97-36CF-47FA-81C6-EC55B2975B5C}" type="presOf" srcId="{347C9391-F25D-494F-B4B4-655EB44538C5}" destId="{69A47480-36EE-48B8-831D-BD50F7192436}" srcOrd="0" destOrd="1" presId="urn:microsoft.com/office/officeart/2005/8/layout/hProcess4"/>
    <dgm:cxn modelId="{5271B9E9-7FC7-42E4-88D5-35E60B1CB749}" srcId="{F6231FB9-B93D-4C7F-BAEB-CDD4FCF10482}" destId="{285264D0-BA70-4479-821B-5AAD0F51635B}" srcOrd="1" destOrd="0" parTransId="{DF74A28F-1F86-416D-8AED-CC7E37A53757}" sibTransId="{22A6DE91-BB7F-4AB3-BF59-1D8EE7B9719D}"/>
    <dgm:cxn modelId="{C9F100C3-7F5B-41C0-94E1-B6C873625956}" type="presOf" srcId="{9803DF47-0516-4AFB-BA56-28712C88F476}" destId="{6492721F-47FB-4E31-A9CA-C08E0B9E0BDE}" srcOrd="1" destOrd="0" presId="urn:microsoft.com/office/officeart/2005/8/layout/hProcess4"/>
    <dgm:cxn modelId="{2E1F399F-503F-4F20-A82A-14A0E433AB52}" type="presOf" srcId="{F6231FB9-B93D-4C7F-BAEB-CDD4FCF10482}" destId="{A1A328C3-ECAD-4DE9-846E-05227D90C85B}" srcOrd="0" destOrd="0" presId="urn:microsoft.com/office/officeart/2005/8/layout/hProcess4"/>
    <dgm:cxn modelId="{FF8BBF40-1C83-4DD5-8957-CC8174BBFE42}" type="presOf" srcId="{9F3E4C0B-9A7F-45C2-8679-EA80F38D4270}" destId="{1183C1CC-DF47-45BB-AED8-9F6EE878758B}" srcOrd="0" destOrd="2" presId="urn:microsoft.com/office/officeart/2005/8/layout/hProcess4"/>
    <dgm:cxn modelId="{9C3FF9CB-2B07-4ED9-9215-497D16DB9C46}" srcId="{285264D0-BA70-4479-821B-5AAD0F51635B}" destId="{785F7021-AA3F-4409-BF6B-2DE54527ABE1}" srcOrd="0" destOrd="0" parTransId="{E6B426E8-5156-4AC7-9F58-142F9F504B1C}" sibTransId="{1BA92F93-D03D-472E-BB55-DF948BA15F46}"/>
    <dgm:cxn modelId="{3609E2E3-8F41-4FC2-8627-123BECE2C377}" srcId="{F6231FB9-B93D-4C7F-BAEB-CDD4FCF10482}" destId="{40C95A57-0645-4180-8BE6-2E76B1182B32}" srcOrd="2" destOrd="0" parTransId="{7D07F15F-7C58-4B20-B888-955CF00688B4}" sibTransId="{851368FD-EE8B-42E1-9ADE-300364D35D94}"/>
    <dgm:cxn modelId="{96BD1F62-7F4B-4F67-87F2-EB78C60403E3}" type="presOf" srcId="{22A6DE91-BB7F-4AB3-BF59-1D8EE7B9719D}" destId="{77C02592-DFFB-4E0A-9CF0-8DFC93EB7408}" srcOrd="0" destOrd="0" presId="urn:microsoft.com/office/officeart/2005/8/layout/hProcess4"/>
    <dgm:cxn modelId="{DBE147BB-15C1-4970-9D83-C6EA27973F2E}" type="presOf" srcId="{9803DF47-0516-4AFB-BA56-28712C88F476}" destId="{1183C1CC-DF47-45BB-AED8-9F6EE878758B}" srcOrd="0" destOrd="0" presId="urn:microsoft.com/office/officeart/2005/8/layout/hProcess4"/>
    <dgm:cxn modelId="{EA2193FA-ECBE-413D-8126-2E0B4B25185B}" type="presOf" srcId="{A59371B7-145C-4E78-AF8C-0E79FF854689}" destId="{AC6704C9-DE4B-4673-B4F2-C9ABA1E19522}" srcOrd="1" destOrd="0" presId="urn:microsoft.com/office/officeart/2005/8/layout/hProcess4"/>
    <dgm:cxn modelId="{4E07DAED-3A7E-499E-BAAC-FA86B90F061F}" type="presOf" srcId="{40C95A57-0645-4180-8BE6-2E76B1182B32}" destId="{1E8C6998-4FF7-47E2-96BD-DF8CC456C747}" srcOrd="0" destOrd="0" presId="urn:microsoft.com/office/officeart/2005/8/layout/hProcess4"/>
    <dgm:cxn modelId="{91271B7B-488B-4025-875E-1BF61A317973}" type="presOf" srcId="{A57983D7-EEA3-4390-8403-A4E42C366ECE}" destId="{1183C1CC-DF47-45BB-AED8-9F6EE878758B}" srcOrd="0" destOrd="1" presId="urn:microsoft.com/office/officeart/2005/8/layout/hProcess4"/>
    <dgm:cxn modelId="{45658870-56B0-4F4C-A361-43B59E26555A}" type="presOf" srcId="{12A0C7AE-8F1A-4175-9C87-8CB492F1B2BC}" destId="{1560DC55-B921-4FC0-80C6-9D347831BFA2}" srcOrd="0" destOrd="0" presId="urn:microsoft.com/office/officeart/2005/8/layout/hProcess4"/>
    <dgm:cxn modelId="{57A1EA4A-8523-4A9A-A89C-A910954A052C}" type="presOf" srcId="{785F7021-AA3F-4409-BF6B-2DE54527ABE1}" destId="{69A47480-36EE-48B8-831D-BD50F7192436}" srcOrd="0" destOrd="0" presId="urn:microsoft.com/office/officeart/2005/8/layout/hProcess4"/>
    <dgm:cxn modelId="{ABDAAF3C-DEFC-41A9-8C69-EE20A76E5A5E}" type="presOf" srcId="{347C9391-F25D-494F-B4B4-655EB44538C5}" destId="{1FEFF52C-8478-4115-8485-5B68E004F30F}" srcOrd="1" destOrd="1" presId="urn:microsoft.com/office/officeart/2005/8/layout/hProcess4"/>
    <dgm:cxn modelId="{9D0C384D-CE08-45E5-8140-0B3AD686443C}" srcId="{285264D0-BA70-4479-821B-5AAD0F51635B}" destId="{347C9391-F25D-494F-B4B4-655EB44538C5}" srcOrd="1" destOrd="0" parTransId="{0D87B2AF-C223-4B6E-BEEE-EB69C5D5744B}" sibTransId="{B9DCDCEB-BA2F-462F-9A9B-679D42AB1B59}"/>
    <dgm:cxn modelId="{93C3496A-118C-49DB-AD01-F4FFA19CFB94}" type="presOf" srcId="{A57983D7-EEA3-4390-8403-A4E42C366ECE}" destId="{6492721F-47FB-4E31-A9CA-C08E0B9E0BDE}" srcOrd="1" destOrd="1" presId="urn:microsoft.com/office/officeart/2005/8/layout/hProcess4"/>
    <dgm:cxn modelId="{BD17B1DF-9DB3-4110-A719-30063EFC00BB}" srcId="{40C95A57-0645-4180-8BE6-2E76B1182B32}" destId="{A59371B7-145C-4E78-AF8C-0E79FF854689}" srcOrd="0" destOrd="0" parTransId="{8EDA7695-4B51-4F20-9985-2D79EADD8560}" sibTransId="{858B1358-371D-4423-923E-7E83B1573A62}"/>
    <dgm:cxn modelId="{2D30BA2A-6F70-4311-9836-B0B871FC8C35}" type="presOf" srcId="{5BC185E7-4E3B-48AC-ACED-A390F119B585}" destId="{AC6704C9-DE4B-4673-B4F2-C9ABA1E19522}" srcOrd="1" destOrd="2" presId="urn:microsoft.com/office/officeart/2005/8/layout/hProcess4"/>
    <dgm:cxn modelId="{FB558FC2-A776-4546-8583-F2D13279EB2E}" srcId="{A59371B7-145C-4E78-AF8C-0E79FF854689}" destId="{BB9A78A5-CC8B-48F4-874F-F4268F504C3D}" srcOrd="0" destOrd="0" parTransId="{3D168FA4-1F5B-4B89-AB37-92FCEB0D047C}" sibTransId="{5EA62769-C1E1-4F08-B5FF-062F50FC7AC2}"/>
    <dgm:cxn modelId="{DCBADEF7-8077-4499-80CA-EF63DDEF4210}" type="presOf" srcId="{5BC185E7-4E3B-48AC-ACED-A390F119B585}" destId="{4E878BEE-A6AC-400A-9587-DF56C68F2954}" srcOrd="0" destOrd="2" presId="urn:microsoft.com/office/officeart/2005/8/layout/hProcess4"/>
    <dgm:cxn modelId="{71A33B03-1D35-4264-845F-058EF9455620}" type="presParOf" srcId="{A1A328C3-ECAD-4DE9-846E-05227D90C85B}" destId="{16FD6904-D9A9-43A2-9EF3-F46A093D6559}" srcOrd="0" destOrd="0" presId="urn:microsoft.com/office/officeart/2005/8/layout/hProcess4"/>
    <dgm:cxn modelId="{10C60718-2D20-4CCE-83A5-17090E0EDF4C}" type="presParOf" srcId="{A1A328C3-ECAD-4DE9-846E-05227D90C85B}" destId="{2F9DCB2A-B7BD-4AB4-9405-6207126A2FAD}" srcOrd="1" destOrd="0" presId="urn:microsoft.com/office/officeart/2005/8/layout/hProcess4"/>
    <dgm:cxn modelId="{77AF047B-FB0D-437E-A405-0AEA5DD5FE60}" type="presParOf" srcId="{A1A328C3-ECAD-4DE9-846E-05227D90C85B}" destId="{3CCCAEEE-22DB-4755-A2B1-205387BADBDA}" srcOrd="2" destOrd="0" presId="urn:microsoft.com/office/officeart/2005/8/layout/hProcess4"/>
    <dgm:cxn modelId="{F1B5C971-7742-4AA4-A24A-CCB2746B16F9}" type="presParOf" srcId="{3CCCAEEE-22DB-4755-A2B1-205387BADBDA}" destId="{40E3E709-FCDC-4110-87BC-DE3196F34A27}" srcOrd="0" destOrd="0" presId="urn:microsoft.com/office/officeart/2005/8/layout/hProcess4"/>
    <dgm:cxn modelId="{6A00AF9A-4266-461B-ADA2-5BB904B95257}" type="presParOf" srcId="{40E3E709-FCDC-4110-87BC-DE3196F34A27}" destId="{019F917F-D8F3-4380-B0BF-F2011C336EBF}" srcOrd="0" destOrd="0" presId="urn:microsoft.com/office/officeart/2005/8/layout/hProcess4"/>
    <dgm:cxn modelId="{26D22B0F-60D8-46C7-9F17-012F16907DE7}" type="presParOf" srcId="{40E3E709-FCDC-4110-87BC-DE3196F34A27}" destId="{1183C1CC-DF47-45BB-AED8-9F6EE878758B}" srcOrd="1" destOrd="0" presId="urn:microsoft.com/office/officeart/2005/8/layout/hProcess4"/>
    <dgm:cxn modelId="{868D17D3-F8C2-47DB-81B5-63B08B0FA857}" type="presParOf" srcId="{40E3E709-FCDC-4110-87BC-DE3196F34A27}" destId="{6492721F-47FB-4E31-A9CA-C08E0B9E0BDE}" srcOrd="2" destOrd="0" presId="urn:microsoft.com/office/officeart/2005/8/layout/hProcess4"/>
    <dgm:cxn modelId="{BC960389-C2D3-4CBB-80D1-ED4B6A80DDFD}" type="presParOf" srcId="{40E3E709-FCDC-4110-87BC-DE3196F34A27}" destId="{1560DC55-B921-4FC0-80C6-9D347831BFA2}" srcOrd="3" destOrd="0" presId="urn:microsoft.com/office/officeart/2005/8/layout/hProcess4"/>
    <dgm:cxn modelId="{B5CA8C17-E96B-4222-A68C-7585A2850596}" type="presParOf" srcId="{40E3E709-FCDC-4110-87BC-DE3196F34A27}" destId="{F36C07C0-10AD-411B-B987-B0477A31C14D}" srcOrd="4" destOrd="0" presId="urn:microsoft.com/office/officeart/2005/8/layout/hProcess4"/>
    <dgm:cxn modelId="{EADCE03E-69D3-42C4-B44A-865DEFAB0F32}" type="presParOf" srcId="{3CCCAEEE-22DB-4755-A2B1-205387BADBDA}" destId="{8243287E-C9A8-4705-9F97-4A6FEBAC7379}" srcOrd="1" destOrd="0" presId="urn:microsoft.com/office/officeart/2005/8/layout/hProcess4"/>
    <dgm:cxn modelId="{8F87E143-3A52-4DD1-8BFF-B0D734B96E34}" type="presParOf" srcId="{3CCCAEEE-22DB-4755-A2B1-205387BADBDA}" destId="{CEC87A1A-CB09-4C8A-81AE-61E136895AA7}" srcOrd="2" destOrd="0" presId="urn:microsoft.com/office/officeart/2005/8/layout/hProcess4"/>
    <dgm:cxn modelId="{3407CC11-3822-4185-A1B6-853003D2D264}" type="presParOf" srcId="{CEC87A1A-CB09-4C8A-81AE-61E136895AA7}" destId="{8B8AC17E-7F57-4295-BD37-30C6F015FACA}" srcOrd="0" destOrd="0" presId="urn:microsoft.com/office/officeart/2005/8/layout/hProcess4"/>
    <dgm:cxn modelId="{D86B82FE-54A8-4235-A577-25A7A3E83A83}" type="presParOf" srcId="{CEC87A1A-CB09-4C8A-81AE-61E136895AA7}" destId="{69A47480-36EE-48B8-831D-BD50F7192436}" srcOrd="1" destOrd="0" presId="urn:microsoft.com/office/officeart/2005/8/layout/hProcess4"/>
    <dgm:cxn modelId="{143C45B7-59CA-4289-AFB4-5F8DB3D3FC63}" type="presParOf" srcId="{CEC87A1A-CB09-4C8A-81AE-61E136895AA7}" destId="{1FEFF52C-8478-4115-8485-5B68E004F30F}" srcOrd="2" destOrd="0" presId="urn:microsoft.com/office/officeart/2005/8/layout/hProcess4"/>
    <dgm:cxn modelId="{E129365D-73F7-43A1-9C95-F1C6E5C729B4}" type="presParOf" srcId="{CEC87A1A-CB09-4C8A-81AE-61E136895AA7}" destId="{EF4D3815-7BEA-40A7-94E1-0A0BF1724D7A}" srcOrd="3" destOrd="0" presId="urn:microsoft.com/office/officeart/2005/8/layout/hProcess4"/>
    <dgm:cxn modelId="{139539AE-C3E6-4AD0-A75E-245AA677C347}" type="presParOf" srcId="{CEC87A1A-CB09-4C8A-81AE-61E136895AA7}" destId="{588E3E8E-DE24-4191-8664-835A307ED04D}" srcOrd="4" destOrd="0" presId="urn:microsoft.com/office/officeart/2005/8/layout/hProcess4"/>
    <dgm:cxn modelId="{2ECF2A62-B116-47E0-A530-2B378099A4D1}" type="presParOf" srcId="{3CCCAEEE-22DB-4755-A2B1-205387BADBDA}" destId="{77C02592-DFFB-4E0A-9CF0-8DFC93EB7408}" srcOrd="3" destOrd="0" presId="urn:microsoft.com/office/officeart/2005/8/layout/hProcess4"/>
    <dgm:cxn modelId="{7B8B54AA-CB9F-4E92-89C9-0BCF89C443BF}" type="presParOf" srcId="{3CCCAEEE-22DB-4755-A2B1-205387BADBDA}" destId="{47537325-2137-452D-8702-6C268FB6F77A}" srcOrd="4" destOrd="0" presId="urn:microsoft.com/office/officeart/2005/8/layout/hProcess4"/>
    <dgm:cxn modelId="{B356C5E1-C0E0-4009-B728-B8AE9711C0AA}" type="presParOf" srcId="{47537325-2137-452D-8702-6C268FB6F77A}" destId="{B718AC9B-DEDE-40BE-96AA-6F985F8007B5}" srcOrd="0" destOrd="0" presId="urn:microsoft.com/office/officeart/2005/8/layout/hProcess4"/>
    <dgm:cxn modelId="{E1E9C87D-D259-4A58-B431-9DB82DD3CD2F}" type="presParOf" srcId="{47537325-2137-452D-8702-6C268FB6F77A}" destId="{4E878BEE-A6AC-400A-9587-DF56C68F2954}" srcOrd="1" destOrd="0" presId="urn:microsoft.com/office/officeart/2005/8/layout/hProcess4"/>
    <dgm:cxn modelId="{48344852-B781-4532-8E94-3E952C1A17B2}" type="presParOf" srcId="{47537325-2137-452D-8702-6C268FB6F77A}" destId="{AC6704C9-DE4B-4673-B4F2-C9ABA1E19522}" srcOrd="2" destOrd="0" presId="urn:microsoft.com/office/officeart/2005/8/layout/hProcess4"/>
    <dgm:cxn modelId="{050E51CB-F083-4FF6-A52E-41F2D436130D}" type="presParOf" srcId="{47537325-2137-452D-8702-6C268FB6F77A}" destId="{1E8C6998-4FF7-47E2-96BD-DF8CC456C747}" srcOrd="3" destOrd="0" presId="urn:microsoft.com/office/officeart/2005/8/layout/hProcess4"/>
    <dgm:cxn modelId="{07472664-97AD-463C-AF01-D9C50443A327}" type="presParOf" srcId="{47537325-2137-452D-8702-6C268FB6F77A}" destId="{53C5DB3E-7A16-433D-8731-5B268DB8BD18}" srcOrd="4" destOrd="0" presId="urn:microsoft.com/office/officeart/2005/8/layout/hProcess4"/>
  </dgm:cxnLst>
  <dgm:bg/>
  <dgm:whole/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D14E22D-8996-4BC4-9E73-8E771C41217F}" type="doc">
      <dgm:prSet loTypeId="urn:microsoft.com/office/officeart/2005/8/layout/default#23" loCatId="list" qsTypeId="urn:microsoft.com/office/officeart/2005/8/quickstyle/simple4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C0C1DA-E999-4760-988E-5AA043ECF76A}">
      <dgm:prSet phldrT="[Text]"/>
      <dgm:spPr/>
      <dgm:t>
        <a:bodyPr/>
        <a:lstStyle/>
        <a:p>
          <a:r>
            <a:rPr lang="en-US" dirty="0" smtClean="0"/>
            <a:t>FV</a:t>
          </a:r>
          <a:endParaRPr lang="en-US" dirty="0"/>
        </a:p>
      </dgm:t>
    </dgm:pt>
    <dgm:pt modelId="{53B941E0-BFF1-41CD-B2D1-0F5017F6CEF9}" type="parTrans" cxnId="{87E4C92C-B19C-4662-92E1-4482556245D7}">
      <dgm:prSet/>
      <dgm:spPr/>
      <dgm:t>
        <a:bodyPr/>
        <a:lstStyle/>
        <a:p>
          <a:endParaRPr lang="en-US"/>
        </a:p>
      </dgm:t>
    </dgm:pt>
    <dgm:pt modelId="{80AEE44F-EC30-417C-9963-E3E312C8ED08}" type="sibTrans" cxnId="{87E4C92C-B19C-4662-92E1-4482556245D7}">
      <dgm:prSet/>
      <dgm:spPr/>
      <dgm:t>
        <a:bodyPr/>
        <a:lstStyle/>
        <a:p>
          <a:endParaRPr lang="en-US"/>
        </a:p>
      </dgm:t>
    </dgm:pt>
    <dgm:pt modelId="{BCFB03D7-3715-4199-A0D9-E494326C3730}">
      <dgm:prSet phldrT="[Text]"/>
      <dgm:spPr/>
      <dgm:t>
        <a:bodyPr/>
        <a:lstStyle/>
        <a:p>
          <a:r>
            <a:rPr lang="en-US" dirty="0" smtClean="0"/>
            <a:t>NPV</a:t>
          </a:r>
          <a:endParaRPr lang="en-US" dirty="0"/>
        </a:p>
      </dgm:t>
    </dgm:pt>
    <dgm:pt modelId="{AE3EFA6A-CD1A-4A94-B19E-AFC92CD77CE8}" type="parTrans" cxnId="{398D489F-1F29-49AB-A275-332EF5AAB817}">
      <dgm:prSet/>
      <dgm:spPr/>
      <dgm:t>
        <a:bodyPr/>
        <a:lstStyle/>
        <a:p>
          <a:endParaRPr lang="en-US"/>
        </a:p>
      </dgm:t>
    </dgm:pt>
    <dgm:pt modelId="{0A74C8AE-0165-4445-B471-EE0AB706A16C}" type="sibTrans" cxnId="{398D489F-1F29-49AB-A275-332EF5AAB817}">
      <dgm:prSet/>
      <dgm:spPr/>
      <dgm:t>
        <a:bodyPr/>
        <a:lstStyle/>
        <a:p>
          <a:endParaRPr lang="en-US"/>
        </a:p>
      </dgm:t>
    </dgm:pt>
    <dgm:pt modelId="{501B9BAB-B5C6-48C3-BDE6-9CAC1518E9DD}">
      <dgm:prSet phldrT="[Text]"/>
      <dgm:spPr/>
      <dgm:t>
        <a:bodyPr/>
        <a:lstStyle/>
        <a:p>
          <a:r>
            <a:rPr lang="en-US" dirty="0" smtClean="0"/>
            <a:t>PMT</a:t>
          </a:r>
          <a:endParaRPr lang="en-US" dirty="0"/>
        </a:p>
      </dgm:t>
    </dgm:pt>
    <dgm:pt modelId="{321234FB-47CC-49BE-A244-C4ED481A0072}" type="parTrans" cxnId="{632F6EA0-3F81-4C2F-B769-A5A3A63F86AF}">
      <dgm:prSet/>
      <dgm:spPr/>
      <dgm:t>
        <a:bodyPr/>
        <a:lstStyle/>
        <a:p>
          <a:endParaRPr lang="en-US"/>
        </a:p>
      </dgm:t>
    </dgm:pt>
    <dgm:pt modelId="{CF1FA063-C1F6-4017-8E56-C125A0898A88}" type="sibTrans" cxnId="{632F6EA0-3F81-4C2F-B769-A5A3A63F86AF}">
      <dgm:prSet/>
      <dgm:spPr/>
      <dgm:t>
        <a:bodyPr/>
        <a:lstStyle/>
        <a:p>
          <a:endParaRPr lang="en-US"/>
        </a:p>
      </dgm:t>
    </dgm:pt>
    <dgm:pt modelId="{86CAF8F6-1B29-414D-A4F6-6E97685AD61D}">
      <dgm:prSet phldrT="[Text]"/>
      <dgm:spPr/>
      <dgm:t>
        <a:bodyPr/>
        <a:lstStyle/>
        <a:p>
          <a:r>
            <a:rPr lang="en-US" dirty="0" smtClean="0"/>
            <a:t>PV</a:t>
          </a:r>
          <a:endParaRPr lang="en-US" dirty="0"/>
        </a:p>
      </dgm:t>
    </dgm:pt>
    <dgm:pt modelId="{99E035EA-D641-4EFD-9126-3C1CAA6DB42E}" type="parTrans" cxnId="{81FA443D-78C8-4B3F-B448-0698E847C107}">
      <dgm:prSet/>
      <dgm:spPr/>
      <dgm:t>
        <a:bodyPr/>
        <a:lstStyle/>
        <a:p>
          <a:endParaRPr lang="en-US"/>
        </a:p>
      </dgm:t>
    </dgm:pt>
    <dgm:pt modelId="{85D8B869-0717-4704-8082-2DAEA3C340E9}" type="sibTrans" cxnId="{81FA443D-78C8-4B3F-B448-0698E847C107}">
      <dgm:prSet/>
      <dgm:spPr/>
      <dgm:t>
        <a:bodyPr/>
        <a:lstStyle/>
        <a:p>
          <a:endParaRPr lang="en-US"/>
        </a:p>
      </dgm:t>
    </dgm:pt>
    <dgm:pt modelId="{F3759893-8380-406D-9726-B8B6D6D51B57}">
      <dgm:prSet phldrT="[Text]"/>
      <dgm:spPr/>
      <dgm:t>
        <a:bodyPr/>
        <a:lstStyle/>
        <a:p>
          <a:r>
            <a:rPr lang="en-US" dirty="0" smtClean="0"/>
            <a:t>RATE</a:t>
          </a:r>
          <a:endParaRPr lang="en-US" dirty="0"/>
        </a:p>
      </dgm:t>
    </dgm:pt>
    <dgm:pt modelId="{C3D39B5A-57A0-4379-B088-D382242BAA5A}" type="parTrans" cxnId="{646A3592-5F5A-400B-B650-9FB881DB5702}">
      <dgm:prSet/>
      <dgm:spPr/>
      <dgm:t>
        <a:bodyPr/>
        <a:lstStyle/>
        <a:p>
          <a:endParaRPr lang="en-US"/>
        </a:p>
      </dgm:t>
    </dgm:pt>
    <dgm:pt modelId="{C204B764-8E07-40FC-80EA-9D95A14854EA}" type="sibTrans" cxnId="{646A3592-5F5A-400B-B650-9FB881DB5702}">
      <dgm:prSet/>
      <dgm:spPr/>
      <dgm:t>
        <a:bodyPr/>
        <a:lstStyle/>
        <a:p>
          <a:endParaRPr lang="en-US"/>
        </a:p>
      </dgm:t>
    </dgm:pt>
    <dgm:pt modelId="{36DA922A-7937-4B70-92F9-AA1683FC035F}">
      <dgm:prSet phldrT="[Text]"/>
      <dgm:spPr/>
      <dgm:t>
        <a:bodyPr/>
        <a:lstStyle/>
        <a:p>
          <a:r>
            <a:rPr lang="en-US" dirty="0" smtClean="0"/>
            <a:t>DATE</a:t>
          </a:r>
          <a:endParaRPr lang="en-US" dirty="0"/>
        </a:p>
      </dgm:t>
    </dgm:pt>
    <dgm:pt modelId="{75F223BA-5303-4365-94DB-26C0A98EB9D0}" type="parTrans" cxnId="{E13A838D-287F-4310-9DA7-EBE285BC3376}">
      <dgm:prSet/>
      <dgm:spPr/>
      <dgm:t>
        <a:bodyPr/>
        <a:lstStyle/>
        <a:p>
          <a:endParaRPr lang="en-US"/>
        </a:p>
      </dgm:t>
    </dgm:pt>
    <dgm:pt modelId="{6166552D-2192-4F46-A10C-F8B8D32CFF78}" type="sibTrans" cxnId="{E13A838D-287F-4310-9DA7-EBE285BC3376}">
      <dgm:prSet/>
      <dgm:spPr/>
      <dgm:t>
        <a:bodyPr/>
        <a:lstStyle/>
        <a:p>
          <a:endParaRPr lang="en-US"/>
        </a:p>
      </dgm:t>
    </dgm:pt>
    <dgm:pt modelId="{B76F6019-8674-465D-9EA5-668DF197397C}">
      <dgm:prSet phldrT="[Text]"/>
      <dgm:spPr/>
      <dgm:t>
        <a:bodyPr/>
        <a:lstStyle/>
        <a:p>
          <a:r>
            <a:rPr lang="en-US" dirty="0" smtClean="0"/>
            <a:t>NOW</a:t>
          </a:r>
          <a:endParaRPr lang="en-US" dirty="0"/>
        </a:p>
      </dgm:t>
    </dgm:pt>
    <dgm:pt modelId="{A55B2127-B4A8-4921-9367-133346EF438F}" type="parTrans" cxnId="{DBF6E113-1090-408E-957C-E2235FF880B0}">
      <dgm:prSet/>
      <dgm:spPr/>
      <dgm:t>
        <a:bodyPr/>
        <a:lstStyle/>
        <a:p>
          <a:endParaRPr lang="en-US"/>
        </a:p>
      </dgm:t>
    </dgm:pt>
    <dgm:pt modelId="{5818661D-A597-4C8F-8BEB-830232399109}" type="sibTrans" cxnId="{DBF6E113-1090-408E-957C-E2235FF880B0}">
      <dgm:prSet/>
      <dgm:spPr/>
      <dgm:t>
        <a:bodyPr/>
        <a:lstStyle/>
        <a:p>
          <a:endParaRPr lang="en-US"/>
        </a:p>
      </dgm:t>
    </dgm:pt>
    <dgm:pt modelId="{110C56F3-D657-4A18-9922-D65AF50166C8}">
      <dgm:prSet phldrT="[Text]"/>
      <dgm:spPr/>
      <dgm:t>
        <a:bodyPr/>
        <a:lstStyle/>
        <a:p>
          <a:r>
            <a:rPr lang="en-US" dirty="0" smtClean="0"/>
            <a:t>TIME</a:t>
          </a:r>
          <a:endParaRPr lang="en-US" dirty="0"/>
        </a:p>
      </dgm:t>
    </dgm:pt>
    <dgm:pt modelId="{BAFAE7E1-7291-4125-B0ED-1AD3988FDFC6}" type="parTrans" cxnId="{6D5AABEB-F50F-4981-A2F9-64E306E391EA}">
      <dgm:prSet/>
      <dgm:spPr/>
      <dgm:t>
        <a:bodyPr/>
        <a:lstStyle/>
        <a:p>
          <a:endParaRPr lang="en-US"/>
        </a:p>
      </dgm:t>
    </dgm:pt>
    <dgm:pt modelId="{B1582F6D-4A89-4998-814A-C7DD69277DF5}" type="sibTrans" cxnId="{6D5AABEB-F50F-4981-A2F9-64E306E391EA}">
      <dgm:prSet/>
      <dgm:spPr/>
      <dgm:t>
        <a:bodyPr/>
        <a:lstStyle/>
        <a:p>
          <a:endParaRPr lang="en-US"/>
        </a:p>
      </dgm:t>
    </dgm:pt>
    <dgm:pt modelId="{3E0205D5-9383-4368-8391-599A79E0B7FC}">
      <dgm:prSet phldrT="[Text]"/>
      <dgm:spPr/>
      <dgm:t>
        <a:bodyPr/>
        <a:lstStyle/>
        <a:p>
          <a:r>
            <a:rPr lang="en-US" dirty="0" smtClean="0"/>
            <a:t>ABS</a:t>
          </a:r>
          <a:endParaRPr lang="en-US" dirty="0"/>
        </a:p>
      </dgm:t>
    </dgm:pt>
    <dgm:pt modelId="{FA3BA6AC-F625-46D2-9EEC-9518DB4B24A7}" type="parTrans" cxnId="{4E400D26-129E-4A4F-9B10-15DB13CB264F}">
      <dgm:prSet/>
      <dgm:spPr/>
      <dgm:t>
        <a:bodyPr/>
        <a:lstStyle/>
        <a:p>
          <a:endParaRPr lang="en-US"/>
        </a:p>
      </dgm:t>
    </dgm:pt>
    <dgm:pt modelId="{B0EACB6A-0222-4CC0-BBCB-6116EE3BC63A}" type="sibTrans" cxnId="{4E400D26-129E-4A4F-9B10-15DB13CB264F}">
      <dgm:prSet/>
      <dgm:spPr/>
      <dgm:t>
        <a:bodyPr/>
        <a:lstStyle/>
        <a:p>
          <a:endParaRPr lang="en-US"/>
        </a:p>
      </dgm:t>
    </dgm:pt>
    <dgm:pt modelId="{7B76936F-DB7A-4786-B8DC-EFC3C9372AB8}">
      <dgm:prSet phldrT="[Text]"/>
      <dgm:spPr/>
      <dgm:t>
        <a:bodyPr/>
        <a:lstStyle/>
        <a:p>
          <a:r>
            <a:rPr lang="en-US" dirty="0" smtClean="0"/>
            <a:t>INT</a:t>
          </a:r>
          <a:endParaRPr lang="en-US" dirty="0"/>
        </a:p>
      </dgm:t>
    </dgm:pt>
    <dgm:pt modelId="{3FCBD7A0-C3DD-43E3-810C-88AEE54BFCC0}" type="parTrans" cxnId="{64C4E95A-E17A-4E6A-B7DA-D6C8D802BB0E}">
      <dgm:prSet/>
      <dgm:spPr/>
      <dgm:t>
        <a:bodyPr/>
        <a:lstStyle/>
        <a:p>
          <a:endParaRPr lang="en-US"/>
        </a:p>
      </dgm:t>
    </dgm:pt>
    <dgm:pt modelId="{2280EC53-5254-48E0-AD43-1B1BD2107C40}" type="sibTrans" cxnId="{64C4E95A-E17A-4E6A-B7DA-D6C8D802BB0E}">
      <dgm:prSet/>
      <dgm:spPr/>
      <dgm:t>
        <a:bodyPr/>
        <a:lstStyle/>
        <a:p>
          <a:endParaRPr lang="en-US"/>
        </a:p>
      </dgm:t>
    </dgm:pt>
    <dgm:pt modelId="{45D9FD13-A479-4278-B6F2-583A2ED87B34}">
      <dgm:prSet phldrT="[Text]"/>
      <dgm:spPr/>
      <dgm:t>
        <a:bodyPr/>
        <a:lstStyle/>
        <a:p>
          <a:r>
            <a:rPr lang="en-US" dirty="0" smtClean="0"/>
            <a:t>LN</a:t>
          </a:r>
          <a:endParaRPr lang="en-US" dirty="0"/>
        </a:p>
      </dgm:t>
    </dgm:pt>
    <dgm:pt modelId="{0EED1827-F27D-453A-B486-EE9DD7C01E5D}" type="parTrans" cxnId="{0F1E98D2-0279-4DB0-A7AC-5DE438D9C11A}">
      <dgm:prSet/>
      <dgm:spPr/>
      <dgm:t>
        <a:bodyPr/>
        <a:lstStyle/>
        <a:p>
          <a:endParaRPr lang="en-US"/>
        </a:p>
      </dgm:t>
    </dgm:pt>
    <dgm:pt modelId="{C197BDF9-4016-41F4-A5FD-0565BB2E345D}" type="sibTrans" cxnId="{0F1E98D2-0279-4DB0-A7AC-5DE438D9C11A}">
      <dgm:prSet/>
      <dgm:spPr/>
      <dgm:t>
        <a:bodyPr/>
        <a:lstStyle/>
        <a:p>
          <a:endParaRPr lang="en-US"/>
        </a:p>
      </dgm:t>
    </dgm:pt>
    <dgm:pt modelId="{497037F7-F317-4D08-8E1C-D6720D18A2B4}">
      <dgm:prSet phldrT="[Text]"/>
      <dgm:spPr/>
      <dgm:t>
        <a:bodyPr/>
        <a:lstStyle/>
        <a:p>
          <a:r>
            <a:rPr lang="en-US" dirty="0" smtClean="0"/>
            <a:t>LOG</a:t>
          </a:r>
          <a:endParaRPr lang="en-US" dirty="0"/>
        </a:p>
      </dgm:t>
    </dgm:pt>
    <dgm:pt modelId="{49B1E2E5-E91A-4FBE-ABC5-18AFA17D5A7A}" type="parTrans" cxnId="{B34A4943-9BE5-460C-AD87-30DA04F27966}">
      <dgm:prSet/>
      <dgm:spPr/>
      <dgm:t>
        <a:bodyPr/>
        <a:lstStyle/>
        <a:p>
          <a:endParaRPr lang="en-US"/>
        </a:p>
      </dgm:t>
    </dgm:pt>
    <dgm:pt modelId="{154A10E1-7EE7-4EC0-B476-552C9D6C791C}" type="sibTrans" cxnId="{B34A4943-9BE5-460C-AD87-30DA04F27966}">
      <dgm:prSet/>
      <dgm:spPr/>
      <dgm:t>
        <a:bodyPr/>
        <a:lstStyle/>
        <a:p>
          <a:endParaRPr lang="en-US"/>
        </a:p>
      </dgm:t>
    </dgm:pt>
    <dgm:pt modelId="{B46403E2-D65F-41E5-9AFD-1864AB938ED5}">
      <dgm:prSet phldrT="[Text]"/>
      <dgm:spPr/>
      <dgm:t>
        <a:bodyPr/>
        <a:lstStyle/>
        <a:p>
          <a:r>
            <a:rPr lang="en-US" dirty="0" smtClean="0"/>
            <a:t>ROUND</a:t>
          </a:r>
          <a:endParaRPr lang="en-US" dirty="0"/>
        </a:p>
      </dgm:t>
    </dgm:pt>
    <dgm:pt modelId="{E2276678-F351-47E1-827D-40CEEECFA9DC}" type="parTrans" cxnId="{D06C7A80-E98A-40E7-9395-FDE6897946AC}">
      <dgm:prSet/>
      <dgm:spPr/>
      <dgm:t>
        <a:bodyPr/>
        <a:lstStyle/>
        <a:p>
          <a:endParaRPr lang="en-US"/>
        </a:p>
      </dgm:t>
    </dgm:pt>
    <dgm:pt modelId="{5561014F-DA39-432D-9FBC-ECB35944A56B}" type="sibTrans" cxnId="{D06C7A80-E98A-40E7-9395-FDE6897946AC}">
      <dgm:prSet/>
      <dgm:spPr/>
      <dgm:t>
        <a:bodyPr/>
        <a:lstStyle/>
        <a:p>
          <a:endParaRPr lang="en-US"/>
        </a:p>
      </dgm:t>
    </dgm:pt>
    <dgm:pt modelId="{59B7BCA1-48DB-4984-BE6B-FB79D75EB5A0}">
      <dgm:prSet phldrT="[Text]"/>
      <dgm:spPr/>
      <dgm:t>
        <a:bodyPr/>
        <a:lstStyle/>
        <a:p>
          <a:r>
            <a:rPr lang="en-US" dirty="0" smtClean="0"/>
            <a:t>SQRT</a:t>
          </a:r>
          <a:endParaRPr lang="en-US" dirty="0"/>
        </a:p>
      </dgm:t>
    </dgm:pt>
    <dgm:pt modelId="{9019EEAE-2C4C-4F2F-8FE6-38825D715DDA}" type="parTrans" cxnId="{6E422991-EAC0-4046-9C02-51368F9405D8}">
      <dgm:prSet/>
      <dgm:spPr/>
      <dgm:t>
        <a:bodyPr/>
        <a:lstStyle/>
        <a:p>
          <a:endParaRPr lang="en-US"/>
        </a:p>
      </dgm:t>
    </dgm:pt>
    <dgm:pt modelId="{74F679A1-CB37-40C5-BCC0-DFFE646208DE}" type="sibTrans" cxnId="{6E422991-EAC0-4046-9C02-51368F9405D8}">
      <dgm:prSet/>
      <dgm:spPr/>
      <dgm:t>
        <a:bodyPr/>
        <a:lstStyle/>
        <a:p>
          <a:endParaRPr lang="en-US"/>
        </a:p>
      </dgm:t>
    </dgm:pt>
    <dgm:pt modelId="{FCFD12ED-3F3A-4C47-9644-166569E37E8E}">
      <dgm:prSet phldrT="[Text]"/>
      <dgm:spPr/>
      <dgm:t>
        <a:bodyPr/>
        <a:lstStyle/>
        <a:p>
          <a:r>
            <a:rPr lang="en-US" dirty="0" smtClean="0"/>
            <a:t>SUM</a:t>
          </a:r>
          <a:endParaRPr lang="en-US" dirty="0"/>
        </a:p>
      </dgm:t>
    </dgm:pt>
    <dgm:pt modelId="{C77A64E9-2C53-4F1F-B632-3EC95D601510}" type="parTrans" cxnId="{1AF2E6BD-2E58-4DC8-9BCB-A5B2835D603B}">
      <dgm:prSet/>
      <dgm:spPr/>
      <dgm:t>
        <a:bodyPr/>
        <a:lstStyle/>
        <a:p>
          <a:endParaRPr lang="en-US"/>
        </a:p>
      </dgm:t>
    </dgm:pt>
    <dgm:pt modelId="{39FB4DFD-3F79-441B-83E3-569BB98860BD}" type="sibTrans" cxnId="{1AF2E6BD-2E58-4DC8-9BCB-A5B2835D603B}">
      <dgm:prSet/>
      <dgm:spPr/>
      <dgm:t>
        <a:bodyPr/>
        <a:lstStyle/>
        <a:p>
          <a:endParaRPr lang="en-US"/>
        </a:p>
      </dgm:t>
    </dgm:pt>
    <dgm:pt modelId="{F24102F7-3D28-4035-862E-FC4E834EE4F9}">
      <dgm:prSet phldrT="[Text]"/>
      <dgm:spPr/>
      <dgm:t>
        <a:bodyPr/>
        <a:lstStyle/>
        <a:p>
          <a:r>
            <a:rPr lang="en-US" dirty="0" smtClean="0"/>
            <a:t>AVERAGE</a:t>
          </a:r>
          <a:endParaRPr lang="en-US" dirty="0"/>
        </a:p>
      </dgm:t>
    </dgm:pt>
    <dgm:pt modelId="{586AFCC5-042C-4DCF-9563-0EBC52449081}" type="parTrans" cxnId="{0EC33948-3745-45B7-9CFB-A1020A3A5382}">
      <dgm:prSet/>
      <dgm:spPr/>
      <dgm:t>
        <a:bodyPr/>
        <a:lstStyle/>
        <a:p>
          <a:endParaRPr lang="en-US"/>
        </a:p>
      </dgm:t>
    </dgm:pt>
    <dgm:pt modelId="{D16A7FDB-5899-439F-B53B-D53B70119D75}" type="sibTrans" cxnId="{0EC33948-3745-45B7-9CFB-A1020A3A5382}">
      <dgm:prSet/>
      <dgm:spPr/>
      <dgm:t>
        <a:bodyPr/>
        <a:lstStyle/>
        <a:p>
          <a:endParaRPr lang="en-US"/>
        </a:p>
      </dgm:t>
    </dgm:pt>
    <dgm:pt modelId="{E930C500-15A2-44E5-A41F-995B4353D730}">
      <dgm:prSet phldrT="[Text]"/>
      <dgm:spPr/>
      <dgm:t>
        <a:bodyPr/>
        <a:lstStyle/>
        <a:p>
          <a:r>
            <a:rPr lang="en-US" dirty="0" smtClean="0"/>
            <a:t>COUNT</a:t>
          </a:r>
          <a:endParaRPr lang="en-US" dirty="0"/>
        </a:p>
      </dgm:t>
    </dgm:pt>
    <dgm:pt modelId="{4A2DBDA4-E970-44F7-925E-78A9ED373D0D}" type="parTrans" cxnId="{82880EA8-E8CD-4E6D-9029-4194161AE142}">
      <dgm:prSet/>
      <dgm:spPr/>
      <dgm:t>
        <a:bodyPr/>
        <a:lstStyle/>
        <a:p>
          <a:endParaRPr lang="en-US"/>
        </a:p>
      </dgm:t>
    </dgm:pt>
    <dgm:pt modelId="{4F34B3C2-D483-4201-8296-CA4E276B5099}" type="sibTrans" cxnId="{82880EA8-E8CD-4E6D-9029-4194161AE142}">
      <dgm:prSet/>
      <dgm:spPr/>
      <dgm:t>
        <a:bodyPr/>
        <a:lstStyle/>
        <a:p>
          <a:endParaRPr lang="en-US"/>
        </a:p>
      </dgm:t>
    </dgm:pt>
    <dgm:pt modelId="{385FBFE0-F513-41D1-9B3E-9BECCAFCAA8B}">
      <dgm:prSet phldrT="[Text]"/>
      <dgm:spPr/>
      <dgm:t>
        <a:bodyPr/>
        <a:lstStyle/>
        <a:p>
          <a:r>
            <a:rPr lang="en-US" dirty="0" smtClean="0"/>
            <a:t>MAX</a:t>
          </a:r>
          <a:endParaRPr lang="en-US" dirty="0"/>
        </a:p>
      </dgm:t>
    </dgm:pt>
    <dgm:pt modelId="{64D12B17-8BB8-41D0-B1E8-C6DEE3F61826}" type="parTrans" cxnId="{88A27E50-F2E6-4FDF-9615-F6E50582C242}">
      <dgm:prSet/>
      <dgm:spPr/>
      <dgm:t>
        <a:bodyPr/>
        <a:lstStyle/>
        <a:p>
          <a:endParaRPr lang="en-US"/>
        </a:p>
      </dgm:t>
    </dgm:pt>
    <dgm:pt modelId="{078077F4-9A94-485C-84E3-AD7C67D2CF2B}" type="sibTrans" cxnId="{88A27E50-F2E6-4FDF-9615-F6E50582C242}">
      <dgm:prSet/>
      <dgm:spPr/>
      <dgm:t>
        <a:bodyPr/>
        <a:lstStyle/>
        <a:p>
          <a:endParaRPr lang="en-US"/>
        </a:p>
      </dgm:t>
    </dgm:pt>
    <dgm:pt modelId="{BE3C4916-49B7-410A-B73A-C519C63C7CD2}">
      <dgm:prSet phldrT="[Text]"/>
      <dgm:spPr/>
      <dgm:t>
        <a:bodyPr/>
        <a:lstStyle/>
        <a:p>
          <a:r>
            <a:rPr lang="en-US" dirty="0" smtClean="0"/>
            <a:t>MIN</a:t>
          </a:r>
          <a:endParaRPr lang="en-US" dirty="0"/>
        </a:p>
      </dgm:t>
    </dgm:pt>
    <dgm:pt modelId="{B25745AD-088D-4402-88F7-FB846C723838}" type="parTrans" cxnId="{565CBA57-7FD5-4CEB-BAA1-E584A9EC87C4}">
      <dgm:prSet/>
      <dgm:spPr/>
      <dgm:t>
        <a:bodyPr/>
        <a:lstStyle/>
        <a:p>
          <a:endParaRPr lang="en-US"/>
        </a:p>
      </dgm:t>
    </dgm:pt>
    <dgm:pt modelId="{9142E159-96DB-452E-91CF-9E8FB8E43715}" type="sibTrans" cxnId="{565CBA57-7FD5-4CEB-BAA1-E584A9EC87C4}">
      <dgm:prSet/>
      <dgm:spPr/>
      <dgm:t>
        <a:bodyPr/>
        <a:lstStyle/>
        <a:p>
          <a:endParaRPr lang="en-US"/>
        </a:p>
      </dgm:t>
    </dgm:pt>
    <dgm:pt modelId="{2507FA3F-08F4-4D9A-9202-A87F7F58A6A4}">
      <dgm:prSet phldrT="[Text]"/>
      <dgm:spPr/>
      <dgm:t>
        <a:bodyPr/>
        <a:lstStyle/>
        <a:p>
          <a:r>
            <a:rPr lang="en-US" dirty="0" smtClean="0"/>
            <a:t>STDEV</a:t>
          </a:r>
          <a:endParaRPr lang="en-US" dirty="0"/>
        </a:p>
      </dgm:t>
    </dgm:pt>
    <dgm:pt modelId="{80A90B47-120B-46DB-82C6-CDB08AEDB6D9}" type="parTrans" cxnId="{17E00A7E-CADE-4240-9FE2-AD2344DA5A5E}">
      <dgm:prSet/>
      <dgm:spPr/>
      <dgm:t>
        <a:bodyPr/>
        <a:lstStyle/>
        <a:p>
          <a:endParaRPr lang="en-US"/>
        </a:p>
      </dgm:t>
    </dgm:pt>
    <dgm:pt modelId="{6F2B04E7-6F4F-446A-BE2A-4B7BCFFB0184}" type="sibTrans" cxnId="{17E00A7E-CADE-4240-9FE2-AD2344DA5A5E}">
      <dgm:prSet/>
      <dgm:spPr/>
      <dgm:t>
        <a:bodyPr/>
        <a:lstStyle/>
        <a:p>
          <a:endParaRPr lang="en-US"/>
        </a:p>
      </dgm:t>
    </dgm:pt>
    <dgm:pt modelId="{4637A45A-D163-4833-915C-6B7DAA36C761}">
      <dgm:prSet phldrT="[Text]"/>
      <dgm:spPr/>
      <dgm:t>
        <a:bodyPr/>
        <a:lstStyle/>
        <a:p>
          <a:r>
            <a:rPr lang="en-US" dirty="0" smtClean="0"/>
            <a:t>IF</a:t>
          </a:r>
          <a:endParaRPr lang="en-US" dirty="0"/>
        </a:p>
      </dgm:t>
    </dgm:pt>
    <dgm:pt modelId="{E02A0AE2-245A-4A90-8F7E-091C47EC3EDE}" type="parTrans" cxnId="{4CCCF2B0-7975-4E2A-9491-E249A1FEC7C1}">
      <dgm:prSet/>
      <dgm:spPr/>
      <dgm:t>
        <a:bodyPr/>
        <a:lstStyle/>
        <a:p>
          <a:endParaRPr lang="en-US"/>
        </a:p>
      </dgm:t>
    </dgm:pt>
    <dgm:pt modelId="{8D4BA13D-C88C-4BB8-B5BB-A16CBFCFDE07}" type="sibTrans" cxnId="{4CCCF2B0-7975-4E2A-9491-E249A1FEC7C1}">
      <dgm:prSet/>
      <dgm:spPr/>
      <dgm:t>
        <a:bodyPr/>
        <a:lstStyle/>
        <a:p>
          <a:endParaRPr lang="en-US"/>
        </a:p>
      </dgm:t>
    </dgm:pt>
    <dgm:pt modelId="{A03BB37B-2F6B-4926-979C-677741E0C155}" type="pres">
      <dgm:prSet presAssocID="{9D14E22D-8996-4BC4-9E73-8E771C41217F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470DEA6-CC45-426C-8AD1-11D89E1D2587}" type="pres">
      <dgm:prSet presAssocID="{F9C0C1DA-E999-4760-988E-5AA043ECF76A}" presName="node" presStyleLbl="node1" presStyleIdx="0" presStyleCnt="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041C16-D4F3-4C47-8AE9-67DDB420C407}" type="pres">
      <dgm:prSet presAssocID="{80AEE44F-EC30-417C-9963-E3E312C8ED08}" presName="sibTrans" presStyleCnt="0"/>
      <dgm:spPr/>
    </dgm:pt>
    <dgm:pt modelId="{1B944A0F-8E8D-4FEC-9801-8617EF859BF9}" type="pres">
      <dgm:prSet presAssocID="{BCFB03D7-3715-4199-A0D9-E494326C3730}" presName="node" presStyleLbl="node1" presStyleIdx="1" presStyleCnt="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5E6E4F-CA3C-4923-831C-8C2F1B63F629}" type="pres">
      <dgm:prSet presAssocID="{0A74C8AE-0165-4445-B471-EE0AB706A16C}" presName="sibTrans" presStyleCnt="0"/>
      <dgm:spPr/>
    </dgm:pt>
    <dgm:pt modelId="{0934662E-61FD-4BA0-9A90-0F86A64521AD}" type="pres">
      <dgm:prSet presAssocID="{501B9BAB-B5C6-48C3-BDE6-9CAC1518E9DD}" presName="node" presStyleLbl="node1" presStyleIdx="2" presStyleCnt="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C911DE-DE46-448B-84CF-DC06EDC46263}" type="pres">
      <dgm:prSet presAssocID="{CF1FA063-C1F6-4017-8E56-C125A0898A88}" presName="sibTrans" presStyleCnt="0"/>
      <dgm:spPr/>
    </dgm:pt>
    <dgm:pt modelId="{F369C7C4-C3DD-4836-AC2A-8CFB8CCC8685}" type="pres">
      <dgm:prSet presAssocID="{86CAF8F6-1B29-414D-A4F6-6E97685AD61D}" presName="node" presStyleLbl="node1" presStyleIdx="3" presStyleCnt="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7285A2-AE8A-4A23-99F4-1895E4E8AD06}" type="pres">
      <dgm:prSet presAssocID="{85D8B869-0717-4704-8082-2DAEA3C340E9}" presName="sibTrans" presStyleCnt="0"/>
      <dgm:spPr/>
    </dgm:pt>
    <dgm:pt modelId="{15D3E6B8-A787-4C89-8B24-9BB2119E3B97}" type="pres">
      <dgm:prSet presAssocID="{F3759893-8380-406D-9726-B8B6D6D51B57}" presName="node" presStyleLbl="node1" presStyleIdx="4" presStyleCnt="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5C4D92-98FF-4B75-9F25-E164091DFEC6}" type="pres">
      <dgm:prSet presAssocID="{C204B764-8E07-40FC-80EA-9D95A14854EA}" presName="sibTrans" presStyleCnt="0"/>
      <dgm:spPr/>
    </dgm:pt>
    <dgm:pt modelId="{281BA436-8BD5-4EB0-8C15-8C671DBE12B8}" type="pres">
      <dgm:prSet presAssocID="{36DA922A-7937-4B70-92F9-AA1683FC035F}" presName="node" presStyleLbl="node1" presStyleIdx="5" presStyleCnt="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40DC6C-7639-41AE-A48F-225782EA6608}" type="pres">
      <dgm:prSet presAssocID="{6166552D-2192-4F46-A10C-F8B8D32CFF78}" presName="sibTrans" presStyleCnt="0"/>
      <dgm:spPr/>
    </dgm:pt>
    <dgm:pt modelId="{6C0D9E89-E532-474A-A58B-C5AE9F6C7491}" type="pres">
      <dgm:prSet presAssocID="{B76F6019-8674-465D-9EA5-668DF197397C}" presName="node" presStyleLbl="node1" presStyleIdx="6" presStyleCnt="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14127D-D2B9-44A1-9D3E-9F93E6DEF03E}" type="pres">
      <dgm:prSet presAssocID="{5818661D-A597-4C8F-8BEB-830232399109}" presName="sibTrans" presStyleCnt="0"/>
      <dgm:spPr/>
    </dgm:pt>
    <dgm:pt modelId="{0A092F3D-1847-43AB-A5AF-7C4603D24C37}" type="pres">
      <dgm:prSet presAssocID="{110C56F3-D657-4A18-9922-D65AF50166C8}" presName="node" presStyleLbl="node1" presStyleIdx="7" presStyleCnt="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756ECA-7A07-4058-BB8F-2ED9FE0CE2FD}" type="pres">
      <dgm:prSet presAssocID="{B1582F6D-4A89-4998-814A-C7DD69277DF5}" presName="sibTrans" presStyleCnt="0"/>
      <dgm:spPr/>
    </dgm:pt>
    <dgm:pt modelId="{28A39771-483B-49D5-82B3-6F61DC80EFF1}" type="pres">
      <dgm:prSet presAssocID="{3E0205D5-9383-4368-8391-599A79E0B7FC}" presName="node" presStyleLbl="node1" presStyleIdx="8" presStyleCnt="21" custLinFactNeighborX="1484" custLinFactNeighborY="-189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5A4DEA-779F-4795-8B0B-6FBBA2D9233C}" type="pres">
      <dgm:prSet presAssocID="{B0EACB6A-0222-4CC0-BBCB-6116EE3BC63A}" presName="sibTrans" presStyleCnt="0"/>
      <dgm:spPr/>
    </dgm:pt>
    <dgm:pt modelId="{2807E3A3-E7F8-4578-A23A-D43FE368F03A}" type="pres">
      <dgm:prSet presAssocID="{7B76936F-DB7A-4786-B8DC-EFC3C9372AB8}" presName="node" presStyleLbl="node1" presStyleIdx="9" presStyleCnt="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B223E8-EF68-4900-A26E-D319A4603092}" type="pres">
      <dgm:prSet presAssocID="{2280EC53-5254-48E0-AD43-1B1BD2107C40}" presName="sibTrans" presStyleCnt="0"/>
      <dgm:spPr/>
    </dgm:pt>
    <dgm:pt modelId="{1FB78CB1-9689-4D72-ACC5-6B03EE7B4471}" type="pres">
      <dgm:prSet presAssocID="{45D9FD13-A479-4278-B6F2-583A2ED87B34}" presName="node" presStyleLbl="node1" presStyleIdx="10" presStyleCnt="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50874A-D95F-4C4C-A051-4206F80C6BE5}" type="pres">
      <dgm:prSet presAssocID="{C197BDF9-4016-41F4-A5FD-0565BB2E345D}" presName="sibTrans" presStyleCnt="0"/>
      <dgm:spPr/>
    </dgm:pt>
    <dgm:pt modelId="{9881D087-C86F-47B6-8F76-122E08AFA111}" type="pres">
      <dgm:prSet presAssocID="{497037F7-F317-4D08-8E1C-D6720D18A2B4}" presName="node" presStyleLbl="node1" presStyleIdx="11" presStyleCnt="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A0315F-B675-4B5D-B695-A5C9C276B59D}" type="pres">
      <dgm:prSet presAssocID="{154A10E1-7EE7-4EC0-B476-552C9D6C791C}" presName="sibTrans" presStyleCnt="0"/>
      <dgm:spPr/>
    </dgm:pt>
    <dgm:pt modelId="{6B3A5633-AB45-40C4-A6A7-DE1F7C3019EC}" type="pres">
      <dgm:prSet presAssocID="{B46403E2-D65F-41E5-9AFD-1864AB938ED5}" presName="node" presStyleLbl="node1" presStyleIdx="12" presStyleCnt="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9F2811-DE09-42D3-9047-478E59CC315A}" type="pres">
      <dgm:prSet presAssocID="{5561014F-DA39-432D-9FBC-ECB35944A56B}" presName="sibTrans" presStyleCnt="0"/>
      <dgm:spPr/>
    </dgm:pt>
    <dgm:pt modelId="{55F143D2-BAA8-421B-835D-7B537FFD90B3}" type="pres">
      <dgm:prSet presAssocID="{59B7BCA1-48DB-4984-BE6B-FB79D75EB5A0}" presName="node" presStyleLbl="node1" presStyleIdx="13" presStyleCnt="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3918EC-6F0A-4467-ADF6-3095B30F7D00}" type="pres">
      <dgm:prSet presAssocID="{74F679A1-CB37-40C5-BCC0-DFFE646208DE}" presName="sibTrans" presStyleCnt="0"/>
      <dgm:spPr/>
    </dgm:pt>
    <dgm:pt modelId="{7039733A-CB48-4673-980A-46D4986838A5}" type="pres">
      <dgm:prSet presAssocID="{FCFD12ED-3F3A-4C47-9644-166569E37E8E}" presName="node" presStyleLbl="node1" presStyleIdx="14" presStyleCnt="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B8042C-F1A8-4A1B-9106-C399A7EF3690}" type="pres">
      <dgm:prSet presAssocID="{39FB4DFD-3F79-441B-83E3-569BB98860BD}" presName="sibTrans" presStyleCnt="0"/>
      <dgm:spPr/>
    </dgm:pt>
    <dgm:pt modelId="{C692A852-6B59-486A-B34D-1DBA64703F82}" type="pres">
      <dgm:prSet presAssocID="{F24102F7-3D28-4035-862E-FC4E834EE4F9}" presName="node" presStyleLbl="node1" presStyleIdx="15" presStyleCnt="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57B473-125E-4968-B729-333C2375CF8F}" type="pres">
      <dgm:prSet presAssocID="{D16A7FDB-5899-439F-B53B-D53B70119D75}" presName="sibTrans" presStyleCnt="0"/>
      <dgm:spPr/>
    </dgm:pt>
    <dgm:pt modelId="{AA22749A-811E-4EFB-91D5-D7CDA178A808}" type="pres">
      <dgm:prSet presAssocID="{E930C500-15A2-44E5-A41F-995B4353D730}" presName="node" presStyleLbl="node1" presStyleIdx="16" presStyleCnt="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0213BF2-9BD5-43F0-A39D-63C4C7FEE6E1}" type="pres">
      <dgm:prSet presAssocID="{4F34B3C2-D483-4201-8296-CA4E276B5099}" presName="sibTrans" presStyleCnt="0"/>
      <dgm:spPr/>
    </dgm:pt>
    <dgm:pt modelId="{ACD80E66-CCC5-4FCE-900C-AC4B162B350B}" type="pres">
      <dgm:prSet presAssocID="{385FBFE0-F513-41D1-9B3E-9BECCAFCAA8B}" presName="node" presStyleLbl="node1" presStyleIdx="17" presStyleCnt="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7E4744-03F8-4758-8D27-1AEF2118BE71}" type="pres">
      <dgm:prSet presAssocID="{078077F4-9A94-485C-84E3-AD7C67D2CF2B}" presName="sibTrans" presStyleCnt="0"/>
      <dgm:spPr/>
    </dgm:pt>
    <dgm:pt modelId="{BFE4F1F9-8435-47C5-A7F5-08D7028AFDB9}" type="pres">
      <dgm:prSet presAssocID="{BE3C4916-49B7-410A-B73A-C519C63C7CD2}" presName="node" presStyleLbl="node1" presStyleIdx="18" presStyleCnt="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B94331-0F26-4519-9DAC-93778EFDB8C6}" type="pres">
      <dgm:prSet presAssocID="{9142E159-96DB-452E-91CF-9E8FB8E43715}" presName="sibTrans" presStyleCnt="0"/>
      <dgm:spPr/>
    </dgm:pt>
    <dgm:pt modelId="{3396BD1B-6431-41F1-8731-8BA96D5A8723}" type="pres">
      <dgm:prSet presAssocID="{2507FA3F-08F4-4D9A-9202-A87F7F58A6A4}" presName="node" presStyleLbl="node1" presStyleIdx="19" presStyleCnt="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65D389-09EC-48D8-9E23-C661A27E0C21}" type="pres">
      <dgm:prSet presAssocID="{6F2B04E7-6F4F-446A-BE2A-4B7BCFFB0184}" presName="sibTrans" presStyleCnt="0"/>
      <dgm:spPr/>
    </dgm:pt>
    <dgm:pt modelId="{396093EB-1479-4B6C-8338-E0D9502A1D22}" type="pres">
      <dgm:prSet presAssocID="{4637A45A-D163-4833-915C-6B7DAA36C761}" presName="node" presStyleLbl="node1" presStyleIdx="20" presStyleCnt="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CCCF2B0-7975-4E2A-9491-E249A1FEC7C1}" srcId="{9D14E22D-8996-4BC4-9E73-8E771C41217F}" destId="{4637A45A-D163-4833-915C-6B7DAA36C761}" srcOrd="20" destOrd="0" parTransId="{E02A0AE2-245A-4A90-8F7E-091C47EC3EDE}" sibTransId="{8D4BA13D-C88C-4BB8-B5BB-A16CBFCFDE07}"/>
    <dgm:cxn modelId="{646A3592-5F5A-400B-B650-9FB881DB5702}" srcId="{9D14E22D-8996-4BC4-9E73-8E771C41217F}" destId="{F3759893-8380-406D-9726-B8B6D6D51B57}" srcOrd="4" destOrd="0" parTransId="{C3D39B5A-57A0-4379-B088-D382242BAA5A}" sibTransId="{C204B764-8E07-40FC-80EA-9D95A14854EA}"/>
    <dgm:cxn modelId="{0F1E98D2-0279-4DB0-A7AC-5DE438D9C11A}" srcId="{9D14E22D-8996-4BC4-9E73-8E771C41217F}" destId="{45D9FD13-A479-4278-B6F2-583A2ED87B34}" srcOrd="10" destOrd="0" parTransId="{0EED1827-F27D-453A-B486-EE9DD7C01E5D}" sibTransId="{C197BDF9-4016-41F4-A5FD-0565BB2E345D}"/>
    <dgm:cxn modelId="{B34A4943-9BE5-460C-AD87-30DA04F27966}" srcId="{9D14E22D-8996-4BC4-9E73-8E771C41217F}" destId="{497037F7-F317-4D08-8E1C-D6720D18A2B4}" srcOrd="11" destOrd="0" parTransId="{49B1E2E5-E91A-4FBE-ABC5-18AFA17D5A7A}" sibTransId="{154A10E1-7EE7-4EC0-B476-552C9D6C791C}"/>
    <dgm:cxn modelId="{8F0B3911-5106-4B10-A7D3-B02D083FEBE6}" type="presOf" srcId="{F24102F7-3D28-4035-862E-FC4E834EE4F9}" destId="{C692A852-6B59-486A-B34D-1DBA64703F82}" srcOrd="0" destOrd="0" presId="urn:microsoft.com/office/officeart/2005/8/layout/default#23"/>
    <dgm:cxn modelId="{6E422991-EAC0-4046-9C02-51368F9405D8}" srcId="{9D14E22D-8996-4BC4-9E73-8E771C41217F}" destId="{59B7BCA1-48DB-4984-BE6B-FB79D75EB5A0}" srcOrd="13" destOrd="0" parTransId="{9019EEAE-2C4C-4F2F-8FE6-38825D715DDA}" sibTransId="{74F679A1-CB37-40C5-BCC0-DFFE646208DE}"/>
    <dgm:cxn modelId="{D06C7A80-E98A-40E7-9395-FDE6897946AC}" srcId="{9D14E22D-8996-4BC4-9E73-8E771C41217F}" destId="{B46403E2-D65F-41E5-9AFD-1864AB938ED5}" srcOrd="12" destOrd="0" parTransId="{E2276678-F351-47E1-827D-40CEEECFA9DC}" sibTransId="{5561014F-DA39-432D-9FBC-ECB35944A56B}"/>
    <dgm:cxn modelId="{64C4E95A-E17A-4E6A-B7DA-D6C8D802BB0E}" srcId="{9D14E22D-8996-4BC4-9E73-8E771C41217F}" destId="{7B76936F-DB7A-4786-B8DC-EFC3C9372AB8}" srcOrd="9" destOrd="0" parTransId="{3FCBD7A0-C3DD-43E3-810C-88AEE54BFCC0}" sibTransId="{2280EC53-5254-48E0-AD43-1B1BD2107C40}"/>
    <dgm:cxn modelId="{4E400D26-129E-4A4F-9B10-15DB13CB264F}" srcId="{9D14E22D-8996-4BC4-9E73-8E771C41217F}" destId="{3E0205D5-9383-4368-8391-599A79E0B7FC}" srcOrd="8" destOrd="0" parTransId="{FA3BA6AC-F625-46D2-9EEC-9518DB4B24A7}" sibTransId="{B0EACB6A-0222-4CC0-BBCB-6116EE3BC63A}"/>
    <dgm:cxn modelId="{47868F77-80F1-4EED-957A-00A20CC1BCE0}" type="presOf" srcId="{F3759893-8380-406D-9726-B8B6D6D51B57}" destId="{15D3E6B8-A787-4C89-8B24-9BB2119E3B97}" srcOrd="0" destOrd="0" presId="urn:microsoft.com/office/officeart/2005/8/layout/default#23"/>
    <dgm:cxn modelId="{6D5AABEB-F50F-4981-A2F9-64E306E391EA}" srcId="{9D14E22D-8996-4BC4-9E73-8E771C41217F}" destId="{110C56F3-D657-4A18-9922-D65AF50166C8}" srcOrd="7" destOrd="0" parTransId="{BAFAE7E1-7291-4125-B0ED-1AD3988FDFC6}" sibTransId="{B1582F6D-4A89-4998-814A-C7DD69277DF5}"/>
    <dgm:cxn modelId="{64752EE0-0C3C-41A7-81F8-497ADCA9D831}" type="presOf" srcId="{385FBFE0-F513-41D1-9B3E-9BECCAFCAA8B}" destId="{ACD80E66-CCC5-4FCE-900C-AC4B162B350B}" srcOrd="0" destOrd="0" presId="urn:microsoft.com/office/officeart/2005/8/layout/default#23"/>
    <dgm:cxn modelId="{F949799A-32DF-478B-AE1E-4115B8726266}" type="presOf" srcId="{F9C0C1DA-E999-4760-988E-5AA043ECF76A}" destId="{5470DEA6-CC45-426C-8AD1-11D89E1D2587}" srcOrd="0" destOrd="0" presId="urn:microsoft.com/office/officeart/2005/8/layout/default#23"/>
    <dgm:cxn modelId="{5086DC79-7315-4045-910E-D003748293C4}" type="presOf" srcId="{45D9FD13-A479-4278-B6F2-583A2ED87B34}" destId="{1FB78CB1-9689-4D72-ACC5-6B03EE7B4471}" srcOrd="0" destOrd="0" presId="urn:microsoft.com/office/officeart/2005/8/layout/default#23"/>
    <dgm:cxn modelId="{17E00A7E-CADE-4240-9FE2-AD2344DA5A5E}" srcId="{9D14E22D-8996-4BC4-9E73-8E771C41217F}" destId="{2507FA3F-08F4-4D9A-9202-A87F7F58A6A4}" srcOrd="19" destOrd="0" parTransId="{80A90B47-120B-46DB-82C6-CDB08AEDB6D9}" sibTransId="{6F2B04E7-6F4F-446A-BE2A-4B7BCFFB0184}"/>
    <dgm:cxn modelId="{E13A838D-287F-4310-9DA7-EBE285BC3376}" srcId="{9D14E22D-8996-4BC4-9E73-8E771C41217F}" destId="{36DA922A-7937-4B70-92F9-AA1683FC035F}" srcOrd="5" destOrd="0" parTransId="{75F223BA-5303-4365-94DB-26C0A98EB9D0}" sibTransId="{6166552D-2192-4F46-A10C-F8B8D32CFF78}"/>
    <dgm:cxn modelId="{BE1E9F4F-80A2-45F0-BDAB-D56A1A9FB4BD}" type="presOf" srcId="{B76F6019-8674-465D-9EA5-668DF197397C}" destId="{6C0D9E89-E532-474A-A58B-C5AE9F6C7491}" srcOrd="0" destOrd="0" presId="urn:microsoft.com/office/officeart/2005/8/layout/default#23"/>
    <dgm:cxn modelId="{D038A6D6-C0F5-4372-9528-FF291F6E8707}" type="presOf" srcId="{E930C500-15A2-44E5-A41F-995B4353D730}" destId="{AA22749A-811E-4EFB-91D5-D7CDA178A808}" srcOrd="0" destOrd="0" presId="urn:microsoft.com/office/officeart/2005/8/layout/default#23"/>
    <dgm:cxn modelId="{42D498FB-CFC8-4DC1-AA29-620A9D502C28}" type="presOf" srcId="{110C56F3-D657-4A18-9922-D65AF50166C8}" destId="{0A092F3D-1847-43AB-A5AF-7C4603D24C37}" srcOrd="0" destOrd="0" presId="urn:microsoft.com/office/officeart/2005/8/layout/default#23"/>
    <dgm:cxn modelId="{D11645FE-D5A0-4348-87A8-54045ABB84FA}" type="presOf" srcId="{BCFB03D7-3715-4199-A0D9-E494326C3730}" destId="{1B944A0F-8E8D-4FEC-9801-8617EF859BF9}" srcOrd="0" destOrd="0" presId="urn:microsoft.com/office/officeart/2005/8/layout/default#23"/>
    <dgm:cxn modelId="{DBF6E113-1090-408E-957C-E2235FF880B0}" srcId="{9D14E22D-8996-4BC4-9E73-8E771C41217F}" destId="{B76F6019-8674-465D-9EA5-668DF197397C}" srcOrd="6" destOrd="0" parTransId="{A55B2127-B4A8-4921-9367-133346EF438F}" sibTransId="{5818661D-A597-4C8F-8BEB-830232399109}"/>
    <dgm:cxn modelId="{A4C795AB-45BD-4854-B880-C1015A900160}" type="presOf" srcId="{2507FA3F-08F4-4D9A-9202-A87F7F58A6A4}" destId="{3396BD1B-6431-41F1-8731-8BA96D5A8723}" srcOrd="0" destOrd="0" presId="urn:microsoft.com/office/officeart/2005/8/layout/default#23"/>
    <dgm:cxn modelId="{A301DCB7-C45A-4046-8AA8-659CD54C2215}" type="presOf" srcId="{B46403E2-D65F-41E5-9AFD-1864AB938ED5}" destId="{6B3A5633-AB45-40C4-A6A7-DE1F7C3019EC}" srcOrd="0" destOrd="0" presId="urn:microsoft.com/office/officeart/2005/8/layout/default#23"/>
    <dgm:cxn modelId="{5ABD9949-2FBC-48CC-ADF0-492272A311C9}" type="presOf" srcId="{86CAF8F6-1B29-414D-A4F6-6E97685AD61D}" destId="{F369C7C4-C3DD-4836-AC2A-8CFB8CCC8685}" srcOrd="0" destOrd="0" presId="urn:microsoft.com/office/officeart/2005/8/layout/default#23"/>
    <dgm:cxn modelId="{632F6EA0-3F81-4C2F-B769-A5A3A63F86AF}" srcId="{9D14E22D-8996-4BC4-9E73-8E771C41217F}" destId="{501B9BAB-B5C6-48C3-BDE6-9CAC1518E9DD}" srcOrd="2" destOrd="0" parTransId="{321234FB-47CC-49BE-A244-C4ED481A0072}" sibTransId="{CF1FA063-C1F6-4017-8E56-C125A0898A88}"/>
    <dgm:cxn modelId="{FAD47072-8D82-4CB5-9E42-72F8AED71BA0}" type="presOf" srcId="{BE3C4916-49B7-410A-B73A-C519C63C7CD2}" destId="{BFE4F1F9-8435-47C5-A7F5-08D7028AFDB9}" srcOrd="0" destOrd="0" presId="urn:microsoft.com/office/officeart/2005/8/layout/default#23"/>
    <dgm:cxn modelId="{BDD51446-60DB-454C-AA52-B26788885661}" type="presOf" srcId="{4637A45A-D163-4833-915C-6B7DAA36C761}" destId="{396093EB-1479-4B6C-8338-E0D9502A1D22}" srcOrd="0" destOrd="0" presId="urn:microsoft.com/office/officeart/2005/8/layout/default#23"/>
    <dgm:cxn modelId="{7894453D-2BEE-49CC-9F12-D38BF616F4AE}" type="presOf" srcId="{9D14E22D-8996-4BC4-9E73-8E771C41217F}" destId="{A03BB37B-2F6B-4926-979C-677741E0C155}" srcOrd="0" destOrd="0" presId="urn:microsoft.com/office/officeart/2005/8/layout/default#23"/>
    <dgm:cxn modelId="{F9314A07-0051-4F33-A07B-DD59809CE677}" type="presOf" srcId="{59B7BCA1-48DB-4984-BE6B-FB79D75EB5A0}" destId="{55F143D2-BAA8-421B-835D-7B537FFD90B3}" srcOrd="0" destOrd="0" presId="urn:microsoft.com/office/officeart/2005/8/layout/default#23"/>
    <dgm:cxn modelId="{0EC33948-3745-45B7-9CFB-A1020A3A5382}" srcId="{9D14E22D-8996-4BC4-9E73-8E771C41217F}" destId="{F24102F7-3D28-4035-862E-FC4E834EE4F9}" srcOrd="15" destOrd="0" parTransId="{586AFCC5-042C-4DCF-9563-0EBC52449081}" sibTransId="{D16A7FDB-5899-439F-B53B-D53B70119D75}"/>
    <dgm:cxn modelId="{E55CDE20-B814-4C61-BB30-09F80A8C7C9B}" type="presOf" srcId="{7B76936F-DB7A-4786-B8DC-EFC3C9372AB8}" destId="{2807E3A3-E7F8-4578-A23A-D43FE368F03A}" srcOrd="0" destOrd="0" presId="urn:microsoft.com/office/officeart/2005/8/layout/default#23"/>
    <dgm:cxn modelId="{398D489F-1F29-49AB-A275-332EF5AAB817}" srcId="{9D14E22D-8996-4BC4-9E73-8E771C41217F}" destId="{BCFB03D7-3715-4199-A0D9-E494326C3730}" srcOrd="1" destOrd="0" parTransId="{AE3EFA6A-CD1A-4A94-B19E-AFC92CD77CE8}" sibTransId="{0A74C8AE-0165-4445-B471-EE0AB706A16C}"/>
    <dgm:cxn modelId="{565CBA57-7FD5-4CEB-BAA1-E584A9EC87C4}" srcId="{9D14E22D-8996-4BC4-9E73-8E771C41217F}" destId="{BE3C4916-49B7-410A-B73A-C519C63C7CD2}" srcOrd="18" destOrd="0" parTransId="{B25745AD-088D-4402-88F7-FB846C723838}" sibTransId="{9142E159-96DB-452E-91CF-9E8FB8E43715}"/>
    <dgm:cxn modelId="{85A3EEF2-3662-4F01-9E1C-81B7DB0851DE}" type="presOf" srcId="{36DA922A-7937-4B70-92F9-AA1683FC035F}" destId="{281BA436-8BD5-4EB0-8C15-8C671DBE12B8}" srcOrd="0" destOrd="0" presId="urn:microsoft.com/office/officeart/2005/8/layout/default#23"/>
    <dgm:cxn modelId="{6258CC69-B364-429E-A813-70A2FE2A382B}" type="presOf" srcId="{FCFD12ED-3F3A-4C47-9644-166569E37E8E}" destId="{7039733A-CB48-4673-980A-46D4986838A5}" srcOrd="0" destOrd="0" presId="urn:microsoft.com/office/officeart/2005/8/layout/default#23"/>
    <dgm:cxn modelId="{88A27E50-F2E6-4FDF-9615-F6E50582C242}" srcId="{9D14E22D-8996-4BC4-9E73-8E771C41217F}" destId="{385FBFE0-F513-41D1-9B3E-9BECCAFCAA8B}" srcOrd="17" destOrd="0" parTransId="{64D12B17-8BB8-41D0-B1E8-C6DEE3F61826}" sibTransId="{078077F4-9A94-485C-84E3-AD7C67D2CF2B}"/>
    <dgm:cxn modelId="{82880EA8-E8CD-4E6D-9029-4194161AE142}" srcId="{9D14E22D-8996-4BC4-9E73-8E771C41217F}" destId="{E930C500-15A2-44E5-A41F-995B4353D730}" srcOrd="16" destOrd="0" parTransId="{4A2DBDA4-E970-44F7-925E-78A9ED373D0D}" sibTransId="{4F34B3C2-D483-4201-8296-CA4E276B5099}"/>
    <dgm:cxn modelId="{1AF2E6BD-2E58-4DC8-9BCB-A5B2835D603B}" srcId="{9D14E22D-8996-4BC4-9E73-8E771C41217F}" destId="{FCFD12ED-3F3A-4C47-9644-166569E37E8E}" srcOrd="14" destOrd="0" parTransId="{C77A64E9-2C53-4F1F-B632-3EC95D601510}" sibTransId="{39FB4DFD-3F79-441B-83E3-569BB98860BD}"/>
    <dgm:cxn modelId="{A85A7E91-EAC7-4CCD-9E43-9FC9F87E0BFA}" type="presOf" srcId="{497037F7-F317-4D08-8E1C-D6720D18A2B4}" destId="{9881D087-C86F-47B6-8F76-122E08AFA111}" srcOrd="0" destOrd="0" presId="urn:microsoft.com/office/officeart/2005/8/layout/default#23"/>
    <dgm:cxn modelId="{87E4C92C-B19C-4662-92E1-4482556245D7}" srcId="{9D14E22D-8996-4BC4-9E73-8E771C41217F}" destId="{F9C0C1DA-E999-4760-988E-5AA043ECF76A}" srcOrd="0" destOrd="0" parTransId="{53B941E0-BFF1-41CD-B2D1-0F5017F6CEF9}" sibTransId="{80AEE44F-EC30-417C-9963-E3E312C8ED08}"/>
    <dgm:cxn modelId="{3E0CFD7F-5951-4A30-8891-47137F2D6B16}" type="presOf" srcId="{501B9BAB-B5C6-48C3-BDE6-9CAC1518E9DD}" destId="{0934662E-61FD-4BA0-9A90-0F86A64521AD}" srcOrd="0" destOrd="0" presId="urn:microsoft.com/office/officeart/2005/8/layout/default#23"/>
    <dgm:cxn modelId="{621B4DAC-1F6B-4CF4-92A1-F7984CCE1BE3}" type="presOf" srcId="{3E0205D5-9383-4368-8391-599A79E0B7FC}" destId="{28A39771-483B-49D5-82B3-6F61DC80EFF1}" srcOrd="0" destOrd="0" presId="urn:microsoft.com/office/officeart/2005/8/layout/default#23"/>
    <dgm:cxn modelId="{81FA443D-78C8-4B3F-B448-0698E847C107}" srcId="{9D14E22D-8996-4BC4-9E73-8E771C41217F}" destId="{86CAF8F6-1B29-414D-A4F6-6E97685AD61D}" srcOrd="3" destOrd="0" parTransId="{99E035EA-D641-4EFD-9126-3C1CAA6DB42E}" sibTransId="{85D8B869-0717-4704-8082-2DAEA3C340E9}"/>
    <dgm:cxn modelId="{16400710-F831-4F2B-957D-0652A328D139}" type="presParOf" srcId="{A03BB37B-2F6B-4926-979C-677741E0C155}" destId="{5470DEA6-CC45-426C-8AD1-11D89E1D2587}" srcOrd="0" destOrd="0" presId="urn:microsoft.com/office/officeart/2005/8/layout/default#23"/>
    <dgm:cxn modelId="{49111F82-3E8A-42DA-821D-ECC21BECDBA8}" type="presParOf" srcId="{A03BB37B-2F6B-4926-979C-677741E0C155}" destId="{99041C16-D4F3-4C47-8AE9-67DDB420C407}" srcOrd="1" destOrd="0" presId="urn:microsoft.com/office/officeart/2005/8/layout/default#23"/>
    <dgm:cxn modelId="{4ABA047D-F7E9-4178-9A63-584406244053}" type="presParOf" srcId="{A03BB37B-2F6B-4926-979C-677741E0C155}" destId="{1B944A0F-8E8D-4FEC-9801-8617EF859BF9}" srcOrd="2" destOrd="0" presId="urn:microsoft.com/office/officeart/2005/8/layout/default#23"/>
    <dgm:cxn modelId="{393FD0B4-15C1-47C0-9AD3-379A5663F76E}" type="presParOf" srcId="{A03BB37B-2F6B-4926-979C-677741E0C155}" destId="{E35E6E4F-CA3C-4923-831C-8C2F1B63F629}" srcOrd="3" destOrd="0" presId="urn:microsoft.com/office/officeart/2005/8/layout/default#23"/>
    <dgm:cxn modelId="{9ED95E9B-34AB-4850-8476-3E7D1543CA98}" type="presParOf" srcId="{A03BB37B-2F6B-4926-979C-677741E0C155}" destId="{0934662E-61FD-4BA0-9A90-0F86A64521AD}" srcOrd="4" destOrd="0" presId="urn:microsoft.com/office/officeart/2005/8/layout/default#23"/>
    <dgm:cxn modelId="{771787D4-4F22-4F61-B67C-946362DD9B3B}" type="presParOf" srcId="{A03BB37B-2F6B-4926-979C-677741E0C155}" destId="{60C911DE-DE46-448B-84CF-DC06EDC46263}" srcOrd="5" destOrd="0" presId="urn:microsoft.com/office/officeart/2005/8/layout/default#23"/>
    <dgm:cxn modelId="{841E99AF-495A-452D-819A-9976CC005A93}" type="presParOf" srcId="{A03BB37B-2F6B-4926-979C-677741E0C155}" destId="{F369C7C4-C3DD-4836-AC2A-8CFB8CCC8685}" srcOrd="6" destOrd="0" presId="urn:microsoft.com/office/officeart/2005/8/layout/default#23"/>
    <dgm:cxn modelId="{FCAD1F5E-D1A4-43A0-90CC-F33C519FB99F}" type="presParOf" srcId="{A03BB37B-2F6B-4926-979C-677741E0C155}" destId="{037285A2-AE8A-4A23-99F4-1895E4E8AD06}" srcOrd="7" destOrd="0" presId="urn:microsoft.com/office/officeart/2005/8/layout/default#23"/>
    <dgm:cxn modelId="{D58ED083-120F-462F-B1E5-EC8079E94E14}" type="presParOf" srcId="{A03BB37B-2F6B-4926-979C-677741E0C155}" destId="{15D3E6B8-A787-4C89-8B24-9BB2119E3B97}" srcOrd="8" destOrd="0" presId="urn:microsoft.com/office/officeart/2005/8/layout/default#23"/>
    <dgm:cxn modelId="{8B28D9BF-A82E-4B98-B3C5-1CB77A9E1FDA}" type="presParOf" srcId="{A03BB37B-2F6B-4926-979C-677741E0C155}" destId="{EC5C4D92-98FF-4B75-9F25-E164091DFEC6}" srcOrd="9" destOrd="0" presId="urn:microsoft.com/office/officeart/2005/8/layout/default#23"/>
    <dgm:cxn modelId="{55CD0E38-9B59-46E5-8096-BF0C3E12987F}" type="presParOf" srcId="{A03BB37B-2F6B-4926-979C-677741E0C155}" destId="{281BA436-8BD5-4EB0-8C15-8C671DBE12B8}" srcOrd="10" destOrd="0" presId="urn:microsoft.com/office/officeart/2005/8/layout/default#23"/>
    <dgm:cxn modelId="{C19B71CA-B5CE-4661-B33B-2D2D5D0583E1}" type="presParOf" srcId="{A03BB37B-2F6B-4926-979C-677741E0C155}" destId="{6540DC6C-7639-41AE-A48F-225782EA6608}" srcOrd="11" destOrd="0" presId="urn:microsoft.com/office/officeart/2005/8/layout/default#23"/>
    <dgm:cxn modelId="{336614B5-B94A-47DB-AAC1-39A4BB825ECA}" type="presParOf" srcId="{A03BB37B-2F6B-4926-979C-677741E0C155}" destId="{6C0D9E89-E532-474A-A58B-C5AE9F6C7491}" srcOrd="12" destOrd="0" presId="urn:microsoft.com/office/officeart/2005/8/layout/default#23"/>
    <dgm:cxn modelId="{F79F6012-EEE0-42A1-B0AD-5DC67237BAB1}" type="presParOf" srcId="{A03BB37B-2F6B-4926-979C-677741E0C155}" destId="{4614127D-D2B9-44A1-9D3E-9F93E6DEF03E}" srcOrd="13" destOrd="0" presId="urn:microsoft.com/office/officeart/2005/8/layout/default#23"/>
    <dgm:cxn modelId="{74977A7E-EDF8-45F8-B3E5-12C131777AA5}" type="presParOf" srcId="{A03BB37B-2F6B-4926-979C-677741E0C155}" destId="{0A092F3D-1847-43AB-A5AF-7C4603D24C37}" srcOrd="14" destOrd="0" presId="urn:microsoft.com/office/officeart/2005/8/layout/default#23"/>
    <dgm:cxn modelId="{06C77541-8BE5-44FC-A152-1F3073AD4830}" type="presParOf" srcId="{A03BB37B-2F6B-4926-979C-677741E0C155}" destId="{16756ECA-7A07-4058-BB8F-2ED9FE0CE2FD}" srcOrd="15" destOrd="0" presId="urn:microsoft.com/office/officeart/2005/8/layout/default#23"/>
    <dgm:cxn modelId="{2C627DD6-FDFA-4835-8458-6FA529534AFC}" type="presParOf" srcId="{A03BB37B-2F6B-4926-979C-677741E0C155}" destId="{28A39771-483B-49D5-82B3-6F61DC80EFF1}" srcOrd="16" destOrd="0" presId="urn:microsoft.com/office/officeart/2005/8/layout/default#23"/>
    <dgm:cxn modelId="{4006E4CC-13BC-4B4B-9EC1-642E25679B7D}" type="presParOf" srcId="{A03BB37B-2F6B-4926-979C-677741E0C155}" destId="{615A4DEA-779F-4795-8B0B-6FBBA2D9233C}" srcOrd="17" destOrd="0" presId="urn:microsoft.com/office/officeart/2005/8/layout/default#23"/>
    <dgm:cxn modelId="{1D9E764D-7D5C-4322-9121-5BBA5372CD53}" type="presParOf" srcId="{A03BB37B-2F6B-4926-979C-677741E0C155}" destId="{2807E3A3-E7F8-4578-A23A-D43FE368F03A}" srcOrd="18" destOrd="0" presId="urn:microsoft.com/office/officeart/2005/8/layout/default#23"/>
    <dgm:cxn modelId="{CD3572E8-EC10-416A-83EA-3F194D52B42D}" type="presParOf" srcId="{A03BB37B-2F6B-4926-979C-677741E0C155}" destId="{88B223E8-EF68-4900-A26E-D319A4603092}" srcOrd="19" destOrd="0" presId="urn:microsoft.com/office/officeart/2005/8/layout/default#23"/>
    <dgm:cxn modelId="{10AE3AFD-F48C-4870-9CDC-85B1735F4FC4}" type="presParOf" srcId="{A03BB37B-2F6B-4926-979C-677741E0C155}" destId="{1FB78CB1-9689-4D72-ACC5-6B03EE7B4471}" srcOrd="20" destOrd="0" presId="urn:microsoft.com/office/officeart/2005/8/layout/default#23"/>
    <dgm:cxn modelId="{CBE78C28-8FD3-420D-8D91-A2C6AAAA4A41}" type="presParOf" srcId="{A03BB37B-2F6B-4926-979C-677741E0C155}" destId="{B750874A-D95F-4C4C-A051-4206F80C6BE5}" srcOrd="21" destOrd="0" presId="urn:microsoft.com/office/officeart/2005/8/layout/default#23"/>
    <dgm:cxn modelId="{BA43628C-5674-4E40-99A3-EEC63BD650D7}" type="presParOf" srcId="{A03BB37B-2F6B-4926-979C-677741E0C155}" destId="{9881D087-C86F-47B6-8F76-122E08AFA111}" srcOrd="22" destOrd="0" presId="urn:microsoft.com/office/officeart/2005/8/layout/default#23"/>
    <dgm:cxn modelId="{51F4D62F-3C5A-4DC9-AC26-01B695F84B3D}" type="presParOf" srcId="{A03BB37B-2F6B-4926-979C-677741E0C155}" destId="{2DA0315F-B675-4B5D-B695-A5C9C276B59D}" srcOrd="23" destOrd="0" presId="urn:microsoft.com/office/officeart/2005/8/layout/default#23"/>
    <dgm:cxn modelId="{7B595448-A71E-4DC6-95E2-8FD8ED85B3FF}" type="presParOf" srcId="{A03BB37B-2F6B-4926-979C-677741E0C155}" destId="{6B3A5633-AB45-40C4-A6A7-DE1F7C3019EC}" srcOrd="24" destOrd="0" presId="urn:microsoft.com/office/officeart/2005/8/layout/default#23"/>
    <dgm:cxn modelId="{C83AD535-76DB-4FDD-8A2C-E8D1B5B1C2BD}" type="presParOf" srcId="{A03BB37B-2F6B-4926-979C-677741E0C155}" destId="{AC9F2811-DE09-42D3-9047-478E59CC315A}" srcOrd="25" destOrd="0" presId="urn:microsoft.com/office/officeart/2005/8/layout/default#23"/>
    <dgm:cxn modelId="{8F0F0DD2-D882-40CB-9CA3-B165501736A8}" type="presParOf" srcId="{A03BB37B-2F6B-4926-979C-677741E0C155}" destId="{55F143D2-BAA8-421B-835D-7B537FFD90B3}" srcOrd="26" destOrd="0" presId="urn:microsoft.com/office/officeart/2005/8/layout/default#23"/>
    <dgm:cxn modelId="{238C6812-A337-4F99-A76F-AA14B77B7C23}" type="presParOf" srcId="{A03BB37B-2F6B-4926-979C-677741E0C155}" destId="{4B3918EC-6F0A-4467-ADF6-3095B30F7D00}" srcOrd="27" destOrd="0" presId="urn:microsoft.com/office/officeart/2005/8/layout/default#23"/>
    <dgm:cxn modelId="{891AE524-BC6E-417F-9F70-6D6CC4983652}" type="presParOf" srcId="{A03BB37B-2F6B-4926-979C-677741E0C155}" destId="{7039733A-CB48-4673-980A-46D4986838A5}" srcOrd="28" destOrd="0" presId="urn:microsoft.com/office/officeart/2005/8/layout/default#23"/>
    <dgm:cxn modelId="{6CA4AFBC-B820-4506-ADC8-14C5B31D17C5}" type="presParOf" srcId="{A03BB37B-2F6B-4926-979C-677741E0C155}" destId="{AEB8042C-F1A8-4A1B-9106-C399A7EF3690}" srcOrd="29" destOrd="0" presId="urn:microsoft.com/office/officeart/2005/8/layout/default#23"/>
    <dgm:cxn modelId="{1C62CC7D-E991-45D3-B554-1299667BB529}" type="presParOf" srcId="{A03BB37B-2F6B-4926-979C-677741E0C155}" destId="{C692A852-6B59-486A-B34D-1DBA64703F82}" srcOrd="30" destOrd="0" presId="urn:microsoft.com/office/officeart/2005/8/layout/default#23"/>
    <dgm:cxn modelId="{A486AFE1-0E88-468F-B0A4-19E8DBE3881D}" type="presParOf" srcId="{A03BB37B-2F6B-4926-979C-677741E0C155}" destId="{DD57B473-125E-4968-B729-333C2375CF8F}" srcOrd="31" destOrd="0" presId="urn:microsoft.com/office/officeart/2005/8/layout/default#23"/>
    <dgm:cxn modelId="{BF80A292-E8D3-42A4-B923-ABF5C1EBB528}" type="presParOf" srcId="{A03BB37B-2F6B-4926-979C-677741E0C155}" destId="{AA22749A-811E-4EFB-91D5-D7CDA178A808}" srcOrd="32" destOrd="0" presId="urn:microsoft.com/office/officeart/2005/8/layout/default#23"/>
    <dgm:cxn modelId="{80A32CCA-1D7F-45A2-BD3E-1EAFC4FF1F8D}" type="presParOf" srcId="{A03BB37B-2F6B-4926-979C-677741E0C155}" destId="{30213BF2-9BD5-43F0-A39D-63C4C7FEE6E1}" srcOrd="33" destOrd="0" presId="urn:microsoft.com/office/officeart/2005/8/layout/default#23"/>
    <dgm:cxn modelId="{6A4E6D5B-D0B0-479C-B3CC-B460D5927A54}" type="presParOf" srcId="{A03BB37B-2F6B-4926-979C-677741E0C155}" destId="{ACD80E66-CCC5-4FCE-900C-AC4B162B350B}" srcOrd="34" destOrd="0" presId="urn:microsoft.com/office/officeart/2005/8/layout/default#23"/>
    <dgm:cxn modelId="{1904A86F-A915-4912-BD29-34EBA29915F4}" type="presParOf" srcId="{A03BB37B-2F6B-4926-979C-677741E0C155}" destId="{957E4744-03F8-4758-8D27-1AEF2118BE71}" srcOrd="35" destOrd="0" presId="urn:microsoft.com/office/officeart/2005/8/layout/default#23"/>
    <dgm:cxn modelId="{F11CA173-D127-4320-A038-AB1D73B24231}" type="presParOf" srcId="{A03BB37B-2F6B-4926-979C-677741E0C155}" destId="{BFE4F1F9-8435-47C5-A7F5-08D7028AFDB9}" srcOrd="36" destOrd="0" presId="urn:microsoft.com/office/officeart/2005/8/layout/default#23"/>
    <dgm:cxn modelId="{9C0E6C43-9D89-419C-A54D-7F9267712306}" type="presParOf" srcId="{A03BB37B-2F6B-4926-979C-677741E0C155}" destId="{B8B94331-0F26-4519-9DAC-93778EFDB8C6}" srcOrd="37" destOrd="0" presId="urn:microsoft.com/office/officeart/2005/8/layout/default#23"/>
    <dgm:cxn modelId="{8438E6D6-2B20-46B9-9F91-34B86AD58CB0}" type="presParOf" srcId="{A03BB37B-2F6B-4926-979C-677741E0C155}" destId="{3396BD1B-6431-41F1-8731-8BA96D5A8723}" srcOrd="38" destOrd="0" presId="urn:microsoft.com/office/officeart/2005/8/layout/default#23"/>
    <dgm:cxn modelId="{E9591D52-B559-4BFB-8D8E-1A0FFF757A33}" type="presParOf" srcId="{A03BB37B-2F6B-4926-979C-677741E0C155}" destId="{BE65D389-09EC-48D8-9E23-C661A27E0C21}" srcOrd="39" destOrd="0" presId="urn:microsoft.com/office/officeart/2005/8/layout/default#23"/>
    <dgm:cxn modelId="{4C125A10-EC85-45C4-9E3F-89858A8B9A5D}" type="presParOf" srcId="{A03BB37B-2F6B-4926-979C-677741E0C155}" destId="{396093EB-1479-4B6C-8338-E0D9502A1D22}" srcOrd="40" destOrd="0" presId="urn:microsoft.com/office/officeart/2005/8/layout/default#23"/>
  </dgm:cxnLst>
  <dgm:bg/>
  <dgm:whole/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A7A2F39-9BE1-4CE0-AD3A-266AEB8FD390}" type="doc">
      <dgm:prSet loTypeId="urn:microsoft.com/office/officeart/2005/8/layout/default#24" loCatId="list" qsTypeId="urn:microsoft.com/office/officeart/2005/8/quickstyle/3d2" qsCatId="3D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5B76FDF5-C738-4E6B-99D0-99479AA3AE78}">
      <dgm:prSet phldrT="[Text]"/>
      <dgm:spPr/>
      <dgm:t>
        <a:bodyPr/>
        <a:lstStyle/>
        <a:p>
          <a:r>
            <a:rPr lang="en-US" dirty="0" smtClean="0"/>
            <a:t>Appointment calendar</a:t>
          </a:r>
          <a:endParaRPr lang="en-US" dirty="0"/>
        </a:p>
      </dgm:t>
    </dgm:pt>
    <dgm:pt modelId="{A5C07513-2C45-44DA-9139-2E34C61390A0}" type="parTrans" cxnId="{32E4A814-6EC0-4EFD-8D95-D14F361F75C0}">
      <dgm:prSet/>
      <dgm:spPr/>
      <dgm:t>
        <a:bodyPr/>
        <a:lstStyle/>
        <a:p>
          <a:endParaRPr lang="en-US"/>
        </a:p>
      </dgm:t>
    </dgm:pt>
    <dgm:pt modelId="{47E9445A-F25F-4C5F-B6A7-67C2C89CF73E}" type="sibTrans" cxnId="{32E4A814-6EC0-4EFD-8D95-D14F361F75C0}">
      <dgm:prSet/>
      <dgm:spPr/>
      <dgm:t>
        <a:bodyPr/>
        <a:lstStyle/>
        <a:p>
          <a:endParaRPr lang="en-US"/>
        </a:p>
      </dgm:t>
    </dgm:pt>
    <dgm:pt modelId="{03D5219C-FB98-43FB-94B3-555A8D73214B}">
      <dgm:prSet phldrT="[Text]"/>
      <dgm:spPr/>
      <dgm:t>
        <a:bodyPr/>
        <a:lstStyle/>
        <a:p>
          <a:r>
            <a:rPr lang="en-US" dirty="0" smtClean="0"/>
            <a:t>Address book</a:t>
          </a:r>
          <a:endParaRPr lang="en-US" dirty="0"/>
        </a:p>
      </dgm:t>
    </dgm:pt>
    <dgm:pt modelId="{FF0F10B2-ED14-47DB-ABC5-191592C197B6}" type="parTrans" cxnId="{2DEFD56D-70E9-4CE8-A400-27FC6324C35E}">
      <dgm:prSet/>
      <dgm:spPr/>
      <dgm:t>
        <a:bodyPr/>
        <a:lstStyle/>
        <a:p>
          <a:endParaRPr lang="en-US"/>
        </a:p>
      </dgm:t>
    </dgm:pt>
    <dgm:pt modelId="{AB9E2A14-2F18-4EF5-B457-F63782550BB8}" type="sibTrans" cxnId="{2DEFD56D-70E9-4CE8-A400-27FC6324C35E}">
      <dgm:prSet/>
      <dgm:spPr/>
      <dgm:t>
        <a:bodyPr/>
        <a:lstStyle/>
        <a:p>
          <a:endParaRPr lang="en-US"/>
        </a:p>
      </dgm:t>
    </dgm:pt>
    <dgm:pt modelId="{C88A835C-FC48-4E06-8AEC-9A0009F84285}">
      <dgm:prSet phldrT="[Text]"/>
      <dgm:spPr/>
      <dgm:t>
        <a:bodyPr/>
        <a:lstStyle/>
        <a:p>
          <a:r>
            <a:rPr lang="en-US" dirty="0" smtClean="0"/>
            <a:t>Notepad</a:t>
          </a:r>
          <a:endParaRPr lang="en-US" dirty="0"/>
        </a:p>
      </dgm:t>
    </dgm:pt>
    <dgm:pt modelId="{E6306A00-2D04-488B-9B95-13EC48F0DEA7}" type="parTrans" cxnId="{B48CD6E4-0F42-4710-9946-D2F61C3BE637}">
      <dgm:prSet/>
      <dgm:spPr/>
      <dgm:t>
        <a:bodyPr/>
        <a:lstStyle/>
        <a:p>
          <a:endParaRPr lang="en-US"/>
        </a:p>
      </dgm:t>
    </dgm:pt>
    <dgm:pt modelId="{404D3824-7BE6-45DB-B351-E39765EB7967}" type="sibTrans" cxnId="{B48CD6E4-0F42-4710-9946-D2F61C3BE637}">
      <dgm:prSet/>
      <dgm:spPr/>
      <dgm:t>
        <a:bodyPr/>
        <a:lstStyle/>
        <a:p>
          <a:endParaRPr lang="en-US"/>
        </a:p>
      </dgm:t>
    </dgm:pt>
    <dgm:pt modelId="{57197A6D-3E36-4F15-B0EB-6A815FB2FBFA}" type="pres">
      <dgm:prSet presAssocID="{0A7A2F39-9BE1-4CE0-AD3A-266AEB8FD39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4CE17A3-73FB-4AEC-B174-34722523C514}" type="pres">
      <dgm:prSet presAssocID="{5B76FDF5-C738-4E6B-99D0-99479AA3AE78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515CBD-1889-4AE5-AFF3-DF54EA0A5D60}" type="pres">
      <dgm:prSet presAssocID="{47E9445A-F25F-4C5F-B6A7-67C2C89CF73E}" presName="sibTrans" presStyleCnt="0"/>
      <dgm:spPr/>
    </dgm:pt>
    <dgm:pt modelId="{4CB2DF3B-3AD8-4F00-9E39-FF5B30AEF59A}" type="pres">
      <dgm:prSet presAssocID="{03D5219C-FB98-43FB-94B3-555A8D73214B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FFA23C-C70C-40A3-8E44-A5AF898CFB75}" type="pres">
      <dgm:prSet presAssocID="{AB9E2A14-2F18-4EF5-B457-F63782550BB8}" presName="sibTrans" presStyleCnt="0"/>
      <dgm:spPr/>
    </dgm:pt>
    <dgm:pt modelId="{087C5DB1-A246-4D79-AD0D-CDF97AFE8B30}" type="pres">
      <dgm:prSet presAssocID="{C88A835C-FC48-4E06-8AEC-9A0009F84285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E3FB7AA-3A58-4981-AD14-52F1EF911D05}" type="presOf" srcId="{0A7A2F39-9BE1-4CE0-AD3A-266AEB8FD390}" destId="{57197A6D-3E36-4F15-B0EB-6A815FB2FBFA}" srcOrd="0" destOrd="0" presId="urn:microsoft.com/office/officeart/2005/8/layout/default#24"/>
    <dgm:cxn modelId="{49E10268-9F52-43A8-B343-13974E0BC8C0}" type="presOf" srcId="{5B76FDF5-C738-4E6B-99D0-99479AA3AE78}" destId="{A4CE17A3-73FB-4AEC-B174-34722523C514}" srcOrd="0" destOrd="0" presId="urn:microsoft.com/office/officeart/2005/8/layout/default#24"/>
    <dgm:cxn modelId="{32E4A814-6EC0-4EFD-8D95-D14F361F75C0}" srcId="{0A7A2F39-9BE1-4CE0-AD3A-266AEB8FD390}" destId="{5B76FDF5-C738-4E6B-99D0-99479AA3AE78}" srcOrd="0" destOrd="0" parTransId="{A5C07513-2C45-44DA-9139-2E34C61390A0}" sibTransId="{47E9445A-F25F-4C5F-B6A7-67C2C89CF73E}"/>
    <dgm:cxn modelId="{09DF97D3-4940-40BA-85A7-3A0D9851733B}" type="presOf" srcId="{03D5219C-FB98-43FB-94B3-555A8D73214B}" destId="{4CB2DF3B-3AD8-4F00-9E39-FF5B30AEF59A}" srcOrd="0" destOrd="0" presId="urn:microsoft.com/office/officeart/2005/8/layout/default#24"/>
    <dgm:cxn modelId="{2DEFD56D-70E9-4CE8-A400-27FC6324C35E}" srcId="{0A7A2F39-9BE1-4CE0-AD3A-266AEB8FD390}" destId="{03D5219C-FB98-43FB-94B3-555A8D73214B}" srcOrd="1" destOrd="0" parTransId="{FF0F10B2-ED14-47DB-ABC5-191592C197B6}" sibTransId="{AB9E2A14-2F18-4EF5-B457-F63782550BB8}"/>
    <dgm:cxn modelId="{B48CD6E4-0F42-4710-9946-D2F61C3BE637}" srcId="{0A7A2F39-9BE1-4CE0-AD3A-266AEB8FD390}" destId="{C88A835C-FC48-4E06-8AEC-9A0009F84285}" srcOrd="2" destOrd="0" parTransId="{E6306A00-2D04-488B-9B95-13EC48F0DEA7}" sibTransId="{404D3824-7BE6-45DB-B351-E39765EB7967}"/>
    <dgm:cxn modelId="{D2114B00-7ECE-4535-B9FD-DCF5206BBC4C}" type="presOf" srcId="{C88A835C-FC48-4E06-8AEC-9A0009F84285}" destId="{087C5DB1-A246-4D79-AD0D-CDF97AFE8B30}" srcOrd="0" destOrd="0" presId="urn:microsoft.com/office/officeart/2005/8/layout/default#24"/>
    <dgm:cxn modelId="{2949E6EF-4690-4F57-9ED2-4001D1B6DD93}" type="presParOf" srcId="{57197A6D-3E36-4F15-B0EB-6A815FB2FBFA}" destId="{A4CE17A3-73FB-4AEC-B174-34722523C514}" srcOrd="0" destOrd="0" presId="urn:microsoft.com/office/officeart/2005/8/layout/default#24"/>
    <dgm:cxn modelId="{C69B92AD-7792-453C-9752-F4CE029A7D1A}" type="presParOf" srcId="{57197A6D-3E36-4F15-B0EB-6A815FB2FBFA}" destId="{51515CBD-1889-4AE5-AFF3-DF54EA0A5D60}" srcOrd="1" destOrd="0" presId="urn:microsoft.com/office/officeart/2005/8/layout/default#24"/>
    <dgm:cxn modelId="{E7FAAF2D-A982-4E9D-B741-BFA93823D641}" type="presParOf" srcId="{57197A6D-3E36-4F15-B0EB-6A815FB2FBFA}" destId="{4CB2DF3B-3AD8-4F00-9E39-FF5B30AEF59A}" srcOrd="2" destOrd="0" presId="urn:microsoft.com/office/officeart/2005/8/layout/default#24"/>
    <dgm:cxn modelId="{54A055EF-9296-400C-B2E2-240FBF33C63C}" type="presParOf" srcId="{57197A6D-3E36-4F15-B0EB-6A815FB2FBFA}" destId="{48FFA23C-C70C-40A3-8E44-A5AF898CFB75}" srcOrd="3" destOrd="0" presId="urn:microsoft.com/office/officeart/2005/8/layout/default#24"/>
    <dgm:cxn modelId="{4C7D79C1-D6A0-4177-950A-0AF0A0DAC308}" type="presParOf" srcId="{57197A6D-3E36-4F15-B0EB-6A815FB2FBFA}" destId="{087C5DB1-A246-4D79-AD0D-CDF97AFE8B30}" srcOrd="4" destOrd="0" presId="urn:microsoft.com/office/officeart/2005/8/layout/default#24"/>
  </dgm:cxnLst>
  <dgm:bg/>
  <dgm:whole/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75C5EFF-7511-47FC-B140-500FE86D4950}" type="doc">
      <dgm:prSet loTypeId="urn:microsoft.com/office/officeart/2005/8/layout/vList4#6" loCatId="list" qsTypeId="urn:microsoft.com/office/officeart/2005/8/quickstyle/3d3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3915427E-AAA4-4D03-A56A-D269E93C6256}">
      <dgm:prSet phldrT="[Text]"/>
      <dgm:spPr/>
      <dgm:t>
        <a:bodyPr/>
        <a:lstStyle/>
        <a:p>
          <a:r>
            <a:rPr lang="en-US" b="1" dirty="0" smtClean="0"/>
            <a:t>Project management software</a:t>
          </a:r>
          <a:r>
            <a:rPr lang="en-US" b="0" dirty="0" smtClean="0"/>
            <a:t> allows a user to plan, schedule, track, and analyze the events, resources, and costs of a project</a:t>
          </a:r>
          <a:endParaRPr lang="en-US" b="1" dirty="0"/>
        </a:p>
      </dgm:t>
    </dgm:pt>
    <dgm:pt modelId="{075FCD3D-D6F6-49E4-8D43-AE53BAFA7291}" type="parTrans" cxnId="{5559BB74-3CC7-4DE5-87AA-8AB210D8CF34}">
      <dgm:prSet/>
      <dgm:spPr/>
      <dgm:t>
        <a:bodyPr/>
        <a:lstStyle/>
        <a:p>
          <a:endParaRPr lang="en-US"/>
        </a:p>
      </dgm:t>
    </dgm:pt>
    <dgm:pt modelId="{AE154229-B273-4759-A4E9-05BD5068867A}" type="sibTrans" cxnId="{5559BB74-3CC7-4DE5-87AA-8AB210D8CF34}">
      <dgm:prSet/>
      <dgm:spPr/>
      <dgm:t>
        <a:bodyPr/>
        <a:lstStyle/>
        <a:p>
          <a:endParaRPr lang="en-US"/>
        </a:p>
      </dgm:t>
    </dgm:pt>
    <dgm:pt modelId="{C1BCAC97-195D-4AE5-B810-5C9D8058B673}">
      <dgm:prSet phldrT="[Text]"/>
      <dgm:spPr/>
      <dgm:t>
        <a:bodyPr/>
        <a:lstStyle/>
        <a:p>
          <a:r>
            <a:rPr lang="en-US" b="1" dirty="0" smtClean="0"/>
            <a:t>Accounting software</a:t>
          </a:r>
          <a:r>
            <a:rPr lang="en-US" b="0" dirty="0" smtClean="0"/>
            <a:t> helps companies record and report their financial transactions</a:t>
          </a:r>
          <a:endParaRPr lang="en-US" b="1" dirty="0"/>
        </a:p>
      </dgm:t>
    </dgm:pt>
    <dgm:pt modelId="{00905564-FB73-4AA8-A884-9977F16398BE}" type="parTrans" cxnId="{802C77BC-0590-4FDC-8DCD-EA0756FD27EC}">
      <dgm:prSet/>
      <dgm:spPr/>
      <dgm:t>
        <a:bodyPr/>
        <a:lstStyle/>
        <a:p>
          <a:endParaRPr lang="en-US"/>
        </a:p>
      </dgm:t>
    </dgm:pt>
    <dgm:pt modelId="{F4A2D3CC-4A86-4AE6-8D0E-838353F5AB29}" type="sibTrans" cxnId="{802C77BC-0590-4FDC-8DCD-EA0756FD27EC}">
      <dgm:prSet/>
      <dgm:spPr/>
      <dgm:t>
        <a:bodyPr/>
        <a:lstStyle/>
        <a:p>
          <a:endParaRPr lang="en-US"/>
        </a:p>
      </dgm:t>
    </dgm:pt>
    <dgm:pt modelId="{21ACFA65-A309-4C69-A444-8C2DB6053788}">
      <dgm:prSet phldrT="[Text]"/>
      <dgm:spPr/>
      <dgm:t>
        <a:bodyPr/>
        <a:lstStyle/>
        <a:p>
          <a:r>
            <a:rPr lang="en-US" b="1" dirty="0" smtClean="0"/>
            <a:t>Document management software</a:t>
          </a:r>
          <a:r>
            <a:rPr lang="en-US" b="0" dirty="0" smtClean="0"/>
            <a:t> provides a means for sharing, distributing, and searching through documents by converting them into a format that can be viewed by any user</a:t>
          </a:r>
          <a:endParaRPr lang="en-US" b="1" dirty="0"/>
        </a:p>
      </dgm:t>
    </dgm:pt>
    <dgm:pt modelId="{F97F6811-9100-4F20-9EDB-B9199FB6047E}" type="parTrans" cxnId="{222438E8-B78B-4589-8D2C-499BAD2FB1F4}">
      <dgm:prSet/>
      <dgm:spPr/>
      <dgm:t>
        <a:bodyPr/>
        <a:lstStyle/>
        <a:p>
          <a:endParaRPr lang="en-US"/>
        </a:p>
      </dgm:t>
    </dgm:pt>
    <dgm:pt modelId="{988CCBB4-6006-4F7A-AA30-721967D97822}" type="sibTrans" cxnId="{222438E8-B78B-4589-8D2C-499BAD2FB1F4}">
      <dgm:prSet/>
      <dgm:spPr/>
      <dgm:t>
        <a:bodyPr/>
        <a:lstStyle/>
        <a:p>
          <a:endParaRPr lang="en-US"/>
        </a:p>
      </dgm:t>
    </dgm:pt>
    <dgm:pt modelId="{28C2519C-0580-4C59-8625-AC96D45D5CFE}" type="pres">
      <dgm:prSet presAssocID="{675C5EFF-7511-47FC-B140-500FE86D4950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8CEE63A-A1FF-4B2B-8195-78740C6CB32D}" type="pres">
      <dgm:prSet presAssocID="{3915427E-AAA4-4D03-A56A-D269E93C6256}" presName="comp" presStyleCnt="0"/>
      <dgm:spPr/>
    </dgm:pt>
    <dgm:pt modelId="{22B53E29-844A-40BC-964F-81407918A792}" type="pres">
      <dgm:prSet presAssocID="{3915427E-AAA4-4D03-A56A-D269E93C6256}" presName="box" presStyleLbl="node1" presStyleIdx="0" presStyleCnt="3"/>
      <dgm:spPr/>
      <dgm:t>
        <a:bodyPr/>
        <a:lstStyle/>
        <a:p>
          <a:endParaRPr lang="en-US"/>
        </a:p>
      </dgm:t>
    </dgm:pt>
    <dgm:pt modelId="{7FE76721-E5CD-4688-999A-C841B67F266B}" type="pres">
      <dgm:prSet presAssocID="{3915427E-AAA4-4D03-A56A-D269E93C6256}" presName="img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F805E522-0852-4B94-8AA4-0F6A5532BC2F}" type="pres">
      <dgm:prSet presAssocID="{3915427E-AAA4-4D03-A56A-D269E93C6256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7C0023-528A-4B9C-BE56-9214A6AA1019}" type="pres">
      <dgm:prSet presAssocID="{AE154229-B273-4759-A4E9-05BD5068867A}" presName="spacer" presStyleCnt="0"/>
      <dgm:spPr/>
    </dgm:pt>
    <dgm:pt modelId="{DE903F81-11FF-4A87-8D68-074CFCD0CFCB}" type="pres">
      <dgm:prSet presAssocID="{C1BCAC97-195D-4AE5-B810-5C9D8058B673}" presName="comp" presStyleCnt="0"/>
      <dgm:spPr/>
    </dgm:pt>
    <dgm:pt modelId="{052D7784-01A2-4065-9D6E-7DDDC5C48696}" type="pres">
      <dgm:prSet presAssocID="{C1BCAC97-195D-4AE5-B810-5C9D8058B673}" presName="box" presStyleLbl="node1" presStyleIdx="1" presStyleCnt="3"/>
      <dgm:spPr/>
      <dgm:t>
        <a:bodyPr/>
        <a:lstStyle/>
        <a:p>
          <a:endParaRPr lang="en-US"/>
        </a:p>
      </dgm:t>
    </dgm:pt>
    <dgm:pt modelId="{9B7EF72A-6DCB-41BC-9F3F-C7AE178BB7F7}" type="pres">
      <dgm:prSet presAssocID="{C1BCAC97-195D-4AE5-B810-5C9D8058B673}" presName="img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C66032C1-1A42-4947-BD9C-FF73998DAE4C}" type="pres">
      <dgm:prSet presAssocID="{C1BCAC97-195D-4AE5-B810-5C9D8058B673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F23429-30EA-4E39-A9E2-B4CC7CAD4CBB}" type="pres">
      <dgm:prSet presAssocID="{F4A2D3CC-4A86-4AE6-8D0E-838353F5AB29}" presName="spacer" presStyleCnt="0"/>
      <dgm:spPr/>
    </dgm:pt>
    <dgm:pt modelId="{BD84B6DF-C9EA-405B-82E0-8616A5539D8F}" type="pres">
      <dgm:prSet presAssocID="{21ACFA65-A309-4C69-A444-8C2DB6053788}" presName="comp" presStyleCnt="0"/>
      <dgm:spPr/>
    </dgm:pt>
    <dgm:pt modelId="{66BBEAA8-57CB-4D1B-9A0C-C71229F10C3E}" type="pres">
      <dgm:prSet presAssocID="{21ACFA65-A309-4C69-A444-8C2DB6053788}" presName="box" presStyleLbl="node1" presStyleIdx="2" presStyleCnt="3"/>
      <dgm:spPr/>
      <dgm:t>
        <a:bodyPr/>
        <a:lstStyle/>
        <a:p>
          <a:endParaRPr lang="en-US"/>
        </a:p>
      </dgm:t>
    </dgm:pt>
    <dgm:pt modelId="{F99E5F16-0F36-4BEE-B24A-676CAF3B1099}" type="pres">
      <dgm:prSet presAssocID="{21ACFA65-A309-4C69-A444-8C2DB6053788}" presName="img" presStyleLbl="fgImgPlace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311AF4FD-60B9-46F8-B878-0BFFF9AD4911}" type="pres">
      <dgm:prSet presAssocID="{21ACFA65-A309-4C69-A444-8C2DB6053788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D1654DE-6530-4594-A7A6-500700EC9601}" type="presOf" srcId="{3915427E-AAA4-4D03-A56A-D269E93C6256}" destId="{22B53E29-844A-40BC-964F-81407918A792}" srcOrd="0" destOrd="0" presId="urn:microsoft.com/office/officeart/2005/8/layout/vList4#6"/>
    <dgm:cxn modelId="{F9E75E96-B73B-42C0-B891-CF9ADB59C5B6}" type="presOf" srcId="{3915427E-AAA4-4D03-A56A-D269E93C6256}" destId="{F805E522-0852-4B94-8AA4-0F6A5532BC2F}" srcOrd="1" destOrd="0" presId="urn:microsoft.com/office/officeart/2005/8/layout/vList4#6"/>
    <dgm:cxn modelId="{FE74E841-ADA7-4657-BD24-BB32270F107C}" type="presOf" srcId="{21ACFA65-A309-4C69-A444-8C2DB6053788}" destId="{311AF4FD-60B9-46F8-B878-0BFFF9AD4911}" srcOrd="1" destOrd="0" presId="urn:microsoft.com/office/officeart/2005/8/layout/vList4#6"/>
    <dgm:cxn modelId="{222438E8-B78B-4589-8D2C-499BAD2FB1F4}" srcId="{675C5EFF-7511-47FC-B140-500FE86D4950}" destId="{21ACFA65-A309-4C69-A444-8C2DB6053788}" srcOrd="2" destOrd="0" parTransId="{F97F6811-9100-4F20-9EDB-B9199FB6047E}" sibTransId="{988CCBB4-6006-4F7A-AA30-721967D97822}"/>
    <dgm:cxn modelId="{CACCA78D-64C7-4132-96AA-E15A88B11CA0}" type="presOf" srcId="{C1BCAC97-195D-4AE5-B810-5C9D8058B673}" destId="{C66032C1-1A42-4947-BD9C-FF73998DAE4C}" srcOrd="1" destOrd="0" presId="urn:microsoft.com/office/officeart/2005/8/layout/vList4#6"/>
    <dgm:cxn modelId="{A2B3918D-7708-4212-ADD0-6A04426F7F7B}" type="presOf" srcId="{21ACFA65-A309-4C69-A444-8C2DB6053788}" destId="{66BBEAA8-57CB-4D1B-9A0C-C71229F10C3E}" srcOrd="0" destOrd="0" presId="urn:microsoft.com/office/officeart/2005/8/layout/vList4#6"/>
    <dgm:cxn modelId="{5559BB74-3CC7-4DE5-87AA-8AB210D8CF34}" srcId="{675C5EFF-7511-47FC-B140-500FE86D4950}" destId="{3915427E-AAA4-4D03-A56A-D269E93C6256}" srcOrd="0" destOrd="0" parTransId="{075FCD3D-D6F6-49E4-8D43-AE53BAFA7291}" sibTransId="{AE154229-B273-4759-A4E9-05BD5068867A}"/>
    <dgm:cxn modelId="{F49E343E-C073-4032-9E3F-807AA009C319}" type="presOf" srcId="{675C5EFF-7511-47FC-B140-500FE86D4950}" destId="{28C2519C-0580-4C59-8625-AC96D45D5CFE}" srcOrd="0" destOrd="0" presId="urn:microsoft.com/office/officeart/2005/8/layout/vList4#6"/>
    <dgm:cxn modelId="{BC5911D6-48F5-4DBA-8055-D6883E02E4B4}" type="presOf" srcId="{C1BCAC97-195D-4AE5-B810-5C9D8058B673}" destId="{052D7784-01A2-4065-9D6E-7DDDC5C48696}" srcOrd="0" destOrd="0" presId="urn:microsoft.com/office/officeart/2005/8/layout/vList4#6"/>
    <dgm:cxn modelId="{802C77BC-0590-4FDC-8DCD-EA0756FD27EC}" srcId="{675C5EFF-7511-47FC-B140-500FE86D4950}" destId="{C1BCAC97-195D-4AE5-B810-5C9D8058B673}" srcOrd="1" destOrd="0" parTransId="{00905564-FB73-4AA8-A884-9977F16398BE}" sibTransId="{F4A2D3CC-4A86-4AE6-8D0E-838353F5AB29}"/>
    <dgm:cxn modelId="{58E8909E-D48E-4B0F-94B3-EF185F9A6742}" type="presParOf" srcId="{28C2519C-0580-4C59-8625-AC96D45D5CFE}" destId="{38CEE63A-A1FF-4B2B-8195-78740C6CB32D}" srcOrd="0" destOrd="0" presId="urn:microsoft.com/office/officeart/2005/8/layout/vList4#6"/>
    <dgm:cxn modelId="{A24EA635-547C-4592-B102-BCBD35134A04}" type="presParOf" srcId="{38CEE63A-A1FF-4B2B-8195-78740C6CB32D}" destId="{22B53E29-844A-40BC-964F-81407918A792}" srcOrd="0" destOrd="0" presId="urn:microsoft.com/office/officeart/2005/8/layout/vList4#6"/>
    <dgm:cxn modelId="{5FAA47CA-D9EB-4EF2-99A5-B22318B4AFD2}" type="presParOf" srcId="{38CEE63A-A1FF-4B2B-8195-78740C6CB32D}" destId="{7FE76721-E5CD-4688-999A-C841B67F266B}" srcOrd="1" destOrd="0" presId="urn:microsoft.com/office/officeart/2005/8/layout/vList4#6"/>
    <dgm:cxn modelId="{D99D91D6-5B83-4E24-9193-91A5D3E4B4D5}" type="presParOf" srcId="{38CEE63A-A1FF-4B2B-8195-78740C6CB32D}" destId="{F805E522-0852-4B94-8AA4-0F6A5532BC2F}" srcOrd="2" destOrd="0" presId="urn:microsoft.com/office/officeart/2005/8/layout/vList4#6"/>
    <dgm:cxn modelId="{AB2C127B-6F5E-4763-816F-623F4A1F9913}" type="presParOf" srcId="{28C2519C-0580-4C59-8625-AC96D45D5CFE}" destId="{BD7C0023-528A-4B9C-BE56-9214A6AA1019}" srcOrd="1" destOrd="0" presId="urn:microsoft.com/office/officeart/2005/8/layout/vList4#6"/>
    <dgm:cxn modelId="{8FC89E3F-BFC0-4108-B45F-428A35B0104F}" type="presParOf" srcId="{28C2519C-0580-4C59-8625-AC96D45D5CFE}" destId="{DE903F81-11FF-4A87-8D68-074CFCD0CFCB}" srcOrd="2" destOrd="0" presId="urn:microsoft.com/office/officeart/2005/8/layout/vList4#6"/>
    <dgm:cxn modelId="{C4764087-BB0E-4B1C-A66F-D0C5C5A61670}" type="presParOf" srcId="{DE903F81-11FF-4A87-8D68-074CFCD0CFCB}" destId="{052D7784-01A2-4065-9D6E-7DDDC5C48696}" srcOrd="0" destOrd="0" presId="urn:microsoft.com/office/officeart/2005/8/layout/vList4#6"/>
    <dgm:cxn modelId="{5F4F611E-D406-481E-966A-009246B5E69B}" type="presParOf" srcId="{DE903F81-11FF-4A87-8D68-074CFCD0CFCB}" destId="{9B7EF72A-6DCB-41BC-9F3F-C7AE178BB7F7}" srcOrd="1" destOrd="0" presId="urn:microsoft.com/office/officeart/2005/8/layout/vList4#6"/>
    <dgm:cxn modelId="{A573E63D-D280-492D-89D8-D0139C1BB786}" type="presParOf" srcId="{DE903F81-11FF-4A87-8D68-074CFCD0CFCB}" destId="{C66032C1-1A42-4947-BD9C-FF73998DAE4C}" srcOrd="2" destOrd="0" presId="urn:microsoft.com/office/officeart/2005/8/layout/vList4#6"/>
    <dgm:cxn modelId="{29805E02-5D95-4D3D-92A6-9A7050C1BA4D}" type="presParOf" srcId="{28C2519C-0580-4C59-8625-AC96D45D5CFE}" destId="{FFF23429-30EA-4E39-A9E2-B4CC7CAD4CBB}" srcOrd="3" destOrd="0" presId="urn:microsoft.com/office/officeart/2005/8/layout/vList4#6"/>
    <dgm:cxn modelId="{4649D404-9B71-4D4E-8E3E-5DE2B96B33CC}" type="presParOf" srcId="{28C2519C-0580-4C59-8625-AC96D45D5CFE}" destId="{BD84B6DF-C9EA-405B-82E0-8616A5539D8F}" srcOrd="4" destOrd="0" presId="urn:microsoft.com/office/officeart/2005/8/layout/vList4#6"/>
    <dgm:cxn modelId="{FE54FF40-5F0C-4435-B21C-83D61B69AB88}" type="presParOf" srcId="{BD84B6DF-C9EA-405B-82E0-8616A5539D8F}" destId="{66BBEAA8-57CB-4D1B-9A0C-C71229F10C3E}" srcOrd="0" destOrd="0" presId="urn:microsoft.com/office/officeart/2005/8/layout/vList4#6"/>
    <dgm:cxn modelId="{55CEDB95-69D6-4140-AF90-3DF0E68DFC47}" type="presParOf" srcId="{BD84B6DF-C9EA-405B-82E0-8616A5539D8F}" destId="{F99E5F16-0F36-4BEE-B24A-676CAF3B1099}" srcOrd="1" destOrd="0" presId="urn:microsoft.com/office/officeart/2005/8/layout/vList4#6"/>
    <dgm:cxn modelId="{5B9950DD-99F3-489A-8007-55CF4D6623DC}" type="presParOf" srcId="{BD84B6DF-C9EA-405B-82E0-8616A5539D8F}" destId="{311AF4FD-60B9-46F8-B878-0BFFF9AD4911}" srcOrd="2" destOrd="0" presId="urn:microsoft.com/office/officeart/2005/8/layout/vList4#6"/>
  </dgm:cxnLst>
  <dgm:bg/>
  <dgm:whole/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C28C8CF-E1E2-40EB-B559-111D434D2FC1}" type="doc">
      <dgm:prSet loTypeId="urn:microsoft.com/office/officeart/2005/8/layout/default#25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E921B766-5147-4078-A573-DCC3AA88C115}">
      <dgm:prSet phldrT="[Text]"/>
      <dgm:spPr/>
      <dgm:t>
        <a:bodyPr/>
        <a:lstStyle/>
        <a:p>
          <a:r>
            <a:rPr lang="en-US" dirty="0" smtClean="0"/>
            <a:t>Human resources</a:t>
          </a:r>
          <a:endParaRPr lang="en-US" dirty="0"/>
        </a:p>
      </dgm:t>
    </dgm:pt>
    <dgm:pt modelId="{0B58E6C2-6B95-435F-B202-AB4108CCFC87}" type="parTrans" cxnId="{7571DA15-2559-4E9D-A439-171FC0EF80DA}">
      <dgm:prSet/>
      <dgm:spPr/>
      <dgm:t>
        <a:bodyPr/>
        <a:lstStyle/>
        <a:p>
          <a:endParaRPr lang="en-US"/>
        </a:p>
      </dgm:t>
    </dgm:pt>
    <dgm:pt modelId="{7D4B1814-C9E9-4FCE-88AB-AA70E849AB70}" type="sibTrans" cxnId="{7571DA15-2559-4E9D-A439-171FC0EF80DA}">
      <dgm:prSet/>
      <dgm:spPr/>
      <dgm:t>
        <a:bodyPr/>
        <a:lstStyle/>
        <a:p>
          <a:endParaRPr lang="en-US"/>
        </a:p>
      </dgm:t>
    </dgm:pt>
    <dgm:pt modelId="{8E68E4E6-28B3-42B5-8722-B9058D5E9223}">
      <dgm:prSet phldrT="[Text]"/>
      <dgm:spPr/>
      <dgm:t>
        <a:bodyPr/>
        <a:lstStyle/>
        <a:p>
          <a:r>
            <a:rPr lang="en-US" dirty="0" smtClean="0"/>
            <a:t>Accounting</a:t>
          </a:r>
          <a:endParaRPr lang="en-US" dirty="0"/>
        </a:p>
      </dgm:t>
    </dgm:pt>
    <dgm:pt modelId="{9A436725-0517-41F0-A23F-B9F428A839BA}" type="parTrans" cxnId="{51811A31-9B96-412B-977E-F072110753F4}">
      <dgm:prSet/>
      <dgm:spPr/>
      <dgm:t>
        <a:bodyPr/>
        <a:lstStyle/>
        <a:p>
          <a:endParaRPr lang="en-US"/>
        </a:p>
      </dgm:t>
    </dgm:pt>
    <dgm:pt modelId="{4467399B-4BA0-4351-AD22-DD2B714E73C7}" type="sibTrans" cxnId="{51811A31-9B96-412B-977E-F072110753F4}">
      <dgm:prSet/>
      <dgm:spPr/>
      <dgm:t>
        <a:bodyPr/>
        <a:lstStyle/>
        <a:p>
          <a:endParaRPr lang="en-US"/>
        </a:p>
      </dgm:t>
    </dgm:pt>
    <dgm:pt modelId="{9ED758B3-B5E7-4FE7-A36A-1BE7D75F4985}">
      <dgm:prSet phldrT="[Text]"/>
      <dgm:spPr/>
      <dgm:t>
        <a:bodyPr/>
        <a:lstStyle/>
        <a:p>
          <a:r>
            <a:rPr lang="en-US" dirty="0" smtClean="0"/>
            <a:t>Engineering</a:t>
          </a:r>
          <a:endParaRPr lang="en-US" dirty="0"/>
        </a:p>
      </dgm:t>
    </dgm:pt>
    <dgm:pt modelId="{C60657FA-D8B9-4183-9DD1-E7DCAA3AA827}" type="parTrans" cxnId="{3D406A1E-449E-41DF-B8F5-0846F038FC04}">
      <dgm:prSet/>
      <dgm:spPr/>
      <dgm:t>
        <a:bodyPr/>
        <a:lstStyle/>
        <a:p>
          <a:endParaRPr lang="en-US"/>
        </a:p>
      </dgm:t>
    </dgm:pt>
    <dgm:pt modelId="{7B7C36E9-55D2-446F-ABB4-0B69A659C120}" type="sibTrans" cxnId="{3D406A1E-449E-41DF-B8F5-0846F038FC04}">
      <dgm:prSet/>
      <dgm:spPr/>
      <dgm:t>
        <a:bodyPr/>
        <a:lstStyle/>
        <a:p>
          <a:endParaRPr lang="en-US"/>
        </a:p>
      </dgm:t>
    </dgm:pt>
    <dgm:pt modelId="{1743368D-0ED0-4173-BB7F-9FB66D7468B4}">
      <dgm:prSet phldrT="[Text]"/>
      <dgm:spPr/>
      <dgm:t>
        <a:bodyPr/>
        <a:lstStyle/>
        <a:p>
          <a:r>
            <a:rPr lang="en-US" dirty="0" smtClean="0"/>
            <a:t>Marketing</a:t>
          </a:r>
          <a:endParaRPr lang="en-US" dirty="0"/>
        </a:p>
      </dgm:t>
    </dgm:pt>
    <dgm:pt modelId="{F6D93BF0-ADCD-40C5-B89D-A6F6726F4E60}" type="parTrans" cxnId="{101537C9-B8A6-49C9-ACD8-BF7A8C9E45DB}">
      <dgm:prSet/>
      <dgm:spPr/>
      <dgm:t>
        <a:bodyPr/>
        <a:lstStyle/>
        <a:p>
          <a:endParaRPr lang="en-US"/>
        </a:p>
      </dgm:t>
    </dgm:pt>
    <dgm:pt modelId="{3E135AA4-9239-46EC-A670-E98C4DDAB1E2}" type="sibTrans" cxnId="{101537C9-B8A6-49C9-ACD8-BF7A8C9E45DB}">
      <dgm:prSet/>
      <dgm:spPr/>
      <dgm:t>
        <a:bodyPr/>
        <a:lstStyle/>
        <a:p>
          <a:endParaRPr lang="en-US"/>
        </a:p>
      </dgm:t>
    </dgm:pt>
    <dgm:pt modelId="{B94155C6-E3FC-4477-AB3D-E0EACFF5882F}">
      <dgm:prSet phldrT="[Text]"/>
      <dgm:spPr/>
      <dgm:t>
        <a:bodyPr/>
        <a:lstStyle/>
        <a:p>
          <a:r>
            <a:rPr lang="en-US" dirty="0" smtClean="0"/>
            <a:t>Sales</a:t>
          </a:r>
          <a:endParaRPr lang="en-US" dirty="0"/>
        </a:p>
      </dgm:t>
    </dgm:pt>
    <dgm:pt modelId="{73DDA990-824F-49F5-8B6D-F7627CDDA50D}" type="parTrans" cxnId="{03E4E97D-5705-45B8-9B2E-DCE8DD0968C4}">
      <dgm:prSet/>
      <dgm:spPr/>
      <dgm:t>
        <a:bodyPr/>
        <a:lstStyle/>
        <a:p>
          <a:endParaRPr lang="en-US"/>
        </a:p>
      </dgm:t>
    </dgm:pt>
    <dgm:pt modelId="{CC2E849A-117E-4B8A-AC43-DC8B2811C7B8}" type="sibTrans" cxnId="{03E4E97D-5705-45B8-9B2E-DCE8DD0968C4}">
      <dgm:prSet/>
      <dgm:spPr/>
      <dgm:t>
        <a:bodyPr/>
        <a:lstStyle/>
        <a:p>
          <a:endParaRPr lang="en-US"/>
        </a:p>
      </dgm:t>
    </dgm:pt>
    <dgm:pt modelId="{88BE140C-0CC7-4E45-859F-E38E621C0590}">
      <dgm:prSet phldrT="[Text]"/>
      <dgm:spPr/>
      <dgm:t>
        <a:bodyPr/>
        <a:lstStyle/>
        <a:p>
          <a:r>
            <a:rPr lang="en-US" dirty="0" smtClean="0"/>
            <a:t>Distribution</a:t>
          </a:r>
          <a:endParaRPr lang="en-US" dirty="0"/>
        </a:p>
      </dgm:t>
    </dgm:pt>
    <dgm:pt modelId="{AC92681A-8FB6-4858-AF63-CD5282661066}" type="parTrans" cxnId="{E287AB38-C56C-4925-A508-7A42E79F4F9F}">
      <dgm:prSet/>
      <dgm:spPr/>
      <dgm:t>
        <a:bodyPr/>
        <a:lstStyle/>
        <a:p>
          <a:endParaRPr lang="en-US"/>
        </a:p>
      </dgm:t>
    </dgm:pt>
    <dgm:pt modelId="{E741BB70-7821-45DC-9071-5531396EC229}" type="sibTrans" cxnId="{E287AB38-C56C-4925-A508-7A42E79F4F9F}">
      <dgm:prSet/>
      <dgm:spPr/>
      <dgm:t>
        <a:bodyPr/>
        <a:lstStyle/>
        <a:p>
          <a:endParaRPr lang="en-US"/>
        </a:p>
      </dgm:t>
    </dgm:pt>
    <dgm:pt modelId="{2B6A8241-3744-46A5-9504-2524A0A91BD6}">
      <dgm:prSet phldrT="[Text]"/>
      <dgm:spPr/>
      <dgm:t>
        <a:bodyPr/>
        <a:lstStyle/>
        <a:p>
          <a:r>
            <a:rPr lang="en-US" dirty="0" smtClean="0"/>
            <a:t>Customer service</a:t>
          </a:r>
          <a:endParaRPr lang="en-US" dirty="0"/>
        </a:p>
      </dgm:t>
    </dgm:pt>
    <dgm:pt modelId="{C0869673-38AC-4E5B-9E9F-76B09A34717B}" type="parTrans" cxnId="{FC03EC64-0510-44D1-BA5F-9EC54D5C7B79}">
      <dgm:prSet/>
      <dgm:spPr/>
      <dgm:t>
        <a:bodyPr/>
        <a:lstStyle/>
        <a:p>
          <a:endParaRPr lang="en-US"/>
        </a:p>
      </dgm:t>
    </dgm:pt>
    <dgm:pt modelId="{DF8DFF27-B4EB-457D-A099-A3F1C9CD52FD}" type="sibTrans" cxnId="{FC03EC64-0510-44D1-BA5F-9EC54D5C7B79}">
      <dgm:prSet/>
      <dgm:spPr/>
      <dgm:t>
        <a:bodyPr/>
        <a:lstStyle/>
        <a:p>
          <a:endParaRPr lang="en-US"/>
        </a:p>
      </dgm:t>
    </dgm:pt>
    <dgm:pt modelId="{1BB57660-3898-49E3-8A83-F6135C4989F7}">
      <dgm:prSet phldrT="[Text]"/>
      <dgm:spPr/>
      <dgm:t>
        <a:bodyPr/>
        <a:lstStyle/>
        <a:p>
          <a:r>
            <a:rPr lang="en-US" dirty="0" smtClean="0"/>
            <a:t>Information technology</a:t>
          </a:r>
          <a:endParaRPr lang="en-US" dirty="0"/>
        </a:p>
      </dgm:t>
    </dgm:pt>
    <dgm:pt modelId="{F71BF7D3-B49D-42E6-859C-252D1A2CC5C8}" type="parTrans" cxnId="{2FEF6BCC-9E47-4E2E-8373-3320FD7CED8B}">
      <dgm:prSet/>
      <dgm:spPr/>
      <dgm:t>
        <a:bodyPr/>
        <a:lstStyle/>
        <a:p>
          <a:endParaRPr lang="en-US"/>
        </a:p>
      </dgm:t>
    </dgm:pt>
    <dgm:pt modelId="{00095734-70A4-4781-83D6-E6852B88CB05}" type="sibTrans" cxnId="{2FEF6BCC-9E47-4E2E-8373-3320FD7CED8B}">
      <dgm:prSet/>
      <dgm:spPr/>
      <dgm:t>
        <a:bodyPr/>
        <a:lstStyle/>
        <a:p>
          <a:endParaRPr lang="en-US"/>
        </a:p>
      </dgm:t>
    </dgm:pt>
    <dgm:pt modelId="{20761C33-AD86-4F8B-9BF1-4FEEF7DFB57A}">
      <dgm:prSet phldrT="[Text]"/>
      <dgm:spPr/>
      <dgm:t>
        <a:bodyPr/>
        <a:lstStyle/>
        <a:p>
          <a:r>
            <a:rPr lang="en-US" dirty="0" smtClean="0"/>
            <a:t>Manufacturing</a:t>
          </a:r>
          <a:endParaRPr lang="en-US" dirty="0"/>
        </a:p>
      </dgm:t>
    </dgm:pt>
    <dgm:pt modelId="{0AA58B40-B0A5-4203-8F2F-E19C6A39CA40}" type="parTrans" cxnId="{F991616D-9CD9-4B63-9C33-CCA7DE042FFF}">
      <dgm:prSet/>
      <dgm:spPr/>
      <dgm:t>
        <a:bodyPr/>
        <a:lstStyle/>
        <a:p>
          <a:endParaRPr lang="en-US"/>
        </a:p>
      </dgm:t>
    </dgm:pt>
    <dgm:pt modelId="{5F4C813C-282D-422D-9E17-8866FCDF55E5}" type="sibTrans" cxnId="{F991616D-9CD9-4B63-9C33-CCA7DE042FFF}">
      <dgm:prSet/>
      <dgm:spPr/>
      <dgm:t>
        <a:bodyPr/>
        <a:lstStyle/>
        <a:p>
          <a:endParaRPr lang="en-US"/>
        </a:p>
      </dgm:t>
    </dgm:pt>
    <dgm:pt modelId="{C5A12399-4354-418D-80F2-F8599988EA9A}" type="pres">
      <dgm:prSet presAssocID="{2C28C8CF-E1E2-40EB-B559-111D434D2FC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2EC1196-9756-4818-A888-89D41D08D079}" type="pres">
      <dgm:prSet presAssocID="{E921B766-5147-4078-A573-DCC3AA88C115}" presName="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B28E8CD-D4A2-4869-B473-BCEF2C20FC47}" type="pres">
      <dgm:prSet presAssocID="{7D4B1814-C9E9-4FCE-88AB-AA70E849AB70}" presName="sibTrans" presStyleCnt="0"/>
      <dgm:spPr/>
    </dgm:pt>
    <dgm:pt modelId="{CCBFCFA6-A068-4174-A940-6D27EB377E79}" type="pres">
      <dgm:prSet presAssocID="{8E68E4E6-28B3-42B5-8722-B9058D5E9223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7411F6-0554-4BED-8469-317D5A32E73E}" type="pres">
      <dgm:prSet presAssocID="{4467399B-4BA0-4351-AD22-DD2B714E73C7}" presName="sibTrans" presStyleCnt="0"/>
      <dgm:spPr/>
    </dgm:pt>
    <dgm:pt modelId="{F77485D5-8E00-4694-B0F9-82D874722AE6}" type="pres">
      <dgm:prSet presAssocID="{9ED758B3-B5E7-4FE7-A36A-1BE7D75F4985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B8EC5F-145F-4C96-8AB8-B22A1622A81D}" type="pres">
      <dgm:prSet presAssocID="{7B7C36E9-55D2-446F-ABB4-0B69A659C120}" presName="sibTrans" presStyleCnt="0"/>
      <dgm:spPr/>
    </dgm:pt>
    <dgm:pt modelId="{00E81F37-C67C-4F09-ABDE-F182261B0722}" type="pres">
      <dgm:prSet presAssocID="{20761C33-AD86-4F8B-9BF1-4FEEF7DFB57A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66884E-E8BD-4557-B42A-26DC6E40EB75}" type="pres">
      <dgm:prSet presAssocID="{5F4C813C-282D-422D-9E17-8866FCDF55E5}" presName="sibTrans" presStyleCnt="0"/>
      <dgm:spPr/>
    </dgm:pt>
    <dgm:pt modelId="{7E0B22BE-9783-4E0E-AEB4-77C1FC4B1514}" type="pres">
      <dgm:prSet presAssocID="{1743368D-0ED0-4173-BB7F-9FB66D7468B4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9355B97-7B9C-4518-944C-7BE28A621EB5}" type="pres">
      <dgm:prSet presAssocID="{3E135AA4-9239-46EC-A670-E98C4DDAB1E2}" presName="sibTrans" presStyleCnt="0"/>
      <dgm:spPr/>
    </dgm:pt>
    <dgm:pt modelId="{143840DA-A7F2-4CE1-91CE-D2C1587BF0A4}" type="pres">
      <dgm:prSet presAssocID="{B94155C6-E3FC-4477-AB3D-E0EACFF5882F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19748C-D2E0-4ED3-9D6C-19358C3A5E0F}" type="pres">
      <dgm:prSet presAssocID="{CC2E849A-117E-4B8A-AC43-DC8B2811C7B8}" presName="sibTrans" presStyleCnt="0"/>
      <dgm:spPr/>
    </dgm:pt>
    <dgm:pt modelId="{9255BD6B-D3B7-4816-9159-4C4EF231D39F}" type="pres">
      <dgm:prSet presAssocID="{88BE140C-0CC7-4E45-859F-E38E621C0590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1183FB-CA97-4A15-9ECE-97A7109DBC58}" type="pres">
      <dgm:prSet presAssocID="{E741BB70-7821-45DC-9071-5531396EC229}" presName="sibTrans" presStyleCnt="0"/>
      <dgm:spPr/>
    </dgm:pt>
    <dgm:pt modelId="{CDB42D0A-1D93-482C-AE6F-C85A78BD07B1}" type="pres">
      <dgm:prSet presAssocID="{2B6A8241-3744-46A5-9504-2524A0A91BD6}" presName="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AFD81A-D3DF-446E-A246-9FD666E56692}" type="pres">
      <dgm:prSet presAssocID="{DF8DFF27-B4EB-457D-A099-A3F1C9CD52FD}" presName="sibTrans" presStyleCnt="0"/>
      <dgm:spPr/>
    </dgm:pt>
    <dgm:pt modelId="{A45F9CF0-CB0B-4FE7-983F-3486DDD4C581}" type="pres">
      <dgm:prSet presAssocID="{1BB57660-3898-49E3-8A83-F6135C4989F7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32851E5-2300-4F51-B15C-BDDB00D4BA5B}" type="presOf" srcId="{9ED758B3-B5E7-4FE7-A36A-1BE7D75F4985}" destId="{F77485D5-8E00-4694-B0F9-82D874722AE6}" srcOrd="0" destOrd="0" presId="urn:microsoft.com/office/officeart/2005/8/layout/default#25"/>
    <dgm:cxn modelId="{84759856-4C8B-4830-8E36-62A38D3EFD08}" type="presOf" srcId="{8E68E4E6-28B3-42B5-8722-B9058D5E9223}" destId="{CCBFCFA6-A068-4174-A940-6D27EB377E79}" srcOrd="0" destOrd="0" presId="urn:microsoft.com/office/officeart/2005/8/layout/default#25"/>
    <dgm:cxn modelId="{F991616D-9CD9-4B63-9C33-CCA7DE042FFF}" srcId="{2C28C8CF-E1E2-40EB-B559-111D434D2FC1}" destId="{20761C33-AD86-4F8B-9BF1-4FEEF7DFB57A}" srcOrd="3" destOrd="0" parTransId="{0AA58B40-B0A5-4203-8F2F-E19C6A39CA40}" sibTransId="{5F4C813C-282D-422D-9E17-8866FCDF55E5}"/>
    <dgm:cxn modelId="{03E4E97D-5705-45B8-9B2E-DCE8DD0968C4}" srcId="{2C28C8CF-E1E2-40EB-B559-111D434D2FC1}" destId="{B94155C6-E3FC-4477-AB3D-E0EACFF5882F}" srcOrd="5" destOrd="0" parTransId="{73DDA990-824F-49F5-8B6D-F7627CDDA50D}" sibTransId="{CC2E849A-117E-4B8A-AC43-DC8B2811C7B8}"/>
    <dgm:cxn modelId="{C41DFBC2-1AD5-4109-8870-B0FDC337C14A}" type="presOf" srcId="{88BE140C-0CC7-4E45-859F-E38E621C0590}" destId="{9255BD6B-D3B7-4816-9159-4C4EF231D39F}" srcOrd="0" destOrd="0" presId="urn:microsoft.com/office/officeart/2005/8/layout/default#25"/>
    <dgm:cxn modelId="{4F2FC75B-8246-4681-A0A4-B298D971D9C6}" type="presOf" srcId="{1BB57660-3898-49E3-8A83-F6135C4989F7}" destId="{A45F9CF0-CB0B-4FE7-983F-3486DDD4C581}" srcOrd="0" destOrd="0" presId="urn:microsoft.com/office/officeart/2005/8/layout/default#25"/>
    <dgm:cxn modelId="{558A09D9-93FA-4310-AA54-E10CCCFDCD84}" type="presOf" srcId="{E921B766-5147-4078-A573-DCC3AA88C115}" destId="{32EC1196-9756-4818-A888-89D41D08D079}" srcOrd="0" destOrd="0" presId="urn:microsoft.com/office/officeart/2005/8/layout/default#25"/>
    <dgm:cxn modelId="{2FEF6BCC-9E47-4E2E-8373-3320FD7CED8B}" srcId="{2C28C8CF-E1E2-40EB-B559-111D434D2FC1}" destId="{1BB57660-3898-49E3-8A83-F6135C4989F7}" srcOrd="8" destOrd="0" parTransId="{F71BF7D3-B49D-42E6-859C-252D1A2CC5C8}" sibTransId="{00095734-70A4-4781-83D6-E6852B88CB05}"/>
    <dgm:cxn modelId="{3D406A1E-449E-41DF-B8F5-0846F038FC04}" srcId="{2C28C8CF-E1E2-40EB-B559-111D434D2FC1}" destId="{9ED758B3-B5E7-4FE7-A36A-1BE7D75F4985}" srcOrd="2" destOrd="0" parTransId="{C60657FA-D8B9-4183-9DD1-E7DCAA3AA827}" sibTransId="{7B7C36E9-55D2-446F-ABB4-0B69A659C120}"/>
    <dgm:cxn modelId="{E287AB38-C56C-4925-A508-7A42E79F4F9F}" srcId="{2C28C8CF-E1E2-40EB-B559-111D434D2FC1}" destId="{88BE140C-0CC7-4E45-859F-E38E621C0590}" srcOrd="6" destOrd="0" parTransId="{AC92681A-8FB6-4858-AF63-CD5282661066}" sibTransId="{E741BB70-7821-45DC-9071-5531396EC229}"/>
    <dgm:cxn modelId="{CB1D74B1-E5AB-41C1-B331-74E7109A2BB6}" type="presOf" srcId="{2C28C8CF-E1E2-40EB-B559-111D434D2FC1}" destId="{C5A12399-4354-418D-80F2-F8599988EA9A}" srcOrd="0" destOrd="0" presId="urn:microsoft.com/office/officeart/2005/8/layout/default#25"/>
    <dgm:cxn modelId="{2B17CA3C-DAE8-4819-B13D-DD759A015C8B}" type="presOf" srcId="{1743368D-0ED0-4173-BB7F-9FB66D7468B4}" destId="{7E0B22BE-9783-4E0E-AEB4-77C1FC4B1514}" srcOrd="0" destOrd="0" presId="urn:microsoft.com/office/officeart/2005/8/layout/default#25"/>
    <dgm:cxn modelId="{FC03EC64-0510-44D1-BA5F-9EC54D5C7B79}" srcId="{2C28C8CF-E1E2-40EB-B559-111D434D2FC1}" destId="{2B6A8241-3744-46A5-9504-2524A0A91BD6}" srcOrd="7" destOrd="0" parTransId="{C0869673-38AC-4E5B-9E9F-76B09A34717B}" sibTransId="{DF8DFF27-B4EB-457D-A099-A3F1C9CD52FD}"/>
    <dgm:cxn modelId="{52BD5297-B0BB-4970-B6DF-A6AD68EB9816}" type="presOf" srcId="{2B6A8241-3744-46A5-9504-2524A0A91BD6}" destId="{CDB42D0A-1D93-482C-AE6F-C85A78BD07B1}" srcOrd="0" destOrd="0" presId="urn:microsoft.com/office/officeart/2005/8/layout/default#25"/>
    <dgm:cxn modelId="{51811A31-9B96-412B-977E-F072110753F4}" srcId="{2C28C8CF-E1E2-40EB-B559-111D434D2FC1}" destId="{8E68E4E6-28B3-42B5-8722-B9058D5E9223}" srcOrd="1" destOrd="0" parTransId="{9A436725-0517-41F0-A23F-B9F428A839BA}" sibTransId="{4467399B-4BA0-4351-AD22-DD2B714E73C7}"/>
    <dgm:cxn modelId="{101537C9-B8A6-49C9-ACD8-BF7A8C9E45DB}" srcId="{2C28C8CF-E1E2-40EB-B559-111D434D2FC1}" destId="{1743368D-0ED0-4173-BB7F-9FB66D7468B4}" srcOrd="4" destOrd="0" parTransId="{F6D93BF0-ADCD-40C5-B89D-A6F6726F4E60}" sibTransId="{3E135AA4-9239-46EC-A670-E98C4DDAB1E2}"/>
    <dgm:cxn modelId="{50D7B48A-87A4-4C53-8CE8-E3FBA9F92688}" type="presOf" srcId="{B94155C6-E3FC-4477-AB3D-E0EACFF5882F}" destId="{143840DA-A7F2-4CE1-91CE-D2C1587BF0A4}" srcOrd="0" destOrd="0" presId="urn:microsoft.com/office/officeart/2005/8/layout/default#25"/>
    <dgm:cxn modelId="{7571DA15-2559-4E9D-A439-171FC0EF80DA}" srcId="{2C28C8CF-E1E2-40EB-B559-111D434D2FC1}" destId="{E921B766-5147-4078-A573-DCC3AA88C115}" srcOrd="0" destOrd="0" parTransId="{0B58E6C2-6B95-435F-B202-AB4108CCFC87}" sibTransId="{7D4B1814-C9E9-4FCE-88AB-AA70E849AB70}"/>
    <dgm:cxn modelId="{175A06F7-12C4-4F39-AB16-DE5837049482}" type="presOf" srcId="{20761C33-AD86-4F8B-9BF1-4FEEF7DFB57A}" destId="{00E81F37-C67C-4F09-ABDE-F182261B0722}" srcOrd="0" destOrd="0" presId="urn:microsoft.com/office/officeart/2005/8/layout/default#25"/>
    <dgm:cxn modelId="{EA7B250B-0DEF-4D4A-AECF-CA6922838A9F}" type="presParOf" srcId="{C5A12399-4354-418D-80F2-F8599988EA9A}" destId="{32EC1196-9756-4818-A888-89D41D08D079}" srcOrd="0" destOrd="0" presId="urn:microsoft.com/office/officeart/2005/8/layout/default#25"/>
    <dgm:cxn modelId="{19859B35-E732-416C-A098-C18D7E7361BF}" type="presParOf" srcId="{C5A12399-4354-418D-80F2-F8599988EA9A}" destId="{BB28E8CD-D4A2-4869-B473-BCEF2C20FC47}" srcOrd="1" destOrd="0" presId="urn:microsoft.com/office/officeart/2005/8/layout/default#25"/>
    <dgm:cxn modelId="{18C84388-DBB0-4F91-88CB-C7C6AFCC040E}" type="presParOf" srcId="{C5A12399-4354-418D-80F2-F8599988EA9A}" destId="{CCBFCFA6-A068-4174-A940-6D27EB377E79}" srcOrd="2" destOrd="0" presId="urn:microsoft.com/office/officeart/2005/8/layout/default#25"/>
    <dgm:cxn modelId="{C90F5CBE-F480-4A43-843E-28478809F52C}" type="presParOf" srcId="{C5A12399-4354-418D-80F2-F8599988EA9A}" destId="{0D7411F6-0554-4BED-8469-317D5A32E73E}" srcOrd="3" destOrd="0" presId="urn:microsoft.com/office/officeart/2005/8/layout/default#25"/>
    <dgm:cxn modelId="{ADCBBBE6-3BF6-4AE8-A0F2-DE74105207AF}" type="presParOf" srcId="{C5A12399-4354-418D-80F2-F8599988EA9A}" destId="{F77485D5-8E00-4694-B0F9-82D874722AE6}" srcOrd="4" destOrd="0" presId="urn:microsoft.com/office/officeart/2005/8/layout/default#25"/>
    <dgm:cxn modelId="{81B09A69-3622-4527-AAEA-9520D8F0D01C}" type="presParOf" srcId="{C5A12399-4354-418D-80F2-F8599988EA9A}" destId="{ECB8EC5F-145F-4C96-8AB8-B22A1622A81D}" srcOrd="5" destOrd="0" presId="urn:microsoft.com/office/officeart/2005/8/layout/default#25"/>
    <dgm:cxn modelId="{DDB4BB7F-CBEE-4FF3-BD51-024E8DB77132}" type="presParOf" srcId="{C5A12399-4354-418D-80F2-F8599988EA9A}" destId="{00E81F37-C67C-4F09-ABDE-F182261B0722}" srcOrd="6" destOrd="0" presId="urn:microsoft.com/office/officeart/2005/8/layout/default#25"/>
    <dgm:cxn modelId="{EA9C3A92-4EB9-4C0F-8643-A9BD4A9040A6}" type="presParOf" srcId="{C5A12399-4354-418D-80F2-F8599988EA9A}" destId="{6F66884E-E8BD-4557-B42A-26DC6E40EB75}" srcOrd="7" destOrd="0" presId="urn:microsoft.com/office/officeart/2005/8/layout/default#25"/>
    <dgm:cxn modelId="{A494ED03-428B-4F7D-850A-9836F41A3E9C}" type="presParOf" srcId="{C5A12399-4354-418D-80F2-F8599988EA9A}" destId="{7E0B22BE-9783-4E0E-AEB4-77C1FC4B1514}" srcOrd="8" destOrd="0" presId="urn:microsoft.com/office/officeart/2005/8/layout/default#25"/>
    <dgm:cxn modelId="{65A449AE-A19F-48FA-B28E-6FAE579C9D4C}" type="presParOf" srcId="{C5A12399-4354-418D-80F2-F8599988EA9A}" destId="{39355B97-7B9C-4518-944C-7BE28A621EB5}" srcOrd="9" destOrd="0" presId="urn:microsoft.com/office/officeart/2005/8/layout/default#25"/>
    <dgm:cxn modelId="{B5B117A2-D7CD-4D3F-81EE-403582946162}" type="presParOf" srcId="{C5A12399-4354-418D-80F2-F8599988EA9A}" destId="{143840DA-A7F2-4CE1-91CE-D2C1587BF0A4}" srcOrd="10" destOrd="0" presId="urn:microsoft.com/office/officeart/2005/8/layout/default#25"/>
    <dgm:cxn modelId="{5C7DC337-FB27-4CBC-8C61-9A8B26E08259}" type="presParOf" srcId="{C5A12399-4354-418D-80F2-F8599988EA9A}" destId="{2E19748C-D2E0-4ED3-9D6C-19358C3A5E0F}" srcOrd="11" destOrd="0" presId="urn:microsoft.com/office/officeart/2005/8/layout/default#25"/>
    <dgm:cxn modelId="{61840753-7953-439A-AC60-E56C08120325}" type="presParOf" srcId="{C5A12399-4354-418D-80F2-F8599988EA9A}" destId="{9255BD6B-D3B7-4816-9159-4C4EF231D39F}" srcOrd="12" destOrd="0" presId="urn:microsoft.com/office/officeart/2005/8/layout/default#25"/>
    <dgm:cxn modelId="{4D282F9B-A944-4E9D-8FB2-8C3142B22C27}" type="presParOf" srcId="{C5A12399-4354-418D-80F2-F8599988EA9A}" destId="{881183FB-CA97-4A15-9ECE-97A7109DBC58}" srcOrd="13" destOrd="0" presId="urn:microsoft.com/office/officeart/2005/8/layout/default#25"/>
    <dgm:cxn modelId="{AB0B9C32-DCF7-407F-BBC2-58109666E794}" type="presParOf" srcId="{C5A12399-4354-418D-80F2-F8599988EA9A}" destId="{CDB42D0A-1D93-482C-AE6F-C85A78BD07B1}" srcOrd="14" destOrd="0" presId="urn:microsoft.com/office/officeart/2005/8/layout/default#25"/>
    <dgm:cxn modelId="{4FB4D782-DB31-4169-80F8-B64137BD4817}" type="presParOf" srcId="{C5A12399-4354-418D-80F2-F8599988EA9A}" destId="{7AAFD81A-D3DF-446E-A246-9FD666E56692}" srcOrd="15" destOrd="0" presId="urn:microsoft.com/office/officeart/2005/8/layout/default#25"/>
    <dgm:cxn modelId="{06027105-3D1D-47B4-A98F-44D71EAA96F3}" type="presParOf" srcId="{C5A12399-4354-418D-80F2-F8599988EA9A}" destId="{A45F9CF0-CB0B-4FE7-983F-3486DDD4C581}" srcOrd="16" destOrd="0" presId="urn:microsoft.com/office/officeart/2005/8/layout/default#25"/>
  </dgm:cxnLst>
  <dgm:bg/>
  <dgm:whole/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4ADEC81-B2E3-487B-9F91-7C6E0D5782CD}" type="doc">
      <dgm:prSet loTypeId="urn:microsoft.com/office/officeart/2005/8/layout/vList3#3" loCatId="list" qsTypeId="urn:microsoft.com/office/officeart/2005/8/quickstyle/3d2" qsCatId="3D" csTypeId="urn:microsoft.com/office/officeart/2005/8/colors/accent4_1" csCatId="accent4" phldr="1"/>
      <dgm:spPr/>
    </dgm:pt>
    <dgm:pt modelId="{24EF474B-EFED-4586-A2EF-494D546AC229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Computer-aided design </a:t>
          </a:r>
          <a:r>
            <a:rPr lang="en-US" b="0" dirty="0" smtClean="0">
              <a:solidFill>
                <a:srgbClr val="67588E"/>
              </a:solidFill>
            </a:rPr>
            <a:t>(</a:t>
          </a:r>
          <a:r>
            <a:rPr lang="en-US" b="1" dirty="0" smtClean="0">
              <a:solidFill>
                <a:srgbClr val="67588E"/>
              </a:solidFill>
            </a:rPr>
            <a:t>CAD</a:t>
          </a:r>
          <a:r>
            <a:rPr lang="en-US" b="0" dirty="0" smtClean="0">
              <a:solidFill>
                <a:srgbClr val="67588E"/>
              </a:solidFill>
            </a:rPr>
            <a:t>) </a:t>
          </a:r>
          <a:r>
            <a:rPr lang="en-US" b="1" dirty="0" smtClean="0">
              <a:solidFill>
                <a:srgbClr val="67588E"/>
              </a:solidFill>
            </a:rPr>
            <a:t>software</a:t>
          </a:r>
          <a:endParaRPr lang="en-US" b="1" dirty="0">
            <a:solidFill>
              <a:srgbClr val="67588E"/>
            </a:solidFill>
          </a:endParaRPr>
        </a:p>
      </dgm:t>
    </dgm:pt>
    <dgm:pt modelId="{DBABF911-F403-41CC-985E-FE30A46FF744}" type="parTrans" cxnId="{FA2B78A1-D479-4115-9BC7-868BDEFD6268}">
      <dgm:prSet/>
      <dgm:spPr/>
      <dgm:t>
        <a:bodyPr/>
        <a:lstStyle/>
        <a:p>
          <a:endParaRPr lang="en-US"/>
        </a:p>
      </dgm:t>
    </dgm:pt>
    <dgm:pt modelId="{712268ED-6145-4BDD-8BF5-6A14FC389592}" type="sibTrans" cxnId="{FA2B78A1-D479-4115-9BC7-868BDEFD6268}">
      <dgm:prSet/>
      <dgm:spPr/>
      <dgm:t>
        <a:bodyPr/>
        <a:lstStyle/>
        <a:p>
          <a:endParaRPr lang="en-US"/>
        </a:p>
      </dgm:t>
    </dgm:pt>
    <dgm:pt modelId="{BF1BDD00-2CC1-4A9C-BC51-7307C27383FF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Desktop publishing software</a:t>
          </a:r>
          <a:endParaRPr lang="en-US" b="1" dirty="0">
            <a:solidFill>
              <a:srgbClr val="67588E"/>
            </a:solidFill>
          </a:endParaRPr>
        </a:p>
      </dgm:t>
    </dgm:pt>
    <dgm:pt modelId="{A9D39920-2EFF-4C25-A686-59A8EF1D2F5A}" type="parTrans" cxnId="{B09404F2-4069-4860-B350-F4744665E6E3}">
      <dgm:prSet/>
      <dgm:spPr/>
      <dgm:t>
        <a:bodyPr/>
        <a:lstStyle/>
        <a:p>
          <a:endParaRPr lang="en-US"/>
        </a:p>
      </dgm:t>
    </dgm:pt>
    <dgm:pt modelId="{094426DB-FE22-4064-A142-D23C77412C3A}" type="sibTrans" cxnId="{B09404F2-4069-4860-B350-F4744665E6E3}">
      <dgm:prSet/>
      <dgm:spPr/>
      <dgm:t>
        <a:bodyPr/>
        <a:lstStyle/>
        <a:p>
          <a:endParaRPr lang="en-US"/>
        </a:p>
      </dgm:t>
    </dgm:pt>
    <dgm:pt modelId="{52515FD3-032E-45F8-981B-1A02E2B911E2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Paint/Image editing software</a:t>
          </a:r>
          <a:endParaRPr lang="en-US" b="1" dirty="0">
            <a:solidFill>
              <a:srgbClr val="67588E"/>
            </a:solidFill>
          </a:endParaRPr>
        </a:p>
      </dgm:t>
    </dgm:pt>
    <dgm:pt modelId="{D18F9378-3B79-4E87-998B-CB07CC95FDAF}" type="parTrans" cxnId="{1F6ED28B-14C0-4C50-81BB-82616F0375F6}">
      <dgm:prSet/>
      <dgm:spPr/>
      <dgm:t>
        <a:bodyPr/>
        <a:lstStyle/>
        <a:p>
          <a:endParaRPr lang="en-US"/>
        </a:p>
      </dgm:t>
    </dgm:pt>
    <dgm:pt modelId="{BECDCB2C-9C1A-40B2-B8AD-C6FC0CF6B5AE}" type="sibTrans" cxnId="{1F6ED28B-14C0-4C50-81BB-82616F0375F6}">
      <dgm:prSet/>
      <dgm:spPr/>
      <dgm:t>
        <a:bodyPr/>
        <a:lstStyle/>
        <a:p>
          <a:endParaRPr lang="en-US"/>
        </a:p>
      </dgm:t>
    </dgm:pt>
    <dgm:pt modelId="{F1409B65-1F65-46F7-B56B-B86808D1BAF9}" type="pres">
      <dgm:prSet presAssocID="{A4ADEC81-B2E3-487B-9F91-7C6E0D5782CD}" presName="linearFlow" presStyleCnt="0">
        <dgm:presLayoutVars>
          <dgm:dir/>
          <dgm:resizeHandles val="exact"/>
        </dgm:presLayoutVars>
      </dgm:prSet>
      <dgm:spPr/>
    </dgm:pt>
    <dgm:pt modelId="{2FBCA3B9-AB0E-4333-A8E3-3B132991CF92}" type="pres">
      <dgm:prSet presAssocID="{24EF474B-EFED-4586-A2EF-494D546AC229}" presName="composite" presStyleCnt="0"/>
      <dgm:spPr/>
    </dgm:pt>
    <dgm:pt modelId="{1FCF4430-C93A-4E20-9D29-5D72E2B75DAF}" type="pres">
      <dgm:prSet presAssocID="{24EF474B-EFED-4586-A2EF-494D546AC229}" presName="imgShp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7B1679C5-D426-4B14-A7F2-FF0427E65B88}" type="pres">
      <dgm:prSet presAssocID="{24EF474B-EFED-4586-A2EF-494D546AC229}" presName="tx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DDFF57-CA33-47B0-86FF-12FD726A0F06}" type="pres">
      <dgm:prSet presAssocID="{712268ED-6145-4BDD-8BF5-6A14FC389592}" presName="spacing" presStyleCnt="0"/>
      <dgm:spPr/>
    </dgm:pt>
    <dgm:pt modelId="{940C833E-2A16-4C42-9C86-24299B53B11B}" type="pres">
      <dgm:prSet presAssocID="{BF1BDD00-2CC1-4A9C-BC51-7307C27383FF}" presName="composite" presStyleCnt="0"/>
      <dgm:spPr/>
    </dgm:pt>
    <dgm:pt modelId="{127CDBB0-63F1-4504-9E4E-903BDDEEECB4}" type="pres">
      <dgm:prSet presAssocID="{BF1BDD00-2CC1-4A9C-BC51-7307C27383FF}" presName="imgShp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  <dgm:pt modelId="{CB2ED2FC-5899-4E21-B28C-B9217DAB1855}" type="pres">
      <dgm:prSet presAssocID="{BF1BDD00-2CC1-4A9C-BC51-7307C27383FF}" presName="tx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659A49-C676-414B-8A77-EB11977E58B7}" type="pres">
      <dgm:prSet presAssocID="{094426DB-FE22-4064-A142-D23C77412C3A}" presName="spacing" presStyleCnt="0"/>
      <dgm:spPr/>
    </dgm:pt>
    <dgm:pt modelId="{0665E099-3347-46D6-8413-11695B44AC89}" type="pres">
      <dgm:prSet presAssocID="{52515FD3-032E-45F8-981B-1A02E2B911E2}" presName="composite" presStyleCnt="0"/>
      <dgm:spPr/>
    </dgm:pt>
    <dgm:pt modelId="{38E75101-72EA-49C0-854C-2FF180E3A166}" type="pres">
      <dgm:prSet presAssocID="{52515FD3-032E-45F8-981B-1A02E2B911E2}" presName="imgShp" presStyleLbl="fgImgPlace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9BF47D4A-1464-4498-A2E2-3AE8CAB61EE5}" type="pres">
      <dgm:prSet presAssocID="{52515FD3-032E-45F8-981B-1A02E2B911E2}" presName="tx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A1CA7F7-9342-4C64-BD65-268FBEB740FD}" type="presOf" srcId="{24EF474B-EFED-4586-A2EF-494D546AC229}" destId="{7B1679C5-D426-4B14-A7F2-FF0427E65B88}" srcOrd="0" destOrd="0" presId="urn:microsoft.com/office/officeart/2005/8/layout/vList3#3"/>
    <dgm:cxn modelId="{0E6CB603-5B6E-438D-A633-3DA506F1311A}" type="presOf" srcId="{BF1BDD00-2CC1-4A9C-BC51-7307C27383FF}" destId="{CB2ED2FC-5899-4E21-B28C-B9217DAB1855}" srcOrd="0" destOrd="0" presId="urn:microsoft.com/office/officeart/2005/8/layout/vList3#3"/>
    <dgm:cxn modelId="{B09404F2-4069-4860-B350-F4744665E6E3}" srcId="{A4ADEC81-B2E3-487B-9F91-7C6E0D5782CD}" destId="{BF1BDD00-2CC1-4A9C-BC51-7307C27383FF}" srcOrd="1" destOrd="0" parTransId="{A9D39920-2EFF-4C25-A686-59A8EF1D2F5A}" sibTransId="{094426DB-FE22-4064-A142-D23C77412C3A}"/>
    <dgm:cxn modelId="{08F43BA7-7489-460A-9B39-64C83CA2C8D9}" type="presOf" srcId="{52515FD3-032E-45F8-981B-1A02E2B911E2}" destId="{9BF47D4A-1464-4498-A2E2-3AE8CAB61EE5}" srcOrd="0" destOrd="0" presId="urn:microsoft.com/office/officeart/2005/8/layout/vList3#3"/>
    <dgm:cxn modelId="{CEE4ECB8-4C6F-4C8D-A139-DE09479D4906}" type="presOf" srcId="{A4ADEC81-B2E3-487B-9F91-7C6E0D5782CD}" destId="{F1409B65-1F65-46F7-B56B-B86808D1BAF9}" srcOrd="0" destOrd="0" presId="urn:microsoft.com/office/officeart/2005/8/layout/vList3#3"/>
    <dgm:cxn modelId="{1F6ED28B-14C0-4C50-81BB-82616F0375F6}" srcId="{A4ADEC81-B2E3-487B-9F91-7C6E0D5782CD}" destId="{52515FD3-032E-45F8-981B-1A02E2B911E2}" srcOrd="2" destOrd="0" parTransId="{D18F9378-3B79-4E87-998B-CB07CC95FDAF}" sibTransId="{BECDCB2C-9C1A-40B2-B8AD-C6FC0CF6B5AE}"/>
    <dgm:cxn modelId="{FA2B78A1-D479-4115-9BC7-868BDEFD6268}" srcId="{A4ADEC81-B2E3-487B-9F91-7C6E0D5782CD}" destId="{24EF474B-EFED-4586-A2EF-494D546AC229}" srcOrd="0" destOrd="0" parTransId="{DBABF911-F403-41CC-985E-FE30A46FF744}" sibTransId="{712268ED-6145-4BDD-8BF5-6A14FC389592}"/>
    <dgm:cxn modelId="{9E3C1542-CF3B-4A0C-A139-9E359638340C}" type="presParOf" srcId="{F1409B65-1F65-46F7-B56B-B86808D1BAF9}" destId="{2FBCA3B9-AB0E-4333-A8E3-3B132991CF92}" srcOrd="0" destOrd="0" presId="urn:microsoft.com/office/officeart/2005/8/layout/vList3#3"/>
    <dgm:cxn modelId="{5A7F0F60-40BB-4668-96B1-C8E933A7166E}" type="presParOf" srcId="{2FBCA3B9-AB0E-4333-A8E3-3B132991CF92}" destId="{1FCF4430-C93A-4E20-9D29-5D72E2B75DAF}" srcOrd="0" destOrd="0" presId="urn:microsoft.com/office/officeart/2005/8/layout/vList3#3"/>
    <dgm:cxn modelId="{65DC9E4F-636B-46EC-A12D-E868CDF0616A}" type="presParOf" srcId="{2FBCA3B9-AB0E-4333-A8E3-3B132991CF92}" destId="{7B1679C5-D426-4B14-A7F2-FF0427E65B88}" srcOrd="1" destOrd="0" presId="urn:microsoft.com/office/officeart/2005/8/layout/vList3#3"/>
    <dgm:cxn modelId="{09C6C70B-8E64-410B-88EA-E65D3B452A6A}" type="presParOf" srcId="{F1409B65-1F65-46F7-B56B-B86808D1BAF9}" destId="{0EDDFF57-CA33-47B0-86FF-12FD726A0F06}" srcOrd="1" destOrd="0" presId="urn:microsoft.com/office/officeart/2005/8/layout/vList3#3"/>
    <dgm:cxn modelId="{4B1CE25C-CCF5-48BA-B69C-6FCB9E16F2BD}" type="presParOf" srcId="{F1409B65-1F65-46F7-B56B-B86808D1BAF9}" destId="{940C833E-2A16-4C42-9C86-24299B53B11B}" srcOrd="2" destOrd="0" presId="urn:microsoft.com/office/officeart/2005/8/layout/vList3#3"/>
    <dgm:cxn modelId="{95B72133-4310-4CAD-954E-C0D8B06EA268}" type="presParOf" srcId="{940C833E-2A16-4C42-9C86-24299B53B11B}" destId="{127CDBB0-63F1-4504-9E4E-903BDDEEECB4}" srcOrd="0" destOrd="0" presId="urn:microsoft.com/office/officeart/2005/8/layout/vList3#3"/>
    <dgm:cxn modelId="{E78884B0-C071-40C9-B20E-BA4C751FC13D}" type="presParOf" srcId="{940C833E-2A16-4C42-9C86-24299B53B11B}" destId="{CB2ED2FC-5899-4E21-B28C-B9217DAB1855}" srcOrd="1" destOrd="0" presId="urn:microsoft.com/office/officeart/2005/8/layout/vList3#3"/>
    <dgm:cxn modelId="{C85ABD58-5710-4FD7-BAC3-31914070737F}" type="presParOf" srcId="{F1409B65-1F65-46F7-B56B-B86808D1BAF9}" destId="{A2659A49-C676-414B-8A77-EB11977E58B7}" srcOrd="3" destOrd="0" presId="urn:microsoft.com/office/officeart/2005/8/layout/vList3#3"/>
    <dgm:cxn modelId="{A34C7576-2C02-44A7-98A9-9CE4353E4DC4}" type="presParOf" srcId="{F1409B65-1F65-46F7-B56B-B86808D1BAF9}" destId="{0665E099-3347-46D6-8413-11695B44AC89}" srcOrd="4" destOrd="0" presId="urn:microsoft.com/office/officeart/2005/8/layout/vList3#3"/>
    <dgm:cxn modelId="{97E14DF8-D97C-4438-8924-739F210F6449}" type="presParOf" srcId="{0665E099-3347-46D6-8413-11695B44AC89}" destId="{38E75101-72EA-49C0-854C-2FF180E3A166}" srcOrd="0" destOrd="0" presId="urn:microsoft.com/office/officeart/2005/8/layout/vList3#3"/>
    <dgm:cxn modelId="{439E836B-2AE5-4049-9432-2228F80EFDC9}" type="presParOf" srcId="{0665E099-3347-46D6-8413-11695B44AC89}" destId="{9BF47D4A-1464-4498-A2E2-3AE8CAB61EE5}" srcOrd="1" destOrd="0" presId="urn:microsoft.com/office/officeart/2005/8/layout/vList3#3"/>
  </dgm:cxnLst>
  <dgm:bg/>
  <dgm:whole/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AD22EAC-EE8A-419F-B971-DD96C6D96004}" type="doc">
      <dgm:prSet loTypeId="urn:microsoft.com/office/officeart/2005/8/layout/vList3#4" loCatId="list" qsTypeId="urn:microsoft.com/office/officeart/2005/8/quickstyle/3d2" qsCatId="3D" csTypeId="urn:microsoft.com/office/officeart/2005/8/colors/accent4_1" csCatId="accent4" phldr="1"/>
      <dgm:spPr/>
    </dgm:pt>
    <dgm:pt modelId="{B3316AEA-D0EF-446F-91CA-214CFA77A1F4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Professional photo editing software</a:t>
          </a:r>
          <a:endParaRPr lang="en-US" dirty="0">
            <a:solidFill>
              <a:srgbClr val="67588E"/>
            </a:solidFill>
          </a:endParaRPr>
        </a:p>
      </dgm:t>
    </dgm:pt>
    <dgm:pt modelId="{FBB5BDFE-7B34-421C-88F8-09CAC1DB9978}" type="parTrans" cxnId="{E217BDAB-6464-41A0-9A70-6C71B5D98C55}">
      <dgm:prSet/>
      <dgm:spPr/>
      <dgm:t>
        <a:bodyPr/>
        <a:lstStyle/>
        <a:p>
          <a:endParaRPr lang="en-US"/>
        </a:p>
      </dgm:t>
    </dgm:pt>
    <dgm:pt modelId="{995FA4B4-83AF-40E5-9DD2-F8485B1B953D}" type="sibTrans" cxnId="{E217BDAB-6464-41A0-9A70-6C71B5D98C55}">
      <dgm:prSet/>
      <dgm:spPr/>
      <dgm:t>
        <a:bodyPr/>
        <a:lstStyle/>
        <a:p>
          <a:endParaRPr lang="en-US"/>
        </a:p>
      </dgm:t>
    </dgm:pt>
    <dgm:pt modelId="{80E7A621-B3EC-4E50-8ACD-E93E7C2BBBC9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Video and audio editing software</a:t>
          </a:r>
          <a:endParaRPr lang="en-US" b="1" dirty="0">
            <a:solidFill>
              <a:srgbClr val="67588E"/>
            </a:solidFill>
          </a:endParaRPr>
        </a:p>
      </dgm:t>
    </dgm:pt>
    <dgm:pt modelId="{C6D19D12-D811-433A-8524-D23215F82CDD}" type="parTrans" cxnId="{DC1059DE-0E53-476C-9C49-2709E397D2ED}">
      <dgm:prSet/>
      <dgm:spPr/>
      <dgm:t>
        <a:bodyPr/>
        <a:lstStyle/>
        <a:p>
          <a:endParaRPr lang="en-US"/>
        </a:p>
      </dgm:t>
    </dgm:pt>
    <dgm:pt modelId="{6CE70C14-06A1-4FAC-B862-2667C1E14C66}" type="sibTrans" cxnId="{DC1059DE-0E53-476C-9C49-2709E397D2ED}">
      <dgm:prSet/>
      <dgm:spPr/>
      <dgm:t>
        <a:bodyPr/>
        <a:lstStyle/>
        <a:p>
          <a:endParaRPr lang="en-US"/>
        </a:p>
      </dgm:t>
    </dgm:pt>
    <dgm:pt modelId="{89814939-DE2F-488A-A088-8B740FD0C342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Multimedia authoring software</a:t>
          </a:r>
          <a:endParaRPr lang="en-US" b="1" dirty="0">
            <a:solidFill>
              <a:srgbClr val="67588E"/>
            </a:solidFill>
          </a:endParaRPr>
        </a:p>
      </dgm:t>
    </dgm:pt>
    <dgm:pt modelId="{B9401DF2-FF25-4248-980D-F7A5B6B199EC}" type="parTrans" cxnId="{FFAB645E-CB61-4470-BBCE-2B5FCC55D1DC}">
      <dgm:prSet/>
      <dgm:spPr/>
      <dgm:t>
        <a:bodyPr/>
        <a:lstStyle/>
        <a:p>
          <a:endParaRPr lang="en-US"/>
        </a:p>
      </dgm:t>
    </dgm:pt>
    <dgm:pt modelId="{5D73AAE4-5A04-41FE-A8AA-C8926523CA46}" type="sibTrans" cxnId="{FFAB645E-CB61-4470-BBCE-2B5FCC55D1DC}">
      <dgm:prSet/>
      <dgm:spPr/>
      <dgm:t>
        <a:bodyPr/>
        <a:lstStyle/>
        <a:p>
          <a:endParaRPr lang="en-US"/>
        </a:p>
      </dgm:t>
    </dgm:pt>
    <dgm:pt modelId="{754E3BB1-917F-41C7-AAA3-2301D8ACD236}" type="pres">
      <dgm:prSet presAssocID="{AAD22EAC-EE8A-419F-B971-DD96C6D96004}" presName="linearFlow" presStyleCnt="0">
        <dgm:presLayoutVars>
          <dgm:dir/>
          <dgm:resizeHandles val="exact"/>
        </dgm:presLayoutVars>
      </dgm:prSet>
      <dgm:spPr/>
    </dgm:pt>
    <dgm:pt modelId="{556C1E7B-D786-4067-A777-B6DA1679C2F1}" type="pres">
      <dgm:prSet presAssocID="{B3316AEA-D0EF-446F-91CA-214CFA77A1F4}" presName="composite" presStyleCnt="0"/>
      <dgm:spPr/>
    </dgm:pt>
    <dgm:pt modelId="{2FEEEF18-91FB-470B-A2BC-3E98FB45F608}" type="pres">
      <dgm:prSet presAssocID="{B3316AEA-D0EF-446F-91CA-214CFA77A1F4}" presName="imgShp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C43F755A-7EC3-4CBF-91AB-8BE8A8F9BFE7}" type="pres">
      <dgm:prSet presAssocID="{B3316AEA-D0EF-446F-91CA-214CFA77A1F4}" presName="txShp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7601D3-BE5B-4FB1-B926-789B559F16DE}" type="pres">
      <dgm:prSet presAssocID="{995FA4B4-83AF-40E5-9DD2-F8485B1B953D}" presName="spacing" presStyleCnt="0"/>
      <dgm:spPr/>
    </dgm:pt>
    <dgm:pt modelId="{9CF1F8EF-2E42-4C97-961C-F84700270334}" type="pres">
      <dgm:prSet presAssocID="{80E7A621-B3EC-4E50-8ACD-E93E7C2BBBC9}" presName="composite" presStyleCnt="0"/>
      <dgm:spPr/>
    </dgm:pt>
    <dgm:pt modelId="{14761EA7-ECB8-4991-B963-877E5FA7E5E4}" type="pres">
      <dgm:prSet presAssocID="{80E7A621-B3EC-4E50-8ACD-E93E7C2BBBC9}" presName="imgShp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22A5CF67-8D3C-49AE-8D0D-066C3B22A975}" type="pres">
      <dgm:prSet presAssocID="{80E7A621-B3EC-4E50-8ACD-E93E7C2BBBC9}" presName="txShp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7A4A29-2D99-46C6-B2BD-3F94CD96C115}" type="pres">
      <dgm:prSet presAssocID="{6CE70C14-06A1-4FAC-B862-2667C1E14C66}" presName="spacing" presStyleCnt="0"/>
      <dgm:spPr/>
    </dgm:pt>
    <dgm:pt modelId="{46049B7A-EA6C-4169-BB70-EDB5406E1BC7}" type="pres">
      <dgm:prSet presAssocID="{89814939-DE2F-488A-A088-8B740FD0C342}" presName="composite" presStyleCnt="0"/>
      <dgm:spPr/>
    </dgm:pt>
    <dgm:pt modelId="{05BF530A-36C6-42D5-A242-781007C05F05}" type="pres">
      <dgm:prSet presAssocID="{89814939-DE2F-488A-A088-8B740FD0C342}" presName="imgShp" presStyleLbl="fgImgPlace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24E47409-3900-4B61-A1AD-57D3CB78190B}" type="pres">
      <dgm:prSet presAssocID="{89814939-DE2F-488A-A088-8B740FD0C342}" presName="txShp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0B545F7-2D69-4CB4-96D7-19D745E85508}" type="presOf" srcId="{89814939-DE2F-488A-A088-8B740FD0C342}" destId="{24E47409-3900-4B61-A1AD-57D3CB78190B}" srcOrd="0" destOrd="0" presId="urn:microsoft.com/office/officeart/2005/8/layout/vList3#4"/>
    <dgm:cxn modelId="{E217BDAB-6464-41A0-9A70-6C71B5D98C55}" srcId="{AAD22EAC-EE8A-419F-B971-DD96C6D96004}" destId="{B3316AEA-D0EF-446F-91CA-214CFA77A1F4}" srcOrd="0" destOrd="0" parTransId="{FBB5BDFE-7B34-421C-88F8-09CAC1DB9978}" sibTransId="{995FA4B4-83AF-40E5-9DD2-F8485B1B953D}"/>
    <dgm:cxn modelId="{FFAB645E-CB61-4470-BBCE-2B5FCC55D1DC}" srcId="{AAD22EAC-EE8A-419F-B971-DD96C6D96004}" destId="{89814939-DE2F-488A-A088-8B740FD0C342}" srcOrd="2" destOrd="0" parTransId="{B9401DF2-FF25-4248-980D-F7A5B6B199EC}" sibTransId="{5D73AAE4-5A04-41FE-A8AA-C8926523CA46}"/>
    <dgm:cxn modelId="{97BCA26B-23C1-4B2E-8932-E8A4EF3C8821}" type="presOf" srcId="{AAD22EAC-EE8A-419F-B971-DD96C6D96004}" destId="{754E3BB1-917F-41C7-AAA3-2301D8ACD236}" srcOrd="0" destOrd="0" presId="urn:microsoft.com/office/officeart/2005/8/layout/vList3#4"/>
    <dgm:cxn modelId="{FB8BEF37-5B22-4A15-80AF-39A56BA63C04}" type="presOf" srcId="{80E7A621-B3EC-4E50-8ACD-E93E7C2BBBC9}" destId="{22A5CF67-8D3C-49AE-8D0D-066C3B22A975}" srcOrd="0" destOrd="0" presId="urn:microsoft.com/office/officeart/2005/8/layout/vList3#4"/>
    <dgm:cxn modelId="{DC1059DE-0E53-476C-9C49-2709E397D2ED}" srcId="{AAD22EAC-EE8A-419F-B971-DD96C6D96004}" destId="{80E7A621-B3EC-4E50-8ACD-E93E7C2BBBC9}" srcOrd="1" destOrd="0" parTransId="{C6D19D12-D811-433A-8524-D23215F82CDD}" sibTransId="{6CE70C14-06A1-4FAC-B862-2667C1E14C66}"/>
    <dgm:cxn modelId="{DF5DE893-B2F3-4CE7-8065-034D2CEA4FA9}" type="presOf" srcId="{B3316AEA-D0EF-446F-91CA-214CFA77A1F4}" destId="{C43F755A-7EC3-4CBF-91AB-8BE8A8F9BFE7}" srcOrd="0" destOrd="0" presId="urn:microsoft.com/office/officeart/2005/8/layout/vList3#4"/>
    <dgm:cxn modelId="{B00E69B7-9E87-4188-A586-35CB227E1BAF}" type="presParOf" srcId="{754E3BB1-917F-41C7-AAA3-2301D8ACD236}" destId="{556C1E7B-D786-4067-A777-B6DA1679C2F1}" srcOrd="0" destOrd="0" presId="urn:microsoft.com/office/officeart/2005/8/layout/vList3#4"/>
    <dgm:cxn modelId="{7FD3C0DE-A2CA-4024-856A-F477CDF4F80C}" type="presParOf" srcId="{556C1E7B-D786-4067-A777-B6DA1679C2F1}" destId="{2FEEEF18-91FB-470B-A2BC-3E98FB45F608}" srcOrd="0" destOrd="0" presId="urn:microsoft.com/office/officeart/2005/8/layout/vList3#4"/>
    <dgm:cxn modelId="{C531E779-6CED-4890-B107-D19DDD81E9DB}" type="presParOf" srcId="{556C1E7B-D786-4067-A777-B6DA1679C2F1}" destId="{C43F755A-7EC3-4CBF-91AB-8BE8A8F9BFE7}" srcOrd="1" destOrd="0" presId="urn:microsoft.com/office/officeart/2005/8/layout/vList3#4"/>
    <dgm:cxn modelId="{702B65BA-6746-4D1D-8F2E-5E70A79B6E2C}" type="presParOf" srcId="{754E3BB1-917F-41C7-AAA3-2301D8ACD236}" destId="{677601D3-BE5B-4FB1-B926-789B559F16DE}" srcOrd="1" destOrd="0" presId="urn:microsoft.com/office/officeart/2005/8/layout/vList3#4"/>
    <dgm:cxn modelId="{1BFB553C-6277-447D-AB40-1178046D6D4A}" type="presParOf" srcId="{754E3BB1-917F-41C7-AAA3-2301D8ACD236}" destId="{9CF1F8EF-2E42-4C97-961C-F84700270334}" srcOrd="2" destOrd="0" presId="urn:microsoft.com/office/officeart/2005/8/layout/vList3#4"/>
    <dgm:cxn modelId="{4CEBE880-A0CF-498B-B183-DA36F021750F}" type="presParOf" srcId="{9CF1F8EF-2E42-4C97-961C-F84700270334}" destId="{14761EA7-ECB8-4991-B963-877E5FA7E5E4}" srcOrd="0" destOrd="0" presId="urn:microsoft.com/office/officeart/2005/8/layout/vList3#4"/>
    <dgm:cxn modelId="{178B7424-5A26-4591-9CB1-1039A1A630C9}" type="presParOf" srcId="{9CF1F8EF-2E42-4C97-961C-F84700270334}" destId="{22A5CF67-8D3C-49AE-8D0D-066C3B22A975}" srcOrd="1" destOrd="0" presId="urn:microsoft.com/office/officeart/2005/8/layout/vList3#4"/>
    <dgm:cxn modelId="{BADD16EF-AE34-4FD4-9306-16F372B133E7}" type="presParOf" srcId="{754E3BB1-917F-41C7-AAA3-2301D8ACD236}" destId="{5B7A4A29-2D99-46C6-B2BD-3F94CD96C115}" srcOrd="3" destOrd="0" presId="urn:microsoft.com/office/officeart/2005/8/layout/vList3#4"/>
    <dgm:cxn modelId="{08E54625-D5F3-4333-8DE1-9A35EE204E25}" type="presParOf" srcId="{754E3BB1-917F-41C7-AAA3-2301D8ACD236}" destId="{46049B7A-EA6C-4169-BB70-EDB5406E1BC7}" srcOrd="4" destOrd="0" presId="urn:microsoft.com/office/officeart/2005/8/layout/vList3#4"/>
    <dgm:cxn modelId="{C9C06451-528F-4ACC-8F9A-04C671D8ECC9}" type="presParOf" srcId="{46049B7A-EA6C-4169-BB70-EDB5406E1BC7}" destId="{05BF530A-36C6-42D5-A242-781007C05F05}" srcOrd="0" destOrd="0" presId="urn:microsoft.com/office/officeart/2005/8/layout/vList3#4"/>
    <dgm:cxn modelId="{897180D1-F63D-47F5-9C84-3C9AABEBDBF4}" type="presParOf" srcId="{46049B7A-EA6C-4169-BB70-EDB5406E1BC7}" destId="{24E47409-3900-4B61-A1AD-57D3CB78190B}" srcOrd="1" destOrd="0" presId="urn:microsoft.com/office/officeart/2005/8/layout/vList3#4"/>
  </dgm:cxnLst>
  <dgm:bg/>
  <dgm:whole/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5B7A305-B053-4E52-98A5-8E6F3D3D94A1}" type="doc">
      <dgm:prSet loTypeId="urn:microsoft.com/office/officeart/2005/8/layout/vList4#7" loCatId="list" qsTypeId="urn:microsoft.com/office/officeart/2005/8/quickstyle/simple3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11EE9DC3-E113-4883-82DA-A2116621B696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Personal finance software</a:t>
          </a:r>
          <a:endParaRPr lang="en-US" b="1" dirty="0">
            <a:solidFill>
              <a:srgbClr val="67588E"/>
            </a:solidFill>
          </a:endParaRPr>
        </a:p>
      </dgm:t>
    </dgm:pt>
    <dgm:pt modelId="{435D09EE-88EF-450D-8857-86BBFA5B5798}" type="parTrans" cxnId="{C0D1C9D7-6919-4AB7-AEAD-FF0B45B2FF0E}">
      <dgm:prSet/>
      <dgm:spPr/>
      <dgm:t>
        <a:bodyPr/>
        <a:lstStyle/>
        <a:p>
          <a:endParaRPr lang="en-US"/>
        </a:p>
      </dgm:t>
    </dgm:pt>
    <dgm:pt modelId="{3373F2FF-D07A-4A60-B6C7-61161084242F}" type="sibTrans" cxnId="{C0D1C9D7-6919-4AB7-AEAD-FF0B45B2FF0E}">
      <dgm:prSet/>
      <dgm:spPr/>
      <dgm:t>
        <a:bodyPr/>
        <a:lstStyle/>
        <a:p>
          <a:endParaRPr lang="en-US"/>
        </a:p>
      </dgm:t>
    </dgm:pt>
    <dgm:pt modelId="{95CB4F87-3704-48EB-A347-30583023AE5D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Legal software</a:t>
          </a:r>
          <a:endParaRPr lang="en-US" b="1" dirty="0">
            <a:solidFill>
              <a:srgbClr val="67588E"/>
            </a:solidFill>
          </a:endParaRPr>
        </a:p>
      </dgm:t>
    </dgm:pt>
    <dgm:pt modelId="{9D5733A5-E1C5-461F-A422-25ED75C1E568}" type="parTrans" cxnId="{0293D08B-31A3-464E-8DB1-0E32F0A6D11B}">
      <dgm:prSet/>
      <dgm:spPr/>
      <dgm:t>
        <a:bodyPr/>
        <a:lstStyle/>
        <a:p>
          <a:endParaRPr lang="en-US"/>
        </a:p>
      </dgm:t>
    </dgm:pt>
    <dgm:pt modelId="{267EDAC4-5D49-4DAC-9386-9DA695B3620D}" type="sibTrans" cxnId="{0293D08B-31A3-464E-8DB1-0E32F0A6D11B}">
      <dgm:prSet/>
      <dgm:spPr/>
      <dgm:t>
        <a:bodyPr/>
        <a:lstStyle/>
        <a:p>
          <a:endParaRPr lang="en-US"/>
        </a:p>
      </dgm:t>
    </dgm:pt>
    <dgm:pt modelId="{B6F03752-66D6-405D-9FD2-EA9181DC0B8D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Tax preparation software</a:t>
          </a:r>
          <a:endParaRPr lang="en-US" b="1" dirty="0">
            <a:solidFill>
              <a:srgbClr val="67588E"/>
            </a:solidFill>
          </a:endParaRPr>
        </a:p>
      </dgm:t>
    </dgm:pt>
    <dgm:pt modelId="{5D8325BB-D571-4598-9791-0F5EB62A95DC}" type="parTrans" cxnId="{A4FFFB15-CF8B-4F09-8A4E-8366AC841C36}">
      <dgm:prSet/>
      <dgm:spPr/>
      <dgm:t>
        <a:bodyPr/>
        <a:lstStyle/>
        <a:p>
          <a:endParaRPr lang="en-US"/>
        </a:p>
      </dgm:t>
    </dgm:pt>
    <dgm:pt modelId="{B9303B77-36B5-4223-9549-A44956358FFB}" type="sibTrans" cxnId="{A4FFFB15-CF8B-4F09-8A4E-8366AC841C36}">
      <dgm:prSet/>
      <dgm:spPr/>
      <dgm:t>
        <a:bodyPr/>
        <a:lstStyle/>
        <a:p>
          <a:endParaRPr lang="en-US"/>
        </a:p>
      </dgm:t>
    </dgm:pt>
    <dgm:pt modelId="{17E35ADA-D7D8-441B-BBA1-EC7D00864AAD}" type="pres">
      <dgm:prSet presAssocID="{B5B7A305-B053-4E52-98A5-8E6F3D3D94A1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616272E-6AB1-4F05-A58B-77EB7342861F}" type="pres">
      <dgm:prSet presAssocID="{11EE9DC3-E113-4883-82DA-A2116621B696}" presName="comp" presStyleCnt="0"/>
      <dgm:spPr/>
    </dgm:pt>
    <dgm:pt modelId="{94DEE8E0-60C3-4DDB-B59F-F837B97AC42D}" type="pres">
      <dgm:prSet presAssocID="{11EE9DC3-E113-4883-82DA-A2116621B696}" presName="box" presStyleLbl="node1" presStyleIdx="0" presStyleCnt="3"/>
      <dgm:spPr/>
      <dgm:t>
        <a:bodyPr/>
        <a:lstStyle/>
        <a:p>
          <a:endParaRPr lang="en-US"/>
        </a:p>
      </dgm:t>
    </dgm:pt>
    <dgm:pt modelId="{962D8FE2-1E07-4ED2-AF2E-4822B88DA5AE}" type="pres">
      <dgm:prSet presAssocID="{11EE9DC3-E113-4883-82DA-A2116621B696}" presName="img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en-US"/>
        </a:p>
      </dgm:t>
    </dgm:pt>
    <dgm:pt modelId="{AB163919-28C8-4A69-A0ED-1737F23CAA61}" type="pres">
      <dgm:prSet presAssocID="{11EE9DC3-E113-4883-82DA-A2116621B696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A0DBFA-4F5B-497C-979B-E8016623720C}" type="pres">
      <dgm:prSet presAssocID="{3373F2FF-D07A-4A60-B6C7-61161084242F}" presName="spacer" presStyleCnt="0"/>
      <dgm:spPr/>
    </dgm:pt>
    <dgm:pt modelId="{26C3F31E-93BF-466A-933A-DB6F248F410A}" type="pres">
      <dgm:prSet presAssocID="{95CB4F87-3704-48EB-A347-30583023AE5D}" presName="comp" presStyleCnt="0"/>
      <dgm:spPr/>
    </dgm:pt>
    <dgm:pt modelId="{8E1E8F11-416C-45A2-BE73-5B49316FA2CF}" type="pres">
      <dgm:prSet presAssocID="{95CB4F87-3704-48EB-A347-30583023AE5D}" presName="box" presStyleLbl="node1" presStyleIdx="1" presStyleCnt="3"/>
      <dgm:spPr/>
      <dgm:t>
        <a:bodyPr/>
        <a:lstStyle/>
        <a:p>
          <a:endParaRPr lang="en-US"/>
        </a:p>
      </dgm:t>
    </dgm:pt>
    <dgm:pt modelId="{C1A63CCF-13E1-4125-AEB5-F1C63507EB40}" type="pres">
      <dgm:prSet presAssocID="{95CB4F87-3704-48EB-A347-30583023AE5D}" presName="img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DBCB8841-1EB6-4EAC-893D-EA7BA5107873}" type="pres">
      <dgm:prSet presAssocID="{95CB4F87-3704-48EB-A347-30583023AE5D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644DCD-6787-4AAB-A028-8E86DFB8583B}" type="pres">
      <dgm:prSet presAssocID="{267EDAC4-5D49-4DAC-9386-9DA695B3620D}" presName="spacer" presStyleCnt="0"/>
      <dgm:spPr/>
    </dgm:pt>
    <dgm:pt modelId="{EDCA40F8-5C54-42DD-A66D-7FA2A0A99125}" type="pres">
      <dgm:prSet presAssocID="{B6F03752-66D6-405D-9FD2-EA9181DC0B8D}" presName="comp" presStyleCnt="0"/>
      <dgm:spPr/>
    </dgm:pt>
    <dgm:pt modelId="{9507FB40-C9D7-40B9-82DD-7A2F45D8F1BC}" type="pres">
      <dgm:prSet presAssocID="{B6F03752-66D6-405D-9FD2-EA9181DC0B8D}" presName="box" presStyleLbl="node1" presStyleIdx="2" presStyleCnt="3"/>
      <dgm:spPr/>
      <dgm:t>
        <a:bodyPr/>
        <a:lstStyle/>
        <a:p>
          <a:endParaRPr lang="en-US"/>
        </a:p>
      </dgm:t>
    </dgm:pt>
    <dgm:pt modelId="{2E9616D7-CB94-4141-89E2-E9A031EA460C}" type="pres">
      <dgm:prSet presAssocID="{B6F03752-66D6-405D-9FD2-EA9181DC0B8D}" presName="img" presStyleLbl="f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 t="-52000" b="-52000"/>
          </a:stretch>
        </a:blipFill>
      </dgm:spPr>
      <dgm:t>
        <a:bodyPr/>
        <a:lstStyle/>
        <a:p>
          <a:endParaRPr lang="en-US"/>
        </a:p>
      </dgm:t>
    </dgm:pt>
    <dgm:pt modelId="{37E73701-E9ED-44FC-A4D2-A8362ED6724D}" type="pres">
      <dgm:prSet presAssocID="{B6F03752-66D6-405D-9FD2-EA9181DC0B8D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293D08B-31A3-464E-8DB1-0E32F0A6D11B}" srcId="{B5B7A305-B053-4E52-98A5-8E6F3D3D94A1}" destId="{95CB4F87-3704-48EB-A347-30583023AE5D}" srcOrd="1" destOrd="0" parTransId="{9D5733A5-E1C5-461F-A422-25ED75C1E568}" sibTransId="{267EDAC4-5D49-4DAC-9386-9DA695B3620D}"/>
    <dgm:cxn modelId="{6090D30B-C681-48CB-AB86-E3528F8CA780}" type="presOf" srcId="{95CB4F87-3704-48EB-A347-30583023AE5D}" destId="{8E1E8F11-416C-45A2-BE73-5B49316FA2CF}" srcOrd="0" destOrd="0" presId="urn:microsoft.com/office/officeart/2005/8/layout/vList4#7"/>
    <dgm:cxn modelId="{A30A012C-F9DD-4AA2-A184-265FA82FD056}" type="presOf" srcId="{B6F03752-66D6-405D-9FD2-EA9181DC0B8D}" destId="{9507FB40-C9D7-40B9-82DD-7A2F45D8F1BC}" srcOrd="0" destOrd="0" presId="urn:microsoft.com/office/officeart/2005/8/layout/vList4#7"/>
    <dgm:cxn modelId="{D4B0C93A-7EEE-42D7-B336-CB8E79FF132B}" type="presOf" srcId="{B6F03752-66D6-405D-9FD2-EA9181DC0B8D}" destId="{37E73701-E9ED-44FC-A4D2-A8362ED6724D}" srcOrd="1" destOrd="0" presId="urn:microsoft.com/office/officeart/2005/8/layout/vList4#7"/>
    <dgm:cxn modelId="{43659C89-F4A9-48D7-AE24-C14F006EAF18}" type="presOf" srcId="{B5B7A305-B053-4E52-98A5-8E6F3D3D94A1}" destId="{17E35ADA-D7D8-441B-BBA1-EC7D00864AAD}" srcOrd="0" destOrd="0" presId="urn:microsoft.com/office/officeart/2005/8/layout/vList4#7"/>
    <dgm:cxn modelId="{977C3A32-714E-4C93-9D8C-55D7F70E6AC7}" type="presOf" srcId="{11EE9DC3-E113-4883-82DA-A2116621B696}" destId="{94DEE8E0-60C3-4DDB-B59F-F837B97AC42D}" srcOrd="0" destOrd="0" presId="urn:microsoft.com/office/officeart/2005/8/layout/vList4#7"/>
    <dgm:cxn modelId="{C0D1C9D7-6919-4AB7-AEAD-FF0B45B2FF0E}" srcId="{B5B7A305-B053-4E52-98A5-8E6F3D3D94A1}" destId="{11EE9DC3-E113-4883-82DA-A2116621B696}" srcOrd="0" destOrd="0" parTransId="{435D09EE-88EF-450D-8857-86BBFA5B5798}" sibTransId="{3373F2FF-D07A-4A60-B6C7-61161084242F}"/>
    <dgm:cxn modelId="{51BCC18A-E7A6-427A-A0AF-30A02CE6281F}" type="presOf" srcId="{95CB4F87-3704-48EB-A347-30583023AE5D}" destId="{DBCB8841-1EB6-4EAC-893D-EA7BA5107873}" srcOrd="1" destOrd="0" presId="urn:microsoft.com/office/officeart/2005/8/layout/vList4#7"/>
    <dgm:cxn modelId="{A3FECFEA-30DA-4E36-A046-B563989B651F}" type="presOf" srcId="{11EE9DC3-E113-4883-82DA-A2116621B696}" destId="{AB163919-28C8-4A69-A0ED-1737F23CAA61}" srcOrd="1" destOrd="0" presId="urn:microsoft.com/office/officeart/2005/8/layout/vList4#7"/>
    <dgm:cxn modelId="{A4FFFB15-CF8B-4F09-8A4E-8366AC841C36}" srcId="{B5B7A305-B053-4E52-98A5-8E6F3D3D94A1}" destId="{B6F03752-66D6-405D-9FD2-EA9181DC0B8D}" srcOrd="2" destOrd="0" parTransId="{5D8325BB-D571-4598-9791-0F5EB62A95DC}" sibTransId="{B9303B77-36B5-4223-9549-A44956358FFB}"/>
    <dgm:cxn modelId="{A7412E80-303F-4652-8338-8A8D50959485}" type="presParOf" srcId="{17E35ADA-D7D8-441B-BBA1-EC7D00864AAD}" destId="{E616272E-6AB1-4F05-A58B-77EB7342861F}" srcOrd="0" destOrd="0" presId="urn:microsoft.com/office/officeart/2005/8/layout/vList4#7"/>
    <dgm:cxn modelId="{46CB3525-E04C-48FB-8AFF-A8A1E87E4BE2}" type="presParOf" srcId="{E616272E-6AB1-4F05-A58B-77EB7342861F}" destId="{94DEE8E0-60C3-4DDB-B59F-F837B97AC42D}" srcOrd="0" destOrd="0" presId="urn:microsoft.com/office/officeart/2005/8/layout/vList4#7"/>
    <dgm:cxn modelId="{DEED3F89-8DFE-455E-8F03-73DC543E7FB5}" type="presParOf" srcId="{E616272E-6AB1-4F05-A58B-77EB7342861F}" destId="{962D8FE2-1E07-4ED2-AF2E-4822B88DA5AE}" srcOrd="1" destOrd="0" presId="urn:microsoft.com/office/officeart/2005/8/layout/vList4#7"/>
    <dgm:cxn modelId="{E15040F8-6FD4-49F6-8A87-3EFC9CEE66E0}" type="presParOf" srcId="{E616272E-6AB1-4F05-A58B-77EB7342861F}" destId="{AB163919-28C8-4A69-A0ED-1737F23CAA61}" srcOrd="2" destOrd="0" presId="urn:microsoft.com/office/officeart/2005/8/layout/vList4#7"/>
    <dgm:cxn modelId="{B264643F-589B-43F0-85DB-DC3137F70830}" type="presParOf" srcId="{17E35ADA-D7D8-441B-BBA1-EC7D00864AAD}" destId="{ACA0DBFA-4F5B-497C-979B-E8016623720C}" srcOrd="1" destOrd="0" presId="urn:microsoft.com/office/officeart/2005/8/layout/vList4#7"/>
    <dgm:cxn modelId="{977C6D0E-D45B-4357-867F-114D030C29B2}" type="presParOf" srcId="{17E35ADA-D7D8-441B-BBA1-EC7D00864AAD}" destId="{26C3F31E-93BF-466A-933A-DB6F248F410A}" srcOrd="2" destOrd="0" presId="urn:microsoft.com/office/officeart/2005/8/layout/vList4#7"/>
    <dgm:cxn modelId="{ECB714FF-7DA6-4CF4-A3C5-835A1BEA7E34}" type="presParOf" srcId="{26C3F31E-93BF-466A-933A-DB6F248F410A}" destId="{8E1E8F11-416C-45A2-BE73-5B49316FA2CF}" srcOrd="0" destOrd="0" presId="urn:microsoft.com/office/officeart/2005/8/layout/vList4#7"/>
    <dgm:cxn modelId="{48CF3F47-A11A-4033-A3A0-9A40575BA611}" type="presParOf" srcId="{26C3F31E-93BF-466A-933A-DB6F248F410A}" destId="{C1A63CCF-13E1-4125-AEB5-F1C63507EB40}" srcOrd="1" destOrd="0" presId="urn:microsoft.com/office/officeart/2005/8/layout/vList4#7"/>
    <dgm:cxn modelId="{545951B1-84B8-4377-9AD3-C61DC458EC5E}" type="presParOf" srcId="{26C3F31E-93BF-466A-933A-DB6F248F410A}" destId="{DBCB8841-1EB6-4EAC-893D-EA7BA5107873}" srcOrd="2" destOrd="0" presId="urn:microsoft.com/office/officeart/2005/8/layout/vList4#7"/>
    <dgm:cxn modelId="{7D8F1B07-A47E-40E2-8A62-234D10DAA617}" type="presParOf" srcId="{17E35ADA-D7D8-441B-BBA1-EC7D00864AAD}" destId="{9B644DCD-6787-4AAB-A028-8E86DFB8583B}" srcOrd="3" destOrd="0" presId="urn:microsoft.com/office/officeart/2005/8/layout/vList4#7"/>
    <dgm:cxn modelId="{70C2E308-A789-40A7-848A-29D6CD4AAF99}" type="presParOf" srcId="{17E35ADA-D7D8-441B-BBA1-EC7D00864AAD}" destId="{EDCA40F8-5C54-42DD-A66D-7FA2A0A99125}" srcOrd="4" destOrd="0" presId="urn:microsoft.com/office/officeart/2005/8/layout/vList4#7"/>
    <dgm:cxn modelId="{5D074871-8F5B-4895-A450-2FB64E6DF14E}" type="presParOf" srcId="{EDCA40F8-5C54-42DD-A66D-7FA2A0A99125}" destId="{9507FB40-C9D7-40B9-82DD-7A2F45D8F1BC}" srcOrd="0" destOrd="0" presId="urn:microsoft.com/office/officeart/2005/8/layout/vList4#7"/>
    <dgm:cxn modelId="{E1B544A8-373C-43AC-AE92-63B6D2B21B5B}" type="presParOf" srcId="{EDCA40F8-5C54-42DD-A66D-7FA2A0A99125}" destId="{2E9616D7-CB94-4141-89E2-E9A031EA460C}" srcOrd="1" destOrd="0" presId="urn:microsoft.com/office/officeart/2005/8/layout/vList4#7"/>
    <dgm:cxn modelId="{B72EA58C-BD6A-4B90-B28A-1FA2CF8EF4F4}" type="presParOf" srcId="{EDCA40F8-5C54-42DD-A66D-7FA2A0A99125}" destId="{37E73701-E9ED-44FC-A4D2-A8362ED6724D}" srcOrd="2" destOrd="0" presId="urn:microsoft.com/office/officeart/2005/8/layout/vList4#7"/>
  </dgm:cxnLst>
  <dgm:bg/>
  <dgm:whole/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3FFB7DD-1608-46DF-9E0D-7C2F0D731BD4}" type="doc">
      <dgm:prSet loTypeId="urn:microsoft.com/office/officeart/2005/8/layout/vList4#8" loCatId="list" qsTypeId="urn:microsoft.com/office/officeart/2005/8/quickstyle/simple3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D44A9BE6-457C-4863-B551-79DD3EE09C05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Personal DTP software</a:t>
          </a:r>
          <a:endParaRPr lang="en-US" b="1" dirty="0">
            <a:solidFill>
              <a:srgbClr val="67588E"/>
            </a:solidFill>
          </a:endParaRPr>
        </a:p>
      </dgm:t>
    </dgm:pt>
    <dgm:pt modelId="{4E0A77F3-E41D-481A-A0BA-B9EE9C39D6CB}" type="parTrans" cxnId="{5B013CCF-E749-4216-9585-758E6F6FFC8B}">
      <dgm:prSet/>
      <dgm:spPr/>
      <dgm:t>
        <a:bodyPr/>
        <a:lstStyle/>
        <a:p>
          <a:endParaRPr lang="en-US"/>
        </a:p>
      </dgm:t>
    </dgm:pt>
    <dgm:pt modelId="{E7D9B241-1554-47CB-A162-D9B67C5BD862}" type="sibTrans" cxnId="{5B013CCF-E749-4216-9585-758E6F6FFC8B}">
      <dgm:prSet/>
      <dgm:spPr/>
      <dgm:t>
        <a:bodyPr/>
        <a:lstStyle/>
        <a:p>
          <a:endParaRPr lang="en-US"/>
        </a:p>
      </dgm:t>
    </dgm:pt>
    <dgm:pt modelId="{6F22D191-D210-4735-85A7-EA9D586FA312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Personal paint/image editing software</a:t>
          </a:r>
          <a:endParaRPr lang="en-US" b="1" dirty="0">
            <a:solidFill>
              <a:srgbClr val="67588E"/>
            </a:solidFill>
          </a:endParaRPr>
        </a:p>
      </dgm:t>
    </dgm:pt>
    <dgm:pt modelId="{91969DDE-4C7E-49B3-B6E6-48C576DD374F}" type="parTrans" cxnId="{E6287326-5D8D-43A1-A2F0-6FF203B3A8CD}">
      <dgm:prSet/>
      <dgm:spPr/>
      <dgm:t>
        <a:bodyPr/>
        <a:lstStyle/>
        <a:p>
          <a:endParaRPr lang="en-US"/>
        </a:p>
      </dgm:t>
    </dgm:pt>
    <dgm:pt modelId="{82D0E071-5A80-4679-95A3-DAC5C36C94A5}" type="sibTrans" cxnId="{E6287326-5D8D-43A1-A2F0-6FF203B3A8CD}">
      <dgm:prSet/>
      <dgm:spPr/>
      <dgm:t>
        <a:bodyPr/>
        <a:lstStyle/>
        <a:p>
          <a:endParaRPr lang="en-US"/>
        </a:p>
      </dgm:t>
    </dgm:pt>
    <dgm:pt modelId="{8A7C4B25-B9BE-472E-9F57-FCAC541A7EEF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Personal photo editing software</a:t>
          </a:r>
          <a:endParaRPr lang="en-US" b="1" dirty="0">
            <a:solidFill>
              <a:srgbClr val="67588E"/>
            </a:solidFill>
          </a:endParaRPr>
        </a:p>
      </dgm:t>
    </dgm:pt>
    <dgm:pt modelId="{B634344B-CB8F-45C9-AA64-D8B4108063E3}" type="parTrans" cxnId="{1FC9C8C1-2283-4730-9284-B24790070C66}">
      <dgm:prSet/>
      <dgm:spPr/>
      <dgm:t>
        <a:bodyPr/>
        <a:lstStyle/>
        <a:p>
          <a:endParaRPr lang="en-US"/>
        </a:p>
      </dgm:t>
    </dgm:pt>
    <dgm:pt modelId="{5AEC93C0-39A6-4B9D-9BFD-85EED04C567E}" type="sibTrans" cxnId="{1FC9C8C1-2283-4730-9284-B24790070C66}">
      <dgm:prSet/>
      <dgm:spPr/>
      <dgm:t>
        <a:bodyPr/>
        <a:lstStyle/>
        <a:p>
          <a:endParaRPr lang="en-US"/>
        </a:p>
      </dgm:t>
    </dgm:pt>
    <dgm:pt modelId="{DC3987DD-59C8-490D-B1F7-3203091EF272}" type="pres">
      <dgm:prSet presAssocID="{F3FFB7DD-1608-46DF-9E0D-7C2F0D731BD4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E6487A9-F644-4B08-ACE8-29DDAFDF280D}" type="pres">
      <dgm:prSet presAssocID="{D44A9BE6-457C-4863-B551-79DD3EE09C05}" presName="comp" presStyleCnt="0"/>
      <dgm:spPr/>
    </dgm:pt>
    <dgm:pt modelId="{6B519BB2-935F-428B-95D2-43A603729C96}" type="pres">
      <dgm:prSet presAssocID="{D44A9BE6-457C-4863-B551-79DD3EE09C05}" presName="box" presStyleLbl="node1" presStyleIdx="0" presStyleCnt="3"/>
      <dgm:spPr/>
      <dgm:t>
        <a:bodyPr/>
        <a:lstStyle/>
        <a:p>
          <a:endParaRPr lang="en-US"/>
        </a:p>
      </dgm:t>
    </dgm:pt>
    <dgm:pt modelId="{29EA137C-3E17-4FAC-84ED-49BD782098F9}" type="pres">
      <dgm:prSet presAssocID="{D44A9BE6-457C-4863-B551-79DD3EE09C05}" presName="img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  <dgm:t>
        <a:bodyPr/>
        <a:lstStyle/>
        <a:p>
          <a:endParaRPr lang="en-US"/>
        </a:p>
      </dgm:t>
    </dgm:pt>
    <dgm:pt modelId="{FED53FBB-59F9-4CCF-B887-6220BF4131A8}" type="pres">
      <dgm:prSet presAssocID="{D44A9BE6-457C-4863-B551-79DD3EE09C05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50F6D2-2FB8-40BB-9A02-BB942B167D99}" type="pres">
      <dgm:prSet presAssocID="{E7D9B241-1554-47CB-A162-D9B67C5BD862}" presName="spacer" presStyleCnt="0"/>
      <dgm:spPr/>
    </dgm:pt>
    <dgm:pt modelId="{710A4E60-8AFA-4BF2-BAAC-3EC1E4B35289}" type="pres">
      <dgm:prSet presAssocID="{6F22D191-D210-4735-85A7-EA9D586FA312}" presName="comp" presStyleCnt="0"/>
      <dgm:spPr/>
    </dgm:pt>
    <dgm:pt modelId="{4FB47436-9260-4DF7-9C51-3DD818352B8C}" type="pres">
      <dgm:prSet presAssocID="{6F22D191-D210-4735-85A7-EA9D586FA312}" presName="box" presStyleLbl="node1" presStyleIdx="1" presStyleCnt="3"/>
      <dgm:spPr/>
      <dgm:t>
        <a:bodyPr/>
        <a:lstStyle/>
        <a:p>
          <a:endParaRPr lang="en-US"/>
        </a:p>
      </dgm:t>
    </dgm:pt>
    <dgm:pt modelId="{835B8295-5523-4525-BC66-1854E10618B7}" type="pres">
      <dgm:prSet presAssocID="{6F22D191-D210-4735-85A7-EA9D586FA312}" presName="img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E90640AB-1743-4BC3-8C34-17B30C5D15A4}" type="pres">
      <dgm:prSet presAssocID="{6F22D191-D210-4735-85A7-EA9D586FA312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F80A42-BDAC-4BC9-B171-AF6806CC94B3}" type="pres">
      <dgm:prSet presAssocID="{82D0E071-5A80-4679-95A3-DAC5C36C94A5}" presName="spacer" presStyleCnt="0"/>
      <dgm:spPr/>
    </dgm:pt>
    <dgm:pt modelId="{13DBA405-7BCF-4847-A84C-F29D4EAA1A11}" type="pres">
      <dgm:prSet presAssocID="{8A7C4B25-B9BE-472E-9F57-FCAC541A7EEF}" presName="comp" presStyleCnt="0"/>
      <dgm:spPr/>
    </dgm:pt>
    <dgm:pt modelId="{8B235CBE-3281-4434-9F9D-DC88F0F6C8E2}" type="pres">
      <dgm:prSet presAssocID="{8A7C4B25-B9BE-472E-9F57-FCAC541A7EEF}" presName="box" presStyleLbl="node1" presStyleIdx="2" presStyleCnt="3"/>
      <dgm:spPr/>
      <dgm:t>
        <a:bodyPr/>
        <a:lstStyle/>
        <a:p>
          <a:endParaRPr lang="en-US"/>
        </a:p>
      </dgm:t>
    </dgm:pt>
    <dgm:pt modelId="{1709CD5A-F20C-48D1-A333-0F11A5B3787B}" type="pres">
      <dgm:prSet presAssocID="{8A7C4B25-B9BE-472E-9F57-FCAC541A7EEF}" presName="img" presStyleLbl="fgImgPlace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8FBEDCF2-D67E-4A3A-A9C9-BE3A81D61F07}" type="pres">
      <dgm:prSet presAssocID="{8A7C4B25-B9BE-472E-9F57-FCAC541A7EEF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2BB5920-E7F7-4A53-8BE4-2E77F7AB50C0}" type="presOf" srcId="{8A7C4B25-B9BE-472E-9F57-FCAC541A7EEF}" destId="{8FBEDCF2-D67E-4A3A-A9C9-BE3A81D61F07}" srcOrd="1" destOrd="0" presId="urn:microsoft.com/office/officeart/2005/8/layout/vList4#8"/>
    <dgm:cxn modelId="{C47E596E-64B1-440D-84CD-78E6BF0B581A}" type="presOf" srcId="{6F22D191-D210-4735-85A7-EA9D586FA312}" destId="{E90640AB-1743-4BC3-8C34-17B30C5D15A4}" srcOrd="1" destOrd="0" presId="urn:microsoft.com/office/officeart/2005/8/layout/vList4#8"/>
    <dgm:cxn modelId="{90DAE77C-2CB2-4052-B8BF-D0970AE5FB34}" type="presOf" srcId="{6F22D191-D210-4735-85A7-EA9D586FA312}" destId="{4FB47436-9260-4DF7-9C51-3DD818352B8C}" srcOrd="0" destOrd="0" presId="urn:microsoft.com/office/officeart/2005/8/layout/vList4#8"/>
    <dgm:cxn modelId="{E6287326-5D8D-43A1-A2F0-6FF203B3A8CD}" srcId="{F3FFB7DD-1608-46DF-9E0D-7C2F0D731BD4}" destId="{6F22D191-D210-4735-85A7-EA9D586FA312}" srcOrd="1" destOrd="0" parTransId="{91969DDE-4C7E-49B3-B6E6-48C576DD374F}" sibTransId="{82D0E071-5A80-4679-95A3-DAC5C36C94A5}"/>
    <dgm:cxn modelId="{6DA765C8-7A6B-4F99-A838-EFE670C6F281}" type="presOf" srcId="{D44A9BE6-457C-4863-B551-79DD3EE09C05}" destId="{6B519BB2-935F-428B-95D2-43A603729C96}" srcOrd="0" destOrd="0" presId="urn:microsoft.com/office/officeart/2005/8/layout/vList4#8"/>
    <dgm:cxn modelId="{8D8D51C5-1EB6-4B72-A2B3-9AE6F6FFE324}" type="presOf" srcId="{8A7C4B25-B9BE-472E-9F57-FCAC541A7EEF}" destId="{8B235CBE-3281-4434-9F9D-DC88F0F6C8E2}" srcOrd="0" destOrd="0" presId="urn:microsoft.com/office/officeart/2005/8/layout/vList4#8"/>
    <dgm:cxn modelId="{5B013CCF-E749-4216-9585-758E6F6FFC8B}" srcId="{F3FFB7DD-1608-46DF-9E0D-7C2F0D731BD4}" destId="{D44A9BE6-457C-4863-B551-79DD3EE09C05}" srcOrd="0" destOrd="0" parTransId="{4E0A77F3-E41D-481A-A0BA-B9EE9C39D6CB}" sibTransId="{E7D9B241-1554-47CB-A162-D9B67C5BD862}"/>
    <dgm:cxn modelId="{E876D60A-6BFD-47A8-AC7E-142822AA55B2}" type="presOf" srcId="{F3FFB7DD-1608-46DF-9E0D-7C2F0D731BD4}" destId="{DC3987DD-59C8-490D-B1F7-3203091EF272}" srcOrd="0" destOrd="0" presId="urn:microsoft.com/office/officeart/2005/8/layout/vList4#8"/>
    <dgm:cxn modelId="{F093895B-B451-4FAE-8C38-71547AFF6243}" type="presOf" srcId="{D44A9BE6-457C-4863-B551-79DD3EE09C05}" destId="{FED53FBB-59F9-4CCF-B887-6220BF4131A8}" srcOrd="1" destOrd="0" presId="urn:microsoft.com/office/officeart/2005/8/layout/vList4#8"/>
    <dgm:cxn modelId="{1FC9C8C1-2283-4730-9284-B24790070C66}" srcId="{F3FFB7DD-1608-46DF-9E0D-7C2F0D731BD4}" destId="{8A7C4B25-B9BE-472E-9F57-FCAC541A7EEF}" srcOrd="2" destOrd="0" parTransId="{B634344B-CB8F-45C9-AA64-D8B4108063E3}" sibTransId="{5AEC93C0-39A6-4B9D-9BFD-85EED04C567E}"/>
    <dgm:cxn modelId="{CB39464A-2DC4-40A0-A735-64285B4A2316}" type="presParOf" srcId="{DC3987DD-59C8-490D-B1F7-3203091EF272}" destId="{4E6487A9-F644-4B08-ACE8-29DDAFDF280D}" srcOrd="0" destOrd="0" presId="urn:microsoft.com/office/officeart/2005/8/layout/vList4#8"/>
    <dgm:cxn modelId="{491093E7-ABA4-419C-AE6D-CB2220F68C72}" type="presParOf" srcId="{4E6487A9-F644-4B08-ACE8-29DDAFDF280D}" destId="{6B519BB2-935F-428B-95D2-43A603729C96}" srcOrd="0" destOrd="0" presId="urn:microsoft.com/office/officeart/2005/8/layout/vList4#8"/>
    <dgm:cxn modelId="{11A79C83-4F7A-4319-9235-35F00D7BD787}" type="presParOf" srcId="{4E6487A9-F644-4B08-ACE8-29DDAFDF280D}" destId="{29EA137C-3E17-4FAC-84ED-49BD782098F9}" srcOrd="1" destOrd="0" presId="urn:microsoft.com/office/officeart/2005/8/layout/vList4#8"/>
    <dgm:cxn modelId="{46546B42-2679-4D8C-96D9-7A18012E7F20}" type="presParOf" srcId="{4E6487A9-F644-4B08-ACE8-29DDAFDF280D}" destId="{FED53FBB-59F9-4CCF-B887-6220BF4131A8}" srcOrd="2" destOrd="0" presId="urn:microsoft.com/office/officeart/2005/8/layout/vList4#8"/>
    <dgm:cxn modelId="{25EC9BBC-9647-4975-9ABB-87AC74767FC8}" type="presParOf" srcId="{DC3987DD-59C8-490D-B1F7-3203091EF272}" destId="{B450F6D2-2FB8-40BB-9A02-BB942B167D99}" srcOrd="1" destOrd="0" presId="urn:microsoft.com/office/officeart/2005/8/layout/vList4#8"/>
    <dgm:cxn modelId="{37B3590A-7D0B-49A8-A7B1-EB2BD6AEAF31}" type="presParOf" srcId="{DC3987DD-59C8-490D-B1F7-3203091EF272}" destId="{710A4E60-8AFA-4BF2-BAAC-3EC1E4B35289}" srcOrd="2" destOrd="0" presId="urn:microsoft.com/office/officeart/2005/8/layout/vList4#8"/>
    <dgm:cxn modelId="{E3BB4B3C-9877-4A1E-8C0F-402E3A9111D6}" type="presParOf" srcId="{710A4E60-8AFA-4BF2-BAAC-3EC1E4B35289}" destId="{4FB47436-9260-4DF7-9C51-3DD818352B8C}" srcOrd="0" destOrd="0" presId="urn:microsoft.com/office/officeart/2005/8/layout/vList4#8"/>
    <dgm:cxn modelId="{A61C87DF-2683-48FF-8564-1525DA9DEE33}" type="presParOf" srcId="{710A4E60-8AFA-4BF2-BAAC-3EC1E4B35289}" destId="{835B8295-5523-4525-BC66-1854E10618B7}" srcOrd="1" destOrd="0" presId="urn:microsoft.com/office/officeart/2005/8/layout/vList4#8"/>
    <dgm:cxn modelId="{ED458E3C-B833-4997-AB0F-9CD52713CD5F}" type="presParOf" srcId="{710A4E60-8AFA-4BF2-BAAC-3EC1E4B35289}" destId="{E90640AB-1743-4BC3-8C34-17B30C5D15A4}" srcOrd="2" destOrd="0" presId="urn:microsoft.com/office/officeart/2005/8/layout/vList4#8"/>
    <dgm:cxn modelId="{FB91F903-05C4-402E-A4A1-70A46702FE05}" type="presParOf" srcId="{DC3987DD-59C8-490D-B1F7-3203091EF272}" destId="{B1F80A42-BDAC-4BC9-B171-AF6806CC94B3}" srcOrd="3" destOrd="0" presId="urn:microsoft.com/office/officeart/2005/8/layout/vList4#8"/>
    <dgm:cxn modelId="{46A54E42-471E-445A-8400-65EA38B05063}" type="presParOf" srcId="{DC3987DD-59C8-490D-B1F7-3203091EF272}" destId="{13DBA405-7BCF-4847-A84C-F29D4EAA1A11}" srcOrd="4" destOrd="0" presId="urn:microsoft.com/office/officeart/2005/8/layout/vList4#8"/>
    <dgm:cxn modelId="{40998ACE-6CAA-43A9-95A7-410A4D7EDF80}" type="presParOf" srcId="{13DBA405-7BCF-4847-A84C-F29D4EAA1A11}" destId="{8B235CBE-3281-4434-9F9D-DC88F0F6C8E2}" srcOrd="0" destOrd="0" presId="urn:microsoft.com/office/officeart/2005/8/layout/vList4#8"/>
    <dgm:cxn modelId="{463784E5-39CB-4FBD-8766-8C7A0D0BB217}" type="presParOf" srcId="{13DBA405-7BCF-4847-A84C-F29D4EAA1A11}" destId="{1709CD5A-F20C-48D1-A333-0F11A5B3787B}" srcOrd="1" destOrd="0" presId="urn:microsoft.com/office/officeart/2005/8/layout/vList4#8"/>
    <dgm:cxn modelId="{6420A26D-F1DC-4B63-A77B-8A0DB96F0642}" type="presParOf" srcId="{13DBA405-7BCF-4847-A84C-F29D4EAA1A11}" destId="{8FBEDCF2-D67E-4A3A-A9C9-BE3A81D61F07}" srcOrd="2" destOrd="0" presId="urn:microsoft.com/office/officeart/2005/8/layout/vList4#8"/>
  </dgm:cxnLst>
  <dgm:bg/>
  <dgm:whole/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8EB0A52D-9BE0-4193-A0D0-A19CAEFAAF92}" type="doc">
      <dgm:prSet loTypeId="urn:microsoft.com/office/officeart/2005/8/layout/vList4#9" loCatId="list" qsTypeId="urn:microsoft.com/office/officeart/2005/8/quickstyle/simple3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3DF2E173-1220-4379-BFF5-C22F358406C6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Clip art/image gallery</a:t>
          </a:r>
          <a:endParaRPr lang="en-US" b="1" dirty="0">
            <a:solidFill>
              <a:srgbClr val="67588E"/>
            </a:solidFill>
          </a:endParaRPr>
        </a:p>
      </dgm:t>
    </dgm:pt>
    <dgm:pt modelId="{96BD55AB-45E5-495F-8E48-D0D358639256}" type="parTrans" cxnId="{B9C98B79-25F3-474D-B0EE-10F872BF0D00}">
      <dgm:prSet/>
      <dgm:spPr/>
      <dgm:t>
        <a:bodyPr/>
        <a:lstStyle/>
        <a:p>
          <a:endParaRPr lang="en-US"/>
        </a:p>
      </dgm:t>
    </dgm:pt>
    <dgm:pt modelId="{846960B8-4051-4DF2-BD55-EA639BA66841}" type="sibTrans" cxnId="{B9C98B79-25F3-474D-B0EE-10F872BF0D00}">
      <dgm:prSet/>
      <dgm:spPr/>
      <dgm:t>
        <a:bodyPr/>
        <a:lstStyle/>
        <a:p>
          <a:endParaRPr lang="en-US"/>
        </a:p>
      </dgm:t>
    </dgm:pt>
    <dgm:pt modelId="{D866E496-E612-4317-BB38-7A42BA762992}">
      <dgm:prSet phldrT="[Text]"/>
      <dgm:spPr/>
      <dgm:t>
        <a:bodyPr/>
        <a:lstStyle/>
        <a:p>
          <a:r>
            <a:rPr lang="en-US" dirty="0" smtClean="0"/>
            <a:t>Video and audio editing software</a:t>
          </a:r>
          <a:endParaRPr lang="en-US" dirty="0"/>
        </a:p>
      </dgm:t>
    </dgm:pt>
    <dgm:pt modelId="{4030964D-7CE4-4C8D-9369-4410EA4B7538}" type="parTrans" cxnId="{60FC74D5-5EF9-41CB-AD2E-928546C85C58}">
      <dgm:prSet/>
      <dgm:spPr/>
      <dgm:t>
        <a:bodyPr/>
        <a:lstStyle/>
        <a:p>
          <a:endParaRPr lang="en-US"/>
        </a:p>
      </dgm:t>
    </dgm:pt>
    <dgm:pt modelId="{532AB693-5F9D-4872-AFB7-4307BD4A0163}" type="sibTrans" cxnId="{60FC74D5-5EF9-41CB-AD2E-928546C85C58}">
      <dgm:prSet/>
      <dgm:spPr/>
      <dgm:t>
        <a:bodyPr/>
        <a:lstStyle/>
        <a:p>
          <a:endParaRPr lang="en-US"/>
        </a:p>
      </dgm:t>
    </dgm:pt>
    <dgm:pt modelId="{36FD33A6-4B56-412F-8006-5AFBB582E23C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Home design/landscaping software</a:t>
          </a:r>
          <a:endParaRPr lang="en-US" b="1" dirty="0">
            <a:solidFill>
              <a:srgbClr val="67588E"/>
            </a:solidFill>
          </a:endParaRPr>
        </a:p>
      </dgm:t>
    </dgm:pt>
    <dgm:pt modelId="{5A5C8E43-7530-42D2-B150-DCD663FF08C8}" type="parTrans" cxnId="{6A4A5BA4-1AB9-464E-B4B0-8569C807E6AE}">
      <dgm:prSet/>
      <dgm:spPr/>
      <dgm:t>
        <a:bodyPr/>
        <a:lstStyle/>
        <a:p>
          <a:endParaRPr lang="en-US"/>
        </a:p>
      </dgm:t>
    </dgm:pt>
    <dgm:pt modelId="{466891EC-AC6C-4571-8383-B2EB4F4B7414}" type="sibTrans" cxnId="{6A4A5BA4-1AB9-464E-B4B0-8569C807E6AE}">
      <dgm:prSet/>
      <dgm:spPr/>
      <dgm:t>
        <a:bodyPr/>
        <a:lstStyle/>
        <a:p>
          <a:endParaRPr lang="en-US"/>
        </a:p>
      </dgm:t>
    </dgm:pt>
    <dgm:pt modelId="{D97FE74D-3B81-4F41-B934-9615279966EF}" type="pres">
      <dgm:prSet presAssocID="{8EB0A52D-9BE0-4193-A0D0-A19CAEFAAF92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E9712C3-CAFB-4E0C-86CE-7C4481AFD59C}" type="pres">
      <dgm:prSet presAssocID="{3DF2E173-1220-4379-BFF5-C22F358406C6}" presName="comp" presStyleCnt="0"/>
      <dgm:spPr/>
    </dgm:pt>
    <dgm:pt modelId="{C3B874CF-D49E-432E-AE51-06908DE28B59}" type="pres">
      <dgm:prSet presAssocID="{3DF2E173-1220-4379-BFF5-C22F358406C6}" presName="box" presStyleLbl="node1" presStyleIdx="0" presStyleCnt="3"/>
      <dgm:spPr/>
      <dgm:t>
        <a:bodyPr/>
        <a:lstStyle/>
        <a:p>
          <a:endParaRPr lang="en-US"/>
        </a:p>
      </dgm:t>
    </dgm:pt>
    <dgm:pt modelId="{B8FADA31-9491-40A6-B7D2-E530E1AED5F5}" type="pres">
      <dgm:prSet presAssocID="{3DF2E173-1220-4379-BFF5-C22F358406C6}" presName="img" presStyleLbl="fgImgPlace1" presStyleIdx="0" presStyleCnt="3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030DD320-3BA6-4AE4-A825-3C88F6E732CC}" type="pres">
      <dgm:prSet presAssocID="{3DF2E173-1220-4379-BFF5-C22F358406C6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C7ABF0-B970-48A4-97B5-3DA338A07206}" type="pres">
      <dgm:prSet presAssocID="{846960B8-4051-4DF2-BD55-EA639BA66841}" presName="spacer" presStyleCnt="0"/>
      <dgm:spPr/>
    </dgm:pt>
    <dgm:pt modelId="{FAF638FD-1ECA-4423-AE0B-343640661B0D}" type="pres">
      <dgm:prSet presAssocID="{D866E496-E612-4317-BB38-7A42BA762992}" presName="comp" presStyleCnt="0"/>
      <dgm:spPr/>
    </dgm:pt>
    <dgm:pt modelId="{F3942A50-A8CA-4C32-A569-265B55E4EB98}" type="pres">
      <dgm:prSet presAssocID="{D866E496-E612-4317-BB38-7A42BA762992}" presName="box" presStyleLbl="node1" presStyleIdx="1" presStyleCnt="3"/>
      <dgm:spPr/>
      <dgm:t>
        <a:bodyPr/>
        <a:lstStyle/>
        <a:p>
          <a:endParaRPr lang="en-US"/>
        </a:p>
      </dgm:t>
    </dgm:pt>
    <dgm:pt modelId="{65CF307E-01AF-43AD-9C9E-1BC5D632D416}" type="pres">
      <dgm:prSet presAssocID="{D866E496-E612-4317-BB38-7A42BA762992}" presName="img" presStyleLbl="fgImgPlace1" presStyleIdx="1" presStyleCnt="3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9569E95E-EA19-408F-8D82-8C6393894005}" type="pres">
      <dgm:prSet presAssocID="{D866E496-E612-4317-BB38-7A42BA762992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4B1A8F-C60D-4CF6-B5C7-F75AFC5C4559}" type="pres">
      <dgm:prSet presAssocID="{532AB693-5F9D-4872-AFB7-4307BD4A0163}" presName="spacer" presStyleCnt="0"/>
      <dgm:spPr/>
    </dgm:pt>
    <dgm:pt modelId="{02115BD2-75E4-4CE1-9001-4989D392D856}" type="pres">
      <dgm:prSet presAssocID="{36FD33A6-4B56-412F-8006-5AFBB582E23C}" presName="comp" presStyleCnt="0"/>
      <dgm:spPr/>
    </dgm:pt>
    <dgm:pt modelId="{7A805856-117B-4FC6-B501-EC6187FE3471}" type="pres">
      <dgm:prSet presAssocID="{36FD33A6-4B56-412F-8006-5AFBB582E23C}" presName="box" presStyleLbl="node1" presStyleIdx="2" presStyleCnt="3"/>
      <dgm:spPr/>
      <dgm:t>
        <a:bodyPr/>
        <a:lstStyle/>
        <a:p>
          <a:endParaRPr lang="en-US"/>
        </a:p>
      </dgm:t>
    </dgm:pt>
    <dgm:pt modelId="{172D8091-454D-44B6-988B-FC496D743DD7}" type="pres">
      <dgm:prSet presAssocID="{36FD33A6-4B56-412F-8006-5AFBB582E23C}" presName="img" presStyleLbl="fgImgPlace1" presStyleIdx="2" presStyleCnt="3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682BA6B6-4EE3-4DB2-843D-13607AA59CB3}" type="pres">
      <dgm:prSet presAssocID="{36FD33A6-4B56-412F-8006-5AFBB582E23C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8053309-AE29-4608-9A33-15A92117EBCB}" type="presOf" srcId="{D866E496-E612-4317-BB38-7A42BA762992}" destId="{9569E95E-EA19-408F-8D82-8C6393894005}" srcOrd="1" destOrd="0" presId="urn:microsoft.com/office/officeart/2005/8/layout/vList4#9"/>
    <dgm:cxn modelId="{CF860182-19E5-441A-B441-E2E26C57C7FA}" type="presOf" srcId="{3DF2E173-1220-4379-BFF5-C22F358406C6}" destId="{C3B874CF-D49E-432E-AE51-06908DE28B59}" srcOrd="0" destOrd="0" presId="urn:microsoft.com/office/officeart/2005/8/layout/vList4#9"/>
    <dgm:cxn modelId="{B9C98B79-25F3-474D-B0EE-10F872BF0D00}" srcId="{8EB0A52D-9BE0-4193-A0D0-A19CAEFAAF92}" destId="{3DF2E173-1220-4379-BFF5-C22F358406C6}" srcOrd="0" destOrd="0" parTransId="{96BD55AB-45E5-495F-8E48-D0D358639256}" sibTransId="{846960B8-4051-4DF2-BD55-EA639BA66841}"/>
    <dgm:cxn modelId="{BD3D145A-7901-4A54-8E8E-537E06D60C95}" type="presOf" srcId="{3DF2E173-1220-4379-BFF5-C22F358406C6}" destId="{030DD320-3BA6-4AE4-A825-3C88F6E732CC}" srcOrd="1" destOrd="0" presId="urn:microsoft.com/office/officeart/2005/8/layout/vList4#9"/>
    <dgm:cxn modelId="{A364083F-96A2-4389-A6B9-F9DE9D8F7FC2}" type="presOf" srcId="{D866E496-E612-4317-BB38-7A42BA762992}" destId="{F3942A50-A8CA-4C32-A569-265B55E4EB98}" srcOrd="0" destOrd="0" presId="urn:microsoft.com/office/officeart/2005/8/layout/vList4#9"/>
    <dgm:cxn modelId="{D0B304DD-D1C8-497A-A816-BA2D0BE07BE7}" type="presOf" srcId="{36FD33A6-4B56-412F-8006-5AFBB582E23C}" destId="{7A805856-117B-4FC6-B501-EC6187FE3471}" srcOrd="0" destOrd="0" presId="urn:microsoft.com/office/officeart/2005/8/layout/vList4#9"/>
    <dgm:cxn modelId="{6A4A5BA4-1AB9-464E-B4B0-8569C807E6AE}" srcId="{8EB0A52D-9BE0-4193-A0D0-A19CAEFAAF92}" destId="{36FD33A6-4B56-412F-8006-5AFBB582E23C}" srcOrd="2" destOrd="0" parTransId="{5A5C8E43-7530-42D2-B150-DCD663FF08C8}" sibTransId="{466891EC-AC6C-4571-8383-B2EB4F4B7414}"/>
    <dgm:cxn modelId="{4FBE18BD-1C55-4D79-89C4-2790CC9EE2E7}" type="presOf" srcId="{8EB0A52D-9BE0-4193-A0D0-A19CAEFAAF92}" destId="{D97FE74D-3B81-4F41-B934-9615279966EF}" srcOrd="0" destOrd="0" presId="urn:microsoft.com/office/officeart/2005/8/layout/vList4#9"/>
    <dgm:cxn modelId="{60FC74D5-5EF9-41CB-AD2E-928546C85C58}" srcId="{8EB0A52D-9BE0-4193-A0D0-A19CAEFAAF92}" destId="{D866E496-E612-4317-BB38-7A42BA762992}" srcOrd="1" destOrd="0" parTransId="{4030964D-7CE4-4C8D-9369-4410EA4B7538}" sibTransId="{532AB693-5F9D-4872-AFB7-4307BD4A0163}"/>
    <dgm:cxn modelId="{674591D2-C380-4361-B05B-FCDBC199F88C}" type="presOf" srcId="{36FD33A6-4B56-412F-8006-5AFBB582E23C}" destId="{682BA6B6-4EE3-4DB2-843D-13607AA59CB3}" srcOrd="1" destOrd="0" presId="urn:microsoft.com/office/officeart/2005/8/layout/vList4#9"/>
    <dgm:cxn modelId="{071504D2-2BBB-4FBA-9C38-00EE119382F4}" type="presParOf" srcId="{D97FE74D-3B81-4F41-B934-9615279966EF}" destId="{EE9712C3-CAFB-4E0C-86CE-7C4481AFD59C}" srcOrd="0" destOrd="0" presId="urn:microsoft.com/office/officeart/2005/8/layout/vList4#9"/>
    <dgm:cxn modelId="{99B18D49-C09A-4AEF-85A3-9F633EC235FD}" type="presParOf" srcId="{EE9712C3-CAFB-4E0C-86CE-7C4481AFD59C}" destId="{C3B874CF-D49E-432E-AE51-06908DE28B59}" srcOrd="0" destOrd="0" presId="urn:microsoft.com/office/officeart/2005/8/layout/vList4#9"/>
    <dgm:cxn modelId="{FC81F1E1-B693-45EC-A5E2-331B3B6DF646}" type="presParOf" srcId="{EE9712C3-CAFB-4E0C-86CE-7C4481AFD59C}" destId="{B8FADA31-9491-40A6-B7D2-E530E1AED5F5}" srcOrd="1" destOrd="0" presId="urn:microsoft.com/office/officeart/2005/8/layout/vList4#9"/>
    <dgm:cxn modelId="{D28721A9-DC21-42C5-A461-038277C72223}" type="presParOf" srcId="{EE9712C3-CAFB-4E0C-86CE-7C4481AFD59C}" destId="{030DD320-3BA6-4AE4-A825-3C88F6E732CC}" srcOrd="2" destOrd="0" presId="urn:microsoft.com/office/officeart/2005/8/layout/vList4#9"/>
    <dgm:cxn modelId="{F5690624-ACBE-4E45-8E65-918EDA5C77AE}" type="presParOf" srcId="{D97FE74D-3B81-4F41-B934-9615279966EF}" destId="{8FC7ABF0-B970-48A4-97B5-3DA338A07206}" srcOrd="1" destOrd="0" presId="urn:microsoft.com/office/officeart/2005/8/layout/vList4#9"/>
    <dgm:cxn modelId="{6D4F853B-E553-4B38-B803-FF8E4E53E607}" type="presParOf" srcId="{D97FE74D-3B81-4F41-B934-9615279966EF}" destId="{FAF638FD-1ECA-4423-AE0B-343640661B0D}" srcOrd="2" destOrd="0" presId="urn:microsoft.com/office/officeart/2005/8/layout/vList4#9"/>
    <dgm:cxn modelId="{D037FC35-33D5-4E61-B70B-6FF893FF4175}" type="presParOf" srcId="{FAF638FD-1ECA-4423-AE0B-343640661B0D}" destId="{F3942A50-A8CA-4C32-A569-265B55E4EB98}" srcOrd="0" destOrd="0" presId="urn:microsoft.com/office/officeart/2005/8/layout/vList4#9"/>
    <dgm:cxn modelId="{BC4B98B9-DC24-4A4B-83E5-43C94A74C602}" type="presParOf" srcId="{FAF638FD-1ECA-4423-AE0B-343640661B0D}" destId="{65CF307E-01AF-43AD-9C9E-1BC5D632D416}" srcOrd="1" destOrd="0" presId="urn:microsoft.com/office/officeart/2005/8/layout/vList4#9"/>
    <dgm:cxn modelId="{BE263AC8-0CF7-4A26-980D-3D3A05287D0D}" type="presParOf" srcId="{FAF638FD-1ECA-4423-AE0B-343640661B0D}" destId="{9569E95E-EA19-408F-8D82-8C6393894005}" srcOrd="2" destOrd="0" presId="urn:microsoft.com/office/officeart/2005/8/layout/vList4#9"/>
    <dgm:cxn modelId="{F970899E-CCB2-4CA8-BE82-3A5A11FEB841}" type="presParOf" srcId="{D97FE74D-3B81-4F41-B934-9615279966EF}" destId="{DC4B1A8F-C60D-4CF6-B5C7-F75AFC5C4559}" srcOrd="3" destOrd="0" presId="urn:microsoft.com/office/officeart/2005/8/layout/vList4#9"/>
    <dgm:cxn modelId="{48B624DA-4AF3-451D-9564-99D42E0CC9F3}" type="presParOf" srcId="{D97FE74D-3B81-4F41-B934-9615279966EF}" destId="{02115BD2-75E4-4CE1-9001-4989D392D856}" srcOrd="4" destOrd="0" presId="urn:microsoft.com/office/officeart/2005/8/layout/vList4#9"/>
    <dgm:cxn modelId="{03C574A4-3320-4103-B74C-C7FDB85726D4}" type="presParOf" srcId="{02115BD2-75E4-4CE1-9001-4989D392D856}" destId="{7A805856-117B-4FC6-B501-EC6187FE3471}" srcOrd="0" destOrd="0" presId="urn:microsoft.com/office/officeart/2005/8/layout/vList4#9"/>
    <dgm:cxn modelId="{525730AA-5D32-4F72-B608-78D26827D83C}" type="presParOf" srcId="{02115BD2-75E4-4CE1-9001-4989D392D856}" destId="{172D8091-454D-44B6-988B-FC496D743DD7}" srcOrd="1" destOrd="0" presId="urn:microsoft.com/office/officeart/2005/8/layout/vList4#9"/>
    <dgm:cxn modelId="{1C23C51B-7359-4CCE-9D4C-6FDC6FC074C4}" type="presParOf" srcId="{02115BD2-75E4-4CE1-9001-4989D392D856}" destId="{682BA6B6-4EE3-4DB2-843D-13607AA59CB3}" srcOrd="2" destOrd="0" presId="urn:microsoft.com/office/officeart/2005/8/layout/vList4#9"/>
  </dgm:cxnLst>
  <dgm:bg/>
  <dgm:whole/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A148036-3DE8-4E78-B6E3-9EE0A7710505}" type="doc">
      <dgm:prSet loTypeId="urn:microsoft.com/office/officeart/2005/8/layout/vList4#10" loCatId="list" qsTypeId="urn:microsoft.com/office/officeart/2005/8/quickstyle/simple3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7385F359-3BD2-4CCB-A5A1-95DA6CDE95AA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Travel and mapping software</a:t>
          </a:r>
          <a:endParaRPr lang="en-US" b="1" dirty="0">
            <a:solidFill>
              <a:srgbClr val="67588E"/>
            </a:solidFill>
          </a:endParaRPr>
        </a:p>
      </dgm:t>
    </dgm:pt>
    <dgm:pt modelId="{11AD963F-4CF2-4ECC-B8C5-4407A28ECE35}" type="parTrans" cxnId="{E9E6EC2F-808A-4F8E-8549-632E562D79B7}">
      <dgm:prSet/>
      <dgm:spPr/>
      <dgm:t>
        <a:bodyPr/>
        <a:lstStyle/>
        <a:p>
          <a:endParaRPr lang="en-US"/>
        </a:p>
      </dgm:t>
    </dgm:pt>
    <dgm:pt modelId="{B5D3ED0D-A555-4F59-A976-CBD6847DA3C2}" type="sibTrans" cxnId="{E9E6EC2F-808A-4F8E-8549-632E562D79B7}">
      <dgm:prSet/>
      <dgm:spPr/>
      <dgm:t>
        <a:bodyPr/>
        <a:lstStyle/>
        <a:p>
          <a:endParaRPr lang="en-US"/>
        </a:p>
      </dgm:t>
    </dgm:pt>
    <dgm:pt modelId="{8EF64D83-AB58-4980-8258-87DEE176B566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Reference software</a:t>
          </a:r>
          <a:endParaRPr lang="en-US" b="1" dirty="0">
            <a:solidFill>
              <a:srgbClr val="67588E"/>
            </a:solidFill>
          </a:endParaRPr>
        </a:p>
      </dgm:t>
    </dgm:pt>
    <dgm:pt modelId="{DE3D9BAE-94A6-4298-B971-AD03122B43A7}" type="parTrans" cxnId="{291F61A0-A503-4265-BDCD-84D4FD4103AE}">
      <dgm:prSet/>
      <dgm:spPr/>
      <dgm:t>
        <a:bodyPr/>
        <a:lstStyle/>
        <a:p>
          <a:endParaRPr lang="en-US"/>
        </a:p>
      </dgm:t>
    </dgm:pt>
    <dgm:pt modelId="{D364DEED-C4DC-4B84-8F7B-44862ECD137C}" type="sibTrans" cxnId="{291F61A0-A503-4265-BDCD-84D4FD4103AE}">
      <dgm:prSet/>
      <dgm:spPr/>
      <dgm:t>
        <a:bodyPr/>
        <a:lstStyle/>
        <a:p>
          <a:endParaRPr lang="en-US"/>
        </a:p>
      </dgm:t>
    </dgm:pt>
    <dgm:pt modelId="{9DA474DC-A5A4-4522-B72C-081B096DF723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Educational software</a:t>
          </a:r>
          <a:endParaRPr lang="en-US" b="1" dirty="0">
            <a:solidFill>
              <a:srgbClr val="67588E"/>
            </a:solidFill>
          </a:endParaRPr>
        </a:p>
      </dgm:t>
    </dgm:pt>
    <dgm:pt modelId="{FC09C920-9100-402C-9610-FA2035C2A3E5}" type="parTrans" cxnId="{39FCD686-EF55-483E-B05A-ED86F47ABEF7}">
      <dgm:prSet/>
      <dgm:spPr/>
      <dgm:t>
        <a:bodyPr/>
        <a:lstStyle/>
        <a:p>
          <a:endParaRPr lang="en-US"/>
        </a:p>
      </dgm:t>
    </dgm:pt>
    <dgm:pt modelId="{BEE6D191-25A1-42D9-A4E0-804D58A3A440}" type="sibTrans" cxnId="{39FCD686-EF55-483E-B05A-ED86F47ABEF7}">
      <dgm:prSet/>
      <dgm:spPr/>
      <dgm:t>
        <a:bodyPr/>
        <a:lstStyle/>
        <a:p>
          <a:endParaRPr lang="en-US"/>
        </a:p>
      </dgm:t>
    </dgm:pt>
    <dgm:pt modelId="{B263F0DF-7370-4654-85BF-46FF9B072330}">
      <dgm:prSet phldrT="[Text]"/>
      <dgm:spPr/>
      <dgm:t>
        <a:bodyPr/>
        <a:lstStyle/>
        <a:p>
          <a:r>
            <a:rPr lang="en-US" b="1" dirty="0" smtClean="0">
              <a:solidFill>
                <a:srgbClr val="67588E"/>
              </a:solidFill>
            </a:rPr>
            <a:t>Entertainment software</a:t>
          </a:r>
          <a:endParaRPr lang="en-US" b="1" dirty="0">
            <a:solidFill>
              <a:srgbClr val="67588E"/>
            </a:solidFill>
          </a:endParaRPr>
        </a:p>
      </dgm:t>
    </dgm:pt>
    <dgm:pt modelId="{0B2AC65C-8EED-4449-8F14-1C9DF2D4F57F}" type="parTrans" cxnId="{3B336E91-52FB-43AA-B12B-F951D76A70EA}">
      <dgm:prSet/>
      <dgm:spPr/>
      <dgm:t>
        <a:bodyPr/>
        <a:lstStyle/>
        <a:p>
          <a:endParaRPr lang="en-US"/>
        </a:p>
      </dgm:t>
    </dgm:pt>
    <dgm:pt modelId="{BD3637A6-72CA-46D9-A790-F10A966BF6B5}" type="sibTrans" cxnId="{3B336E91-52FB-43AA-B12B-F951D76A70EA}">
      <dgm:prSet/>
      <dgm:spPr/>
      <dgm:t>
        <a:bodyPr/>
        <a:lstStyle/>
        <a:p>
          <a:endParaRPr lang="en-US"/>
        </a:p>
      </dgm:t>
    </dgm:pt>
    <dgm:pt modelId="{B8C07D0B-1728-4544-851B-C41A9ECBC78C}" type="pres">
      <dgm:prSet presAssocID="{1A148036-3DE8-4E78-B6E3-9EE0A7710505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F4B9F70-773A-4BFA-A45C-66EF9D2D512C}" type="pres">
      <dgm:prSet presAssocID="{7385F359-3BD2-4CCB-A5A1-95DA6CDE95AA}" presName="comp" presStyleCnt="0"/>
      <dgm:spPr/>
    </dgm:pt>
    <dgm:pt modelId="{F2242F9C-0A73-4FEC-9400-97B4A9CE3C78}" type="pres">
      <dgm:prSet presAssocID="{7385F359-3BD2-4CCB-A5A1-95DA6CDE95AA}" presName="box" presStyleLbl="node1" presStyleIdx="0" presStyleCnt="4"/>
      <dgm:spPr/>
      <dgm:t>
        <a:bodyPr/>
        <a:lstStyle/>
        <a:p>
          <a:endParaRPr lang="en-US"/>
        </a:p>
      </dgm:t>
    </dgm:pt>
    <dgm:pt modelId="{C12CA84B-0CA0-492E-A8FC-A1E013B54804}" type="pres">
      <dgm:prSet presAssocID="{7385F359-3BD2-4CCB-A5A1-95DA6CDE95AA}" presName="img" presStyleLbl="fgImgPlace1" presStyleIdx="0" presStyleCnt="4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22B2C672-8CA1-4CB5-83D3-112D9E125984}" type="pres">
      <dgm:prSet presAssocID="{7385F359-3BD2-4CCB-A5A1-95DA6CDE95AA}" presName="text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5FB515-89FF-40A4-99A5-41A6483844CB}" type="pres">
      <dgm:prSet presAssocID="{B5D3ED0D-A555-4F59-A976-CBD6847DA3C2}" presName="spacer" presStyleCnt="0"/>
      <dgm:spPr/>
    </dgm:pt>
    <dgm:pt modelId="{49027D75-9972-4E98-887D-189425EDA0D8}" type="pres">
      <dgm:prSet presAssocID="{8EF64D83-AB58-4980-8258-87DEE176B566}" presName="comp" presStyleCnt="0"/>
      <dgm:spPr/>
    </dgm:pt>
    <dgm:pt modelId="{0CF19E25-E7BC-4944-A9F7-F331D8ED4F63}" type="pres">
      <dgm:prSet presAssocID="{8EF64D83-AB58-4980-8258-87DEE176B566}" presName="box" presStyleLbl="node1" presStyleIdx="1" presStyleCnt="4"/>
      <dgm:spPr/>
      <dgm:t>
        <a:bodyPr/>
        <a:lstStyle/>
        <a:p>
          <a:endParaRPr lang="en-US"/>
        </a:p>
      </dgm:t>
    </dgm:pt>
    <dgm:pt modelId="{8892F56F-44AF-4E13-B57B-7716D80D008F}" type="pres">
      <dgm:prSet presAssocID="{8EF64D83-AB58-4980-8258-87DEE176B566}" presName="img" presStyleLbl="fgImgPlace1" presStyleIdx="1" presStyleCnt="4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8136FEA9-140C-44ED-817C-00BE12EB6E08}" type="pres">
      <dgm:prSet presAssocID="{8EF64D83-AB58-4980-8258-87DEE176B566}" presName="text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2A1343F-32CF-4C1D-A0B3-1CC3AD4B0B3F}" type="pres">
      <dgm:prSet presAssocID="{D364DEED-C4DC-4B84-8F7B-44862ECD137C}" presName="spacer" presStyleCnt="0"/>
      <dgm:spPr/>
    </dgm:pt>
    <dgm:pt modelId="{99D4B613-C707-461D-AC2A-3D1A91F800DB}" type="pres">
      <dgm:prSet presAssocID="{9DA474DC-A5A4-4522-B72C-081B096DF723}" presName="comp" presStyleCnt="0"/>
      <dgm:spPr/>
    </dgm:pt>
    <dgm:pt modelId="{7C10FBC1-4767-4B1D-9779-564D049D34E4}" type="pres">
      <dgm:prSet presAssocID="{9DA474DC-A5A4-4522-B72C-081B096DF723}" presName="box" presStyleLbl="node1" presStyleIdx="2" presStyleCnt="4"/>
      <dgm:spPr/>
      <dgm:t>
        <a:bodyPr/>
        <a:lstStyle/>
        <a:p>
          <a:endParaRPr lang="en-US"/>
        </a:p>
      </dgm:t>
    </dgm:pt>
    <dgm:pt modelId="{6D571423-79CD-4719-A1E4-FA09674BA42D}" type="pres">
      <dgm:prSet presAssocID="{9DA474DC-A5A4-4522-B72C-081B096DF723}" presName="img" presStyleLbl="fgImgPlace1" presStyleIdx="2" presStyleCnt="4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222815DA-F95A-4F19-AFB9-9B687B14A209}" type="pres">
      <dgm:prSet presAssocID="{9DA474DC-A5A4-4522-B72C-081B096DF723}" presName="text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320916-C72E-4D5A-9DFC-F63E1C84356B}" type="pres">
      <dgm:prSet presAssocID="{BEE6D191-25A1-42D9-A4E0-804D58A3A440}" presName="spacer" presStyleCnt="0"/>
      <dgm:spPr/>
    </dgm:pt>
    <dgm:pt modelId="{3D41C072-D692-4638-B894-B20952952330}" type="pres">
      <dgm:prSet presAssocID="{B263F0DF-7370-4654-85BF-46FF9B072330}" presName="comp" presStyleCnt="0"/>
      <dgm:spPr/>
    </dgm:pt>
    <dgm:pt modelId="{A4759174-7E31-4CEF-820E-FEB5CBF89C43}" type="pres">
      <dgm:prSet presAssocID="{B263F0DF-7370-4654-85BF-46FF9B072330}" presName="box" presStyleLbl="node1" presStyleIdx="3" presStyleCnt="4"/>
      <dgm:spPr/>
      <dgm:t>
        <a:bodyPr/>
        <a:lstStyle/>
        <a:p>
          <a:endParaRPr lang="en-US"/>
        </a:p>
      </dgm:t>
    </dgm:pt>
    <dgm:pt modelId="{1165D06F-B56A-4DE1-A4FD-D27598445AC8}" type="pres">
      <dgm:prSet presAssocID="{B263F0DF-7370-4654-85BF-46FF9B072330}" presName="img" presStyleLbl="fgImgPlace1" presStyleIdx="3" presStyleCnt="4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</dgm:pt>
    <dgm:pt modelId="{CE47398D-2FFB-44DC-93B6-7309D4ED4FB7}" type="pres">
      <dgm:prSet presAssocID="{B263F0DF-7370-4654-85BF-46FF9B072330}" presName="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17D1AE5-F70E-42F2-8DA0-2483445DC0AA}" type="presOf" srcId="{B263F0DF-7370-4654-85BF-46FF9B072330}" destId="{A4759174-7E31-4CEF-820E-FEB5CBF89C43}" srcOrd="0" destOrd="0" presId="urn:microsoft.com/office/officeart/2005/8/layout/vList4#10"/>
    <dgm:cxn modelId="{291F61A0-A503-4265-BDCD-84D4FD4103AE}" srcId="{1A148036-3DE8-4E78-B6E3-9EE0A7710505}" destId="{8EF64D83-AB58-4980-8258-87DEE176B566}" srcOrd="1" destOrd="0" parTransId="{DE3D9BAE-94A6-4298-B971-AD03122B43A7}" sibTransId="{D364DEED-C4DC-4B84-8F7B-44862ECD137C}"/>
    <dgm:cxn modelId="{39FCD686-EF55-483E-B05A-ED86F47ABEF7}" srcId="{1A148036-3DE8-4E78-B6E3-9EE0A7710505}" destId="{9DA474DC-A5A4-4522-B72C-081B096DF723}" srcOrd="2" destOrd="0" parTransId="{FC09C920-9100-402C-9610-FA2035C2A3E5}" sibTransId="{BEE6D191-25A1-42D9-A4E0-804D58A3A440}"/>
    <dgm:cxn modelId="{2C2E6286-8D26-4FA0-B9A3-71368DC57F3D}" type="presOf" srcId="{9DA474DC-A5A4-4522-B72C-081B096DF723}" destId="{222815DA-F95A-4F19-AFB9-9B687B14A209}" srcOrd="1" destOrd="0" presId="urn:microsoft.com/office/officeart/2005/8/layout/vList4#10"/>
    <dgm:cxn modelId="{E9E6EC2F-808A-4F8E-8549-632E562D79B7}" srcId="{1A148036-3DE8-4E78-B6E3-9EE0A7710505}" destId="{7385F359-3BD2-4CCB-A5A1-95DA6CDE95AA}" srcOrd="0" destOrd="0" parTransId="{11AD963F-4CF2-4ECC-B8C5-4407A28ECE35}" sibTransId="{B5D3ED0D-A555-4F59-A976-CBD6847DA3C2}"/>
    <dgm:cxn modelId="{076652A9-7314-4B18-B01F-9FA7DFFF2049}" type="presOf" srcId="{8EF64D83-AB58-4980-8258-87DEE176B566}" destId="{0CF19E25-E7BC-4944-A9F7-F331D8ED4F63}" srcOrd="0" destOrd="0" presId="urn:microsoft.com/office/officeart/2005/8/layout/vList4#10"/>
    <dgm:cxn modelId="{CC7C4147-2C3B-4143-B58B-61595808ED3C}" type="presOf" srcId="{B263F0DF-7370-4654-85BF-46FF9B072330}" destId="{CE47398D-2FFB-44DC-93B6-7309D4ED4FB7}" srcOrd="1" destOrd="0" presId="urn:microsoft.com/office/officeart/2005/8/layout/vList4#10"/>
    <dgm:cxn modelId="{C34FEF18-115F-4B44-8005-5D87875B6596}" type="presOf" srcId="{7385F359-3BD2-4CCB-A5A1-95DA6CDE95AA}" destId="{22B2C672-8CA1-4CB5-83D3-112D9E125984}" srcOrd="1" destOrd="0" presId="urn:microsoft.com/office/officeart/2005/8/layout/vList4#10"/>
    <dgm:cxn modelId="{F0C46418-3F29-4B7F-B530-C814180D3DE1}" type="presOf" srcId="{7385F359-3BD2-4CCB-A5A1-95DA6CDE95AA}" destId="{F2242F9C-0A73-4FEC-9400-97B4A9CE3C78}" srcOrd="0" destOrd="0" presId="urn:microsoft.com/office/officeart/2005/8/layout/vList4#10"/>
    <dgm:cxn modelId="{572BB855-2187-4772-AF4E-F9C17633F40C}" type="presOf" srcId="{8EF64D83-AB58-4980-8258-87DEE176B566}" destId="{8136FEA9-140C-44ED-817C-00BE12EB6E08}" srcOrd="1" destOrd="0" presId="urn:microsoft.com/office/officeart/2005/8/layout/vList4#10"/>
    <dgm:cxn modelId="{3B336E91-52FB-43AA-B12B-F951D76A70EA}" srcId="{1A148036-3DE8-4E78-B6E3-9EE0A7710505}" destId="{B263F0DF-7370-4654-85BF-46FF9B072330}" srcOrd="3" destOrd="0" parTransId="{0B2AC65C-8EED-4449-8F14-1C9DF2D4F57F}" sibTransId="{BD3637A6-72CA-46D9-A790-F10A966BF6B5}"/>
    <dgm:cxn modelId="{D29DCDF6-7121-4BC2-A302-99AE64DEF2C6}" type="presOf" srcId="{1A148036-3DE8-4E78-B6E3-9EE0A7710505}" destId="{B8C07D0B-1728-4544-851B-C41A9ECBC78C}" srcOrd="0" destOrd="0" presId="urn:microsoft.com/office/officeart/2005/8/layout/vList4#10"/>
    <dgm:cxn modelId="{C765B787-F976-4A7A-BF12-2D84DC5E65C8}" type="presOf" srcId="{9DA474DC-A5A4-4522-B72C-081B096DF723}" destId="{7C10FBC1-4767-4B1D-9779-564D049D34E4}" srcOrd="0" destOrd="0" presId="urn:microsoft.com/office/officeart/2005/8/layout/vList4#10"/>
    <dgm:cxn modelId="{CFCAB55B-D64F-4268-9151-F69029838A5E}" type="presParOf" srcId="{B8C07D0B-1728-4544-851B-C41A9ECBC78C}" destId="{2F4B9F70-773A-4BFA-A45C-66EF9D2D512C}" srcOrd="0" destOrd="0" presId="urn:microsoft.com/office/officeart/2005/8/layout/vList4#10"/>
    <dgm:cxn modelId="{5218FD5A-164F-4669-966F-75B5F9BB21D7}" type="presParOf" srcId="{2F4B9F70-773A-4BFA-A45C-66EF9D2D512C}" destId="{F2242F9C-0A73-4FEC-9400-97B4A9CE3C78}" srcOrd="0" destOrd="0" presId="urn:microsoft.com/office/officeart/2005/8/layout/vList4#10"/>
    <dgm:cxn modelId="{18EE4255-1BCF-486A-8639-F7B553E96436}" type="presParOf" srcId="{2F4B9F70-773A-4BFA-A45C-66EF9D2D512C}" destId="{C12CA84B-0CA0-492E-A8FC-A1E013B54804}" srcOrd="1" destOrd="0" presId="urn:microsoft.com/office/officeart/2005/8/layout/vList4#10"/>
    <dgm:cxn modelId="{0F41BFFE-617C-4AD8-86A3-CA85D16B7A2E}" type="presParOf" srcId="{2F4B9F70-773A-4BFA-A45C-66EF9D2D512C}" destId="{22B2C672-8CA1-4CB5-83D3-112D9E125984}" srcOrd="2" destOrd="0" presId="urn:microsoft.com/office/officeart/2005/8/layout/vList4#10"/>
    <dgm:cxn modelId="{8395DC2A-F09A-4B7A-B0DE-7D5130C79086}" type="presParOf" srcId="{B8C07D0B-1728-4544-851B-C41A9ECBC78C}" destId="{2E5FB515-89FF-40A4-99A5-41A6483844CB}" srcOrd="1" destOrd="0" presId="urn:microsoft.com/office/officeart/2005/8/layout/vList4#10"/>
    <dgm:cxn modelId="{BE2E5D54-CE05-44F0-977B-74C38A709691}" type="presParOf" srcId="{B8C07D0B-1728-4544-851B-C41A9ECBC78C}" destId="{49027D75-9972-4E98-887D-189425EDA0D8}" srcOrd="2" destOrd="0" presId="urn:microsoft.com/office/officeart/2005/8/layout/vList4#10"/>
    <dgm:cxn modelId="{4635DCD0-7D13-4969-B55B-035FA3D7D9FC}" type="presParOf" srcId="{49027D75-9972-4E98-887D-189425EDA0D8}" destId="{0CF19E25-E7BC-4944-A9F7-F331D8ED4F63}" srcOrd="0" destOrd="0" presId="urn:microsoft.com/office/officeart/2005/8/layout/vList4#10"/>
    <dgm:cxn modelId="{95DEC602-EFBE-4CC3-9121-8F8D5D49C15E}" type="presParOf" srcId="{49027D75-9972-4E98-887D-189425EDA0D8}" destId="{8892F56F-44AF-4E13-B57B-7716D80D008F}" srcOrd="1" destOrd="0" presId="urn:microsoft.com/office/officeart/2005/8/layout/vList4#10"/>
    <dgm:cxn modelId="{8EDC9FFC-9AFF-4B47-A94F-9A7A15B332CB}" type="presParOf" srcId="{49027D75-9972-4E98-887D-189425EDA0D8}" destId="{8136FEA9-140C-44ED-817C-00BE12EB6E08}" srcOrd="2" destOrd="0" presId="urn:microsoft.com/office/officeart/2005/8/layout/vList4#10"/>
    <dgm:cxn modelId="{0F0279C6-33F0-4B78-899B-9ABD371424DA}" type="presParOf" srcId="{B8C07D0B-1728-4544-851B-C41A9ECBC78C}" destId="{12A1343F-32CF-4C1D-A0B3-1CC3AD4B0B3F}" srcOrd="3" destOrd="0" presId="urn:microsoft.com/office/officeart/2005/8/layout/vList4#10"/>
    <dgm:cxn modelId="{AD6D8F5B-4AEC-491D-9770-0BAD4620F8DB}" type="presParOf" srcId="{B8C07D0B-1728-4544-851B-C41A9ECBC78C}" destId="{99D4B613-C707-461D-AC2A-3D1A91F800DB}" srcOrd="4" destOrd="0" presId="urn:microsoft.com/office/officeart/2005/8/layout/vList4#10"/>
    <dgm:cxn modelId="{25F9C6E8-EAAE-4DDA-8802-705FB3E5458E}" type="presParOf" srcId="{99D4B613-C707-461D-AC2A-3D1A91F800DB}" destId="{7C10FBC1-4767-4B1D-9779-564D049D34E4}" srcOrd="0" destOrd="0" presId="urn:microsoft.com/office/officeart/2005/8/layout/vList4#10"/>
    <dgm:cxn modelId="{FF77588A-9967-4219-BBE0-3437C0CEE102}" type="presParOf" srcId="{99D4B613-C707-461D-AC2A-3D1A91F800DB}" destId="{6D571423-79CD-4719-A1E4-FA09674BA42D}" srcOrd="1" destOrd="0" presId="urn:microsoft.com/office/officeart/2005/8/layout/vList4#10"/>
    <dgm:cxn modelId="{FACA0AA4-9FBA-4D3A-86F5-A70A9F6F4219}" type="presParOf" srcId="{99D4B613-C707-461D-AC2A-3D1A91F800DB}" destId="{222815DA-F95A-4F19-AFB9-9B687B14A209}" srcOrd="2" destOrd="0" presId="urn:microsoft.com/office/officeart/2005/8/layout/vList4#10"/>
    <dgm:cxn modelId="{A0505680-260A-4567-947F-B35A1CB78B7F}" type="presParOf" srcId="{B8C07D0B-1728-4544-851B-C41A9ECBC78C}" destId="{09320916-C72E-4D5A-9DFC-F63E1C84356B}" srcOrd="5" destOrd="0" presId="urn:microsoft.com/office/officeart/2005/8/layout/vList4#10"/>
    <dgm:cxn modelId="{B36ED351-C462-41D7-91D2-8FFE4167BECE}" type="presParOf" srcId="{B8C07D0B-1728-4544-851B-C41A9ECBC78C}" destId="{3D41C072-D692-4638-B894-B20952952330}" srcOrd="6" destOrd="0" presId="urn:microsoft.com/office/officeart/2005/8/layout/vList4#10"/>
    <dgm:cxn modelId="{448CAB8F-40D7-42E1-A7F6-4DEDEFB2E010}" type="presParOf" srcId="{3D41C072-D692-4638-B894-B20952952330}" destId="{A4759174-7E31-4CEF-820E-FEB5CBF89C43}" srcOrd="0" destOrd="0" presId="urn:microsoft.com/office/officeart/2005/8/layout/vList4#10"/>
    <dgm:cxn modelId="{C38975D7-EE9F-4F64-8F16-27506A0C178A}" type="presParOf" srcId="{3D41C072-D692-4638-B894-B20952952330}" destId="{1165D06F-B56A-4DE1-A4FD-D27598445AC8}" srcOrd="1" destOrd="0" presId="urn:microsoft.com/office/officeart/2005/8/layout/vList4#10"/>
    <dgm:cxn modelId="{75E29957-568E-4051-9F71-F87C8C91D23F}" type="presParOf" srcId="{3D41C072-D692-4638-B894-B20952952330}" destId="{CE47398D-2FFB-44DC-93B6-7309D4ED4FB7}" srcOrd="2" destOrd="0" presId="urn:microsoft.com/office/officeart/2005/8/layout/vList4#10"/>
  </dgm:cxnLst>
  <dgm:bg/>
  <dgm:whole/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8D00855C-957A-4542-B30D-EC9357E65F04}" type="doc">
      <dgm:prSet loTypeId="urn:microsoft.com/office/officeart/2005/8/layout/default#26" loCatId="list" qsTypeId="urn:microsoft.com/office/officeart/2005/8/quickstyle/simple5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29C1E189-6ED2-4208-8556-C9A0833CF4B9}">
      <dgm:prSet phldrT="[Text]"/>
      <dgm:spPr/>
      <dgm:t>
        <a:bodyPr/>
        <a:lstStyle/>
        <a:p>
          <a:r>
            <a:rPr lang="en-US" dirty="0" smtClean="0"/>
            <a:t>Web Browser</a:t>
          </a:r>
          <a:endParaRPr lang="en-US" dirty="0"/>
        </a:p>
      </dgm:t>
    </dgm:pt>
    <dgm:pt modelId="{D0CC6179-B536-4E58-860A-7E097EB0CA39}" type="parTrans" cxnId="{D2E8FEDD-92D0-44B3-8F27-9EB16F7153F6}">
      <dgm:prSet/>
      <dgm:spPr/>
      <dgm:t>
        <a:bodyPr/>
        <a:lstStyle/>
        <a:p>
          <a:endParaRPr lang="en-US"/>
        </a:p>
      </dgm:t>
    </dgm:pt>
    <dgm:pt modelId="{4CD82729-641D-44B0-A5D4-6D2164158F20}" type="sibTrans" cxnId="{D2E8FEDD-92D0-44B3-8F27-9EB16F7153F6}">
      <dgm:prSet/>
      <dgm:spPr/>
      <dgm:t>
        <a:bodyPr/>
        <a:lstStyle/>
        <a:p>
          <a:endParaRPr lang="en-US"/>
        </a:p>
      </dgm:t>
    </dgm:pt>
    <dgm:pt modelId="{218EAFF7-FA68-48A9-B92B-A46B8EAB6D7D}">
      <dgm:prSet phldrT="[Text]"/>
      <dgm:spPr/>
      <dgm:t>
        <a:bodyPr/>
        <a:lstStyle/>
        <a:p>
          <a:r>
            <a:rPr lang="en-US" dirty="0" smtClean="0"/>
            <a:t>E-Mail</a:t>
          </a:r>
          <a:endParaRPr lang="en-US" dirty="0"/>
        </a:p>
      </dgm:t>
    </dgm:pt>
    <dgm:pt modelId="{37413DC3-20D5-43E6-801C-4AD9E9990D95}" type="parTrans" cxnId="{AB1E4000-270B-4138-A023-5CF9B0613B5D}">
      <dgm:prSet/>
      <dgm:spPr/>
      <dgm:t>
        <a:bodyPr/>
        <a:lstStyle/>
        <a:p>
          <a:endParaRPr lang="en-US"/>
        </a:p>
      </dgm:t>
    </dgm:pt>
    <dgm:pt modelId="{2C779319-9490-48CA-9E27-BF2A04266F0F}" type="sibTrans" cxnId="{AB1E4000-270B-4138-A023-5CF9B0613B5D}">
      <dgm:prSet/>
      <dgm:spPr/>
      <dgm:t>
        <a:bodyPr/>
        <a:lstStyle/>
        <a:p>
          <a:endParaRPr lang="en-US"/>
        </a:p>
      </dgm:t>
    </dgm:pt>
    <dgm:pt modelId="{822D5E02-3C81-490F-B9F3-0865D42E4EB9}">
      <dgm:prSet phldrT="[Text]"/>
      <dgm:spPr/>
      <dgm:t>
        <a:bodyPr/>
        <a:lstStyle/>
        <a:p>
          <a:r>
            <a:rPr lang="en-US" dirty="0" smtClean="0"/>
            <a:t>Instant Messaging</a:t>
          </a:r>
          <a:endParaRPr lang="en-US" dirty="0"/>
        </a:p>
      </dgm:t>
    </dgm:pt>
    <dgm:pt modelId="{166330C5-2B8B-4E87-B7C8-E012A1177401}" type="parTrans" cxnId="{D25823B3-D34B-48D3-AFFB-3A1EF9F286F6}">
      <dgm:prSet/>
      <dgm:spPr/>
      <dgm:t>
        <a:bodyPr/>
        <a:lstStyle/>
        <a:p>
          <a:endParaRPr lang="en-US"/>
        </a:p>
      </dgm:t>
    </dgm:pt>
    <dgm:pt modelId="{E50B544B-D176-424E-9753-F711671BE250}" type="sibTrans" cxnId="{D25823B3-D34B-48D3-AFFB-3A1EF9F286F6}">
      <dgm:prSet/>
      <dgm:spPr/>
      <dgm:t>
        <a:bodyPr/>
        <a:lstStyle/>
        <a:p>
          <a:endParaRPr lang="en-US"/>
        </a:p>
      </dgm:t>
    </dgm:pt>
    <dgm:pt modelId="{E3887EA4-7B26-4351-8AE6-BA6E56FD3AAB}">
      <dgm:prSet phldrT="[Text]"/>
      <dgm:spPr/>
      <dgm:t>
        <a:bodyPr/>
        <a:lstStyle/>
        <a:p>
          <a:r>
            <a:rPr lang="en-US" dirty="0" smtClean="0"/>
            <a:t>Chat Room</a:t>
          </a:r>
          <a:endParaRPr lang="en-US" dirty="0"/>
        </a:p>
      </dgm:t>
    </dgm:pt>
    <dgm:pt modelId="{B1C936BB-ACF3-40D7-BD15-A6071E46AD76}" type="parTrans" cxnId="{64F8593B-BC07-41EB-8B94-C20DD06EEA5C}">
      <dgm:prSet/>
      <dgm:spPr/>
      <dgm:t>
        <a:bodyPr/>
        <a:lstStyle/>
        <a:p>
          <a:endParaRPr lang="en-US"/>
        </a:p>
      </dgm:t>
    </dgm:pt>
    <dgm:pt modelId="{D73542CF-70C2-4E3B-B1C3-8675A555DE97}" type="sibTrans" cxnId="{64F8593B-BC07-41EB-8B94-C20DD06EEA5C}">
      <dgm:prSet/>
      <dgm:spPr/>
      <dgm:t>
        <a:bodyPr/>
        <a:lstStyle/>
        <a:p>
          <a:endParaRPr lang="en-US"/>
        </a:p>
      </dgm:t>
    </dgm:pt>
    <dgm:pt modelId="{2B98C2DF-1A0C-4F2D-A1E2-8E79A4F7F68E}">
      <dgm:prSet phldrT="[Text]"/>
      <dgm:spPr/>
      <dgm:t>
        <a:bodyPr/>
        <a:lstStyle/>
        <a:p>
          <a:r>
            <a:rPr lang="en-US" dirty="0" smtClean="0"/>
            <a:t>Text, Picture, Video Messaging</a:t>
          </a:r>
          <a:endParaRPr lang="en-US" dirty="0"/>
        </a:p>
      </dgm:t>
    </dgm:pt>
    <dgm:pt modelId="{81EC754A-1E4F-4589-B967-FC3627AAFCAF}" type="parTrans" cxnId="{D2F878F2-3DA2-4F1C-BA28-9B817473E0FC}">
      <dgm:prSet/>
      <dgm:spPr/>
      <dgm:t>
        <a:bodyPr/>
        <a:lstStyle/>
        <a:p>
          <a:endParaRPr lang="en-US"/>
        </a:p>
      </dgm:t>
    </dgm:pt>
    <dgm:pt modelId="{37E217F3-F0E6-4C30-80A2-FD03A738CE76}" type="sibTrans" cxnId="{D2F878F2-3DA2-4F1C-BA28-9B817473E0FC}">
      <dgm:prSet/>
      <dgm:spPr/>
      <dgm:t>
        <a:bodyPr/>
        <a:lstStyle/>
        <a:p>
          <a:endParaRPr lang="en-US"/>
        </a:p>
      </dgm:t>
    </dgm:pt>
    <dgm:pt modelId="{88947837-4BFB-45C4-9727-A6387FA4E8F8}">
      <dgm:prSet phldrT="[Text]"/>
      <dgm:spPr/>
      <dgm:t>
        <a:bodyPr/>
        <a:lstStyle/>
        <a:p>
          <a:r>
            <a:rPr lang="en-US" dirty="0" smtClean="0"/>
            <a:t>RSS Aggregator</a:t>
          </a:r>
          <a:endParaRPr lang="en-US" dirty="0"/>
        </a:p>
      </dgm:t>
    </dgm:pt>
    <dgm:pt modelId="{1620CE6B-1EAA-4B04-B777-BA4D61C92871}" type="parTrans" cxnId="{170C5B2C-DD87-4845-863A-6F9729731210}">
      <dgm:prSet/>
      <dgm:spPr/>
      <dgm:t>
        <a:bodyPr/>
        <a:lstStyle/>
        <a:p>
          <a:endParaRPr lang="en-US"/>
        </a:p>
      </dgm:t>
    </dgm:pt>
    <dgm:pt modelId="{94141959-8017-4CF6-A76B-037DC049C65C}" type="sibTrans" cxnId="{170C5B2C-DD87-4845-863A-6F9729731210}">
      <dgm:prSet/>
      <dgm:spPr/>
      <dgm:t>
        <a:bodyPr/>
        <a:lstStyle/>
        <a:p>
          <a:endParaRPr lang="en-US"/>
        </a:p>
      </dgm:t>
    </dgm:pt>
    <dgm:pt modelId="{9C1B8B3D-FC15-4689-A66A-BCD271D83825}">
      <dgm:prSet phldrT="[Text]"/>
      <dgm:spPr/>
      <dgm:t>
        <a:bodyPr/>
        <a:lstStyle/>
        <a:p>
          <a:r>
            <a:rPr lang="en-US" dirty="0" smtClean="0"/>
            <a:t>Blogging</a:t>
          </a:r>
          <a:endParaRPr lang="en-US" dirty="0"/>
        </a:p>
      </dgm:t>
    </dgm:pt>
    <dgm:pt modelId="{02E158C5-2789-472F-9F8B-8F13B70688A7}" type="parTrans" cxnId="{C84D8A55-9F60-447D-95DE-A12FFEE80069}">
      <dgm:prSet/>
      <dgm:spPr/>
      <dgm:t>
        <a:bodyPr/>
        <a:lstStyle/>
        <a:p>
          <a:endParaRPr lang="en-US"/>
        </a:p>
      </dgm:t>
    </dgm:pt>
    <dgm:pt modelId="{7DD3307D-553A-44C4-9FB5-30D0C6323E87}" type="sibTrans" cxnId="{C84D8A55-9F60-447D-95DE-A12FFEE80069}">
      <dgm:prSet/>
      <dgm:spPr/>
      <dgm:t>
        <a:bodyPr/>
        <a:lstStyle/>
        <a:p>
          <a:endParaRPr lang="en-US"/>
        </a:p>
      </dgm:t>
    </dgm:pt>
    <dgm:pt modelId="{38C37A97-ACD7-4931-9BD8-6B9E8631887B}">
      <dgm:prSet phldrT="[Text]"/>
      <dgm:spPr/>
      <dgm:t>
        <a:bodyPr/>
        <a:lstStyle/>
        <a:p>
          <a:r>
            <a:rPr lang="en-US" dirty="0" smtClean="0"/>
            <a:t>Newsgroup/Message Board</a:t>
          </a:r>
          <a:endParaRPr lang="en-US" dirty="0"/>
        </a:p>
      </dgm:t>
    </dgm:pt>
    <dgm:pt modelId="{A0E7FA75-D060-45C9-9BF3-B137F3F9ABF1}" type="parTrans" cxnId="{38719A1C-40F6-432B-851F-E0FF536F268D}">
      <dgm:prSet/>
      <dgm:spPr/>
      <dgm:t>
        <a:bodyPr/>
        <a:lstStyle/>
        <a:p>
          <a:endParaRPr lang="en-US"/>
        </a:p>
      </dgm:t>
    </dgm:pt>
    <dgm:pt modelId="{F962881A-B565-4C13-93DE-D5479CFDBDB9}" type="sibTrans" cxnId="{38719A1C-40F6-432B-851F-E0FF536F268D}">
      <dgm:prSet/>
      <dgm:spPr/>
      <dgm:t>
        <a:bodyPr/>
        <a:lstStyle/>
        <a:p>
          <a:endParaRPr lang="en-US"/>
        </a:p>
      </dgm:t>
    </dgm:pt>
    <dgm:pt modelId="{CACEB8F5-226F-4AF1-8DFA-59404FC74D82}">
      <dgm:prSet phldrT="[Text]"/>
      <dgm:spPr/>
      <dgm:t>
        <a:bodyPr/>
        <a:lstStyle/>
        <a:p>
          <a:r>
            <a:rPr lang="en-US" dirty="0" smtClean="0"/>
            <a:t>FTP</a:t>
          </a:r>
          <a:endParaRPr lang="en-US" dirty="0"/>
        </a:p>
      </dgm:t>
    </dgm:pt>
    <dgm:pt modelId="{E5B7991A-7E6C-4A32-8950-284B138C2603}" type="parTrans" cxnId="{4217144B-0B24-4003-BCC5-156411DA8F55}">
      <dgm:prSet/>
      <dgm:spPr/>
      <dgm:t>
        <a:bodyPr/>
        <a:lstStyle/>
        <a:p>
          <a:endParaRPr lang="en-US"/>
        </a:p>
      </dgm:t>
    </dgm:pt>
    <dgm:pt modelId="{994B93C0-112C-42FA-BEAC-0C1FD0A27820}" type="sibTrans" cxnId="{4217144B-0B24-4003-BCC5-156411DA8F55}">
      <dgm:prSet/>
      <dgm:spPr/>
      <dgm:t>
        <a:bodyPr/>
        <a:lstStyle/>
        <a:p>
          <a:endParaRPr lang="en-US"/>
        </a:p>
      </dgm:t>
    </dgm:pt>
    <dgm:pt modelId="{F1944BC7-8739-43A7-AD16-659BF16D1510}">
      <dgm:prSet phldrT="[Text]"/>
      <dgm:spPr/>
      <dgm:t>
        <a:bodyPr/>
        <a:lstStyle/>
        <a:p>
          <a:r>
            <a:rPr lang="en-US" dirty="0" smtClean="0"/>
            <a:t>Video Conferencing</a:t>
          </a:r>
          <a:endParaRPr lang="en-US" dirty="0"/>
        </a:p>
      </dgm:t>
    </dgm:pt>
    <dgm:pt modelId="{E80CF134-53FE-4716-9BC6-E159F19FDE4C}" type="parTrans" cxnId="{57BEBCD2-D125-4466-BA2F-B613623A55E7}">
      <dgm:prSet/>
      <dgm:spPr/>
      <dgm:t>
        <a:bodyPr/>
        <a:lstStyle/>
        <a:p>
          <a:endParaRPr lang="en-US"/>
        </a:p>
      </dgm:t>
    </dgm:pt>
    <dgm:pt modelId="{DD2DBF0C-8D75-49D5-A184-8D132FD22724}" type="sibTrans" cxnId="{57BEBCD2-D125-4466-BA2F-B613623A55E7}">
      <dgm:prSet/>
      <dgm:spPr/>
      <dgm:t>
        <a:bodyPr/>
        <a:lstStyle/>
        <a:p>
          <a:endParaRPr lang="en-US"/>
        </a:p>
      </dgm:t>
    </dgm:pt>
    <dgm:pt modelId="{560B182A-34F7-4EAF-86FB-DED8532F6FC8}">
      <dgm:prSet phldrT="[Text]"/>
      <dgm:spPr/>
      <dgm:t>
        <a:bodyPr/>
        <a:lstStyle/>
        <a:p>
          <a:r>
            <a:rPr lang="en-US" dirty="0" smtClean="0"/>
            <a:t>VoIP</a:t>
          </a:r>
          <a:endParaRPr lang="en-US" dirty="0"/>
        </a:p>
      </dgm:t>
    </dgm:pt>
    <dgm:pt modelId="{08E28293-CAF6-416A-B8FA-540E03BA6C29}" type="parTrans" cxnId="{E47B15E5-F534-4AC5-8B91-A526A4809F80}">
      <dgm:prSet/>
      <dgm:spPr/>
      <dgm:t>
        <a:bodyPr/>
        <a:lstStyle/>
        <a:p>
          <a:endParaRPr lang="en-US"/>
        </a:p>
      </dgm:t>
    </dgm:pt>
    <dgm:pt modelId="{A284A499-C587-47B1-A7AB-BBA4BBD6122F}" type="sibTrans" cxnId="{E47B15E5-F534-4AC5-8B91-A526A4809F80}">
      <dgm:prSet/>
      <dgm:spPr/>
      <dgm:t>
        <a:bodyPr/>
        <a:lstStyle/>
        <a:p>
          <a:endParaRPr lang="en-US"/>
        </a:p>
      </dgm:t>
    </dgm:pt>
    <dgm:pt modelId="{C12F1241-51C3-47FA-8178-B0A6611FAEEE}" type="pres">
      <dgm:prSet presAssocID="{8D00855C-957A-4542-B30D-EC9357E65F0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3E91CD7-5971-4DBD-946A-955388763351}" type="pres">
      <dgm:prSet presAssocID="{29C1E189-6ED2-4208-8556-C9A0833CF4B9}" presName="node" presStyleLbl="node1" presStyleIdx="0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691C91-640E-456C-B9D2-031415C9F310}" type="pres">
      <dgm:prSet presAssocID="{4CD82729-641D-44B0-A5D4-6D2164158F20}" presName="sibTrans" presStyleCnt="0"/>
      <dgm:spPr/>
    </dgm:pt>
    <dgm:pt modelId="{BC84C875-75EB-4DD9-AA34-5B202AC079F3}" type="pres">
      <dgm:prSet presAssocID="{218EAFF7-FA68-48A9-B92B-A46B8EAB6D7D}" presName="node" presStyleLbl="node1" presStyleIdx="1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DD9B98-5DA4-4F34-BA18-36F8FE42EDEF}" type="pres">
      <dgm:prSet presAssocID="{2C779319-9490-48CA-9E27-BF2A04266F0F}" presName="sibTrans" presStyleCnt="0"/>
      <dgm:spPr/>
    </dgm:pt>
    <dgm:pt modelId="{A6C7A0CC-8A25-4D9A-9870-018D1BCB5B77}" type="pres">
      <dgm:prSet presAssocID="{822D5E02-3C81-490F-B9F3-0865D42E4EB9}" presName="node" presStyleLbl="node1" presStyleIdx="2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6942F1-7958-40B0-9152-D7E65BB2038A}" type="pres">
      <dgm:prSet presAssocID="{E50B544B-D176-424E-9753-F711671BE250}" presName="sibTrans" presStyleCnt="0"/>
      <dgm:spPr/>
    </dgm:pt>
    <dgm:pt modelId="{66428651-0E09-4157-8A93-39EF2E964152}" type="pres">
      <dgm:prSet presAssocID="{E3887EA4-7B26-4351-8AE6-BA6E56FD3AAB}" presName="node" presStyleLbl="node1" presStyleIdx="3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A54614-C131-43A9-9413-D7EAC00F9105}" type="pres">
      <dgm:prSet presAssocID="{D73542CF-70C2-4E3B-B1C3-8675A555DE97}" presName="sibTrans" presStyleCnt="0"/>
      <dgm:spPr/>
    </dgm:pt>
    <dgm:pt modelId="{E8C017F1-6350-4F26-9208-E7556F3779F8}" type="pres">
      <dgm:prSet presAssocID="{2B98C2DF-1A0C-4F2D-A1E2-8E79A4F7F68E}" presName="node" presStyleLbl="node1" presStyleIdx="4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32F64D-9DBF-4AC5-B258-CDFF387FC09E}" type="pres">
      <dgm:prSet presAssocID="{37E217F3-F0E6-4C30-80A2-FD03A738CE76}" presName="sibTrans" presStyleCnt="0"/>
      <dgm:spPr/>
    </dgm:pt>
    <dgm:pt modelId="{6BBDAA9F-00A4-4508-9E3B-1DECB54B1AF5}" type="pres">
      <dgm:prSet presAssocID="{88947837-4BFB-45C4-9727-A6387FA4E8F8}" presName="node" presStyleLbl="node1" presStyleIdx="5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1A958D-22D4-455D-A54D-A114B805BBBD}" type="pres">
      <dgm:prSet presAssocID="{94141959-8017-4CF6-A76B-037DC049C65C}" presName="sibTrans" presStyleCnt="0"/>
      <dgm:spPr/>
    </dgm:pt>
    <dgm:pt modelId="{836534C2-F2B5-4DA6-8571-FFE1923999AF}" type="pres">
      <dgm:prSet presAssocID="{9C1B8B3D-FC15-4689-A66A-BCD271D83825}" presName="node" presStyleLbl="node1" presStyleIdx="6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AB91A4-B24B-4E6D-89F3-D61E1A5222EB}" type="pres">
      <dgm:prSet presAssocID="{7DD3307D-553A-44C4-9FB5-30D0C6323E87}" presName="sibTrans" presStyleCnt="0"/>
      <dgm:spPr/>
    </dgm:pt>
    <dgm:pt modelId="{0C06B9B6-A4DB-4FFE-A6E9-E0BDF316C248}" type="pres">
      <dgm:prSet presAssocID="{38C37A97-ACD7-4931-9BD8-6B9E8631887B}" presName="node" presStyleLbl="node1" presStyleIdx="7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86A9B9-D45A-4237-8B2F-9EC336E8AF45}" type="pres">
      <dgm:prSet presAssocID="{F962881A-B565-4C13-93DE-D5479CFDBDB9}" presName="sibTrans" presStyleCnt="0"/>
      <dgm:spPr/>
    </dgm:pt>
    <dgm:pt modelId="{DA74FB84-E732-4A5C-97C2-D0399ACEDF78}" type="pres">
      <dgm:prSet presAssocID="{CACEB8F5-226F-4AF1-8DFA-59404FC74D82}" presName="node" presStyleLbl="node1" presStyleIdx="8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01FF062-CD2D-450E-AF69-2CD909FB19CE}" type="pres">
      <dgm:prSet presAssocID="{994B93C0-112C-42FA-BEAC-0C1FD0A27820}" presName="sibTrans" presStyleCnt="0"/>
      <dgm:spPr/>
    </dgm:pt>
    <dgm:pt modelId="{6A4D82E2-683F-4207-A546-069ED2378F47}" type="pres">
      <dgm:prSet presAssocID="{560B182A-34F7-4EAF-86FB-DED8532F6FC8}" presName="node" presStyleLbl="node1" presStyleIdx="9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BA7026-7897-4811-A6FC-E07B721B982A}" type="pres">
      <dgm:prSet presAssocID="{A284A499-C587-47B1-A7AB-BBA4BBD6122F}" presName="sibTrans" presStyleCnt="0"/>
      <dgm:spPr/>
    </dgm:pt>
    <dgm:pt modelId="{AFDE59C3-E023-433F-BD0A-211377F18D16}" type="pres">
      <dgm:prSet presAssocID="{F1944BC7-8739-43A7-AD16-659BF16D1510}" presName="node" presStyleLbl="node1" presStyleIdx="10" presStyleCnt="1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2F878F2-3DA2-4F1C-BA28-9B817473E0FC}" srcId="{8D00855C-957A-4542-B30D-EC9357E65F04}" destId="{2B98C2DF-1A0C-4F2D-A1E2-8E79A4F7F68E}" srcOrd="4" destOrd="0" parTransId="{81EC754A-1E4F-4589-B967-FC3627AAFCAF}" sibTransId="{37E217F3-F0E6-4C30-80A2-FD03A738CE76}"/>
    <dgm:cxn modelId="{312BC5CC-127D-430D-B488-FE44E594A8C6}" type="presOf" srcId="{218EAFF7-FA68-48A9-B92B-A46B8EAB6D7D}" destId="{BC84C875-75EB-4DD9-AA34-5B202AC079F3}" srcOrd="0" destOrd="0" presId="urn:microsoft.com/office/officeart/2005/8/layout/default#26"/>
    <dgm:cxn modelId="{B726F106-510F-42C9-8C76-04D94204B402}" type="presOf" srcId="{88947837-4BFB-45C4-9727-A6387FA4E8F8}" destId="{6BBDAA9F-00A4-4508-9E3B-1DECB54B1AF5}" srcOrd="0" destOrd="0" presId="urn:microsoft.com/office/officeart/2005/8/layout/default#26"/>
    <dgm:cxn modelId="{6DB89257-BEC4-4563-985B-BB966BCBD36F}" type="presOf" srcId="{822D5E02-3C81-490F-B9F3-0865D42E4EB9}" destId="{A6C7A0CC-8A25-4D9A-9870-018D1BCB5B77}" srcOrd="0" destOrd="0" presId="urn:microsoft.com/office/officeart/2005/8/layout/default#26"/>
    <dgm:cxn modelId="{64F8593B-BC07-41EB-8B94-C20DD06EEA5C}" srcId="{8D00855C-957A-4542-B30D-EC9357E65F04}" destId="{E3887EA4-7B26-4351-8AE6-BA6E56FD3AAB}" srcOrd="3" destOrd="0" parTransId="{B1C936BB-ACF3-40D7-BD15-A6071E46AD76}" sibTransId="{D73542CF-70C2-4E3B-B1C3-8675A555DE97}"/>
    <dgm:cxn modelId="{D2E8FEDD-92D0-44B3-8F27-9EB16F7153F6}" srcId="{8D00855C-957A-4542-B30D-EC9357E65F04}" destId="{29C1E189-6ED2-4208-8556-C9A0833CF4B9}" srcOrd="0" destOrd="0" parTransId="{D0CC6179-B536-4E58-860A-7E097EB0CA39}" sibTransId="{4CD82729-641D-44B0-A5D4-6D2164158F20}"/>
    <dgm:cxn modelId="{6A834D40-4074-4FF7-ADDB-662259C1FED9}" type="presOf" srcId="{2B98C2DF-1A0C-4F2D-A1E2-8E79A4F7F68E}" destId="{E8C017F1-6350-4F26-9208-E7556F3779F8}" srcOrd="0" destOrd="0" presId="urn:microsoft.com/office/officeart/2005/8/layout/default#26"/>
    <dgm:cxn modelId="{F33D71A7-5324-4467-81ED-B9E8A378820F}" type="presOf" srcId="{560B182A-34F7-4EAF-86FB-DED8532F6FC8}" destId="{6A4D82E2-683F-4207-A546-069ED2378F47}" srcOrd="0" destOrd="0" presId="urn:microsoft.com/office/officeart/2005/8/layout/default#26"/>
    <dgm:cxn modelId="{57BEBCD2-D125-4466-BA2F-B613623A55E7}" srcId="{8D00855C-957A-4542-B30D-EC9357E65F04}" destId="{F1944BC7-8739-43A7-AD16-659BF16D1510}" srcOrd="10" destOrd="0" parTransId="{E80CF134-53FE-4716-9BC6-E159F19FDE4C}" sibTransId="{DD2DBF0C-8D75-49D5-A184-8D132FD22724}"/>
    <dgm:cxn modelId="{6D506D07-1C96-420F-87D5-6C28E568E842}" type="presOf" srcId="{CACEB8F5-226F-4AF1-8DFA-59404FC74D82}" destId="{DA74FB84-E732-4A5C-97C2-D0399ACEDF78}" srcOrd="0" destOrd="0" presId="urn:microsoft.com/office/officeart/2005/8/layout/default#26"/>
    <dgm:cxn modelId="{D25823B3-D34B-48D3-AFFB-3A1EF9F286F6}" srcId="{8D00855C-957A-4542-B30D-EC9357E65F04}" destId="{822D5E02-3C81-490F-B9F3-0865D42E4EB9}" srcOrd="2" destOrd="0" parTransId="{166330C5-2B8B-4E87-B7C8-E012A1177401}" sibTransId="{E50B544B-D176-424E-9753-F711671BE250}"/>
    <dgm:cxn modelId="{170C5B2C-DD87-4845-863A-6F9729731210}" srcId="{8D00855C-957A-4542-B30D-EC9357E65F04}" destId="{88947837-4BFB-45C4-9727-A6387FA4E8F8}" srcOrd="5" destOrd="0" parTransId="{1620CE6B-1EAA-4B04-B777-BA4D61C92871}" sibTransId="{94141959-8017-4CF6-A76B-037DC049C65C}"/>
    <dgm:cxn modelId="{AB1E4000-270B-4138-A023-5CF9B0613B5D}" srcId="{8D00855C-957A-4542-B30D-EC9357E65F04}" destId="{218EAFF7-FA68-48A9-B92B-A46B8EAB6D7D}" srcOrd="1" destOrd="0" parTransId="{37413DC3-20D5-43E6-801C-4AD9E9990D95}" sibTransId="{2C779319-9490-48CA-9E27-BF2A04266F0F}"/>
    <dgm:cxn modelId="{A55B6235-87ED-4233-B5C2-50E036C9F57D}" type="presOf" srcId="{8D00855C-957A-4542-B30D-EC9357E65F04}" destId="{C12F1241-51C3-47FA-8178-B0A6611FAEEE}" srcOrd="0" destOrd="0" presId="urn:microsoft.com/office/officeart/2005/8/layout/default#26"/>
    <dgm:cxn modelId="{4217144B-0B24-4003-BCC5-156411DA8F55}" srcId="{8D00855C-957A-4542-B30D-EC9357E65F04}" destId="{CACEB8F5-226F-4AF1-8DFA-59404FC74D82}" srcOrd="8" destOrd="0" parTransId="{E5B7991A-7E6C-4A32-8950-284B138C2603}" sibTransId="{994B93C0-112C-42FA-BEAC-0C1FD0A27820}"/>
    <dgm:cxn modelId="{C84D8A55-9F60-447D-95DE-A12FFEE80069}" srcId="{8D00855C-957A-4542-B30D-EC9357E65F04}" destId="{9C1B8B3D-FC15-4689-A66A-BCD271D83825}" srcOrd="6" destOrd="0" parTransId="{02E158C5-2789-472F-9F8B-8F13B70688A7}" sibTransId="{7DD3307D-553A-44C4-9FB5-30D0C6323E87}"/>
    <dgm:cxn modelId="{B0A6F534-9B61-457C-8C47-EE1FC38DAE95}" type="presOf" srcId="{29C1E189-6ED2-4208-8556-C9A0833CF4B9}" destId="{B3E91CD7-5971-4DBD-946A-955388763351}" srcOrd="0" destOrd="0" presId="urn:microsoft.com/office/officeart/2005/8/layout/default#26"/>
    <dgm:cxn modelId="{E47B15E5-F534-4AC5-8B91-A526A4809F80}" srcId="{8D00855C-957A-4542-B30D-EC9357E65F04}" destId="{560B182A-34F7-4EAF-86FB-DED8532F6FC8}" srcOrd="9" destOrd="0" parTransId="{08E28293-CAF6-416A-B8FA-540E03BA6C29}" sibTransId="{A284A499-C587-47B1-A7AB-BBA4BBD6122F}"/>
    <dgm:cxn modelId="{52F90626-3150-488F-9889-ECA35DCD37D4}" type="presOf" srcId="{E3887EA4-7B26-4351-8AE6-BA6E56FD3AAB}" destId="{66428651-0E09-4157-8A93-39EF2E964152}" srcOrd="0" destOrd="0" presId="urn:microsoft.com/office/officeart/2005/8/layout/default#26"/>
    <dgm:cxn modelId="{38719A1C-40F6-432B-851F-E0FF536F268D}" srcId="{8D00855C-957A-4542-B30D-EC9357E65F04}" destId="{38C37A97-ACD7-4931-9BD8-6B9E8631887B}" srcOrd="7" destOrd="0" parTransId="{A0E7FA75-D060-45C9-9BF3-B137F3F9ABF1}" sibTransId="{F962881A-B565-4C13-93DE-D5479CFDBDB9}"/>
    <dgm:cxn modelId="{6675B2FD-8C66-41CE-8681-8D25AA312619}" type="presOf" srcId="{9C1B8B3D-FC15-4689-A66A-BCD271D83825}" destId="{836534C2-F2B5-4DA6-8571-FFE1923999AF}" srcOrd="0" destOrd="0" presId="urn:microsoft.com/office/officeart/2005/8/layout/default#26"/>
    <dgm:cxn modelId="{3AB2A82F-E787-4680-9400-1C5248519BC2}" type="presOf" srcId="{38C37A97-ACD7-4931-9BD8-6B9E8631887B}" destId="{0C06B9B6-A4DB-4FFE-A6E9-E0BDF316C248}" srcOrd="0" destOrd="0" presId="urn:microsoft.com/office/officeart/2005/8/layout/default#26"/>
    <dgm:cxn modelId="{6BA4851F-E011-43BB-BDAA-D11397596737}" type="presOf" srcId="{F1944BC7-8739-43A7-AD16-659BF16D1510}" destId="{AFDE59C3-E023-433F-BD0A-211377F18D16}" srcOrd="0" destOrd="0" presId="urn:microsoft.com/office/officeart/2005/8/layout/default#26"/>
    <dgm:cxn modelId="{6AF9DF78-4CC5-4211-B88D-E3C0B324BF34}" type="presParOf" srcId="{C12F1241-51C3-47FA-8178-B0A6611FAEEE}" destId="{B3E91CD7-5971-4DBD-946A-955388763351}" srcOrd="0" destOrd="0" presId="urn:microsoft.com/office/officeart/2005/8/layout/default#26"/>
    <dgm:cxn modelId="{B4D36449-7277-4EC9-8845-743C0D15D6A1}" type="presParOf" srcId="{C12F1241-51C3-47FA-8178-B0A6611FAEEE}" destId="{42691C91-640E-456C-B9D2-031415C9F310}" srcOrd="1" destOrd="0" presId="urn:microsoft.com/office/officeart/2005/8/layout/default#26"/>
    <dgm:cxn modelId="{2BE4C6BA-53B2-4776-90FE-A10D2D177369}" type="presParOf" srcId="{C12F1241-51C3-47FA-8178-B0A6611FAEEE}" destId="{BC84C875-75EB-4DD9-AA34-5B202AC079F3}" srcOrd="2" destOrd="0" presId="urn:microsoft.com/office/officeart/2005/8/layout/default#26"/>
    <dgm:cxn modelId="{4A9357C2-83D6-45AF-9859-04BAEF0BAB71}" type="presParOf" srcId="{C12F1241-51C3-47FA-8178-B0A6611FAEEE}" destId="{D0DD9B98-5DA4-4F34-BA18-36F8FE42EDEF}" srcOrd="3" destOrd="0" presId="urn:microsoft.com/office/officeart/2005/8/layout/default#26"/>
    <dgm:cxn modelId="{19CA3177-2336-4B19-875E-2F248BF8BC92}" type="presParOf" srcId="{C12F1241-51C3-47FA-8178-B0A6611FAEEE}" destId="{A6C7A0CC-8A25-4D9A-9870-018D1BCB5B77}" srcOrd="4" destOrd="0" presId="urn:microsoft.com/office/officeart/2005/8/layout/default#26"/>
    <dgm:cxn modelId="{D29048EE-6652-4AC8-816D-08C7897A3AF7}" type="presParOf" srcId="{C12F1241-51C3-47FA-8178-B0A6611FAEEE}" destId="{F76942F1-7958-40B0-9152-D7E65BB2038A}" srcOrd="5" destOrd="0" presId="urn:microsoft.com/office/officeart/2005/8/layout/default#26"/>
    <dgm:cxn modelId="{66960853-F2EA-4504-8738-B98003827008}" type="presParOf" srcId="{C12F1241-51C3-47FA-8178-B0A6611FAEEE}" destId="{66428651-0E09-4157-8A93-39EF2E964152}" srcOrd="6" destOrd="0" presId="urn:microsoft.com/office/officeart/2005/8/layout/default#26"/>
    <dgm:cxn modelId="{93636FD6-3956-4071-ACB5-48DE58089305}" type="presParOf" srcId="{C12F1241-51C3-47FA-8178-B0A6611FAEEE}" destId="{0BA54614-C131-43A9-9413-D7EAC00F9105}" srcOrd="7" destOrd="0" presId="urn:microsoft.com/office/officeart/2005/8/layout/default#26"/>
    <dgm:cxn modelId="{6953EEBD-5EAF-4B86-BFD1-2424463F3484}" type="presParOf" srcId="{C12F1241-51C3-47FA-8178-B0A6611FAEEE}" destId="{E8C017F1-6350-4F26-9208-E7556F3779F8}" srcOrd="8" destOrd="0" presId="urn:microsoft.com/office/officeart/2005/8/layout/default#26"/>
    <dgm:cxn modelId="{F8544715-6FA6-4E43-BB8D-E9927C32C6A1}" type="presParOf" srcId="{C12F1241-51C3-47FA-8178-B0A6611FAEEE}" destId="{9832F64D-9DBF-4AC5-B258-CDFF387FC09E}" srcOrd="9" destOrd="0" presId="urn:microsoft.com/office/officeart/2005/8/layout/default#26"/>
    <dgm:cxn modelId="{05F5D63B-608A-4E68-BAB3-F5D6292057D8}" type="presParOf" srcId="{C12F1241-51C3-47FA-8178-B0A6611FAEEE}" destId="{6BBDAA9F-00A4-4508-9E3B-1DECB54B1AF5}" srcOrd="10" destOrd="0" presId="urn:microsoft.com/office/officeart/2005/8/layout/default#26"/>
    <dgm:cxn modelId="{84338449-5948-443B-B046-2E4485280BEC}" type="presParOf" srcId="{C12F1241-51C3-47FA-8178-B0A6611FAEEE}" destId="{D41A958D-22D4-455D-A54D-A114B805BBBD}" srcOrd="11" destOrd="0" presId="urn:microsoft.com/office/officeart/2005/8/layout/default#26"/>
    <dgm:cxn modelId="{9CD8D049-07C9-48CB-A620-E05E85F65B6C}" type="presParOf" srcId="{C12F1241-51C3-47FA-8178-B0A6611FAEEE}" destId="{836534C2-F2B5-4DA6-8571-FFE1923999AF}" srcOrd="12" destOrd="0" presId="urn:microsoft.com/office/officeart/2005/8/layout/default#26"/>
    <dgm:cxn modelId="{B6ACAC29-E691-4929-8F48-7F94D57EF29C}" type="presParOf" srcId="{C12F1241-51C3-47FA-8178-B0A6611FAEEE}" destId="{EFAB91A4-B24B-4E6D-89F3-D61E1A5222EB}" srcOrd="13" destOrd="0" presId="urn:microsoft.com/office/officeart/2005/8/layout/default#26"/>
    <dgm:cxn modelId="{9A25A2C6-F3C1-482F-BC30-83E58F8D05FA}" type="presParOf" srcId="{C12F1241-51C3-47FA-8178-B0A6611FAEEE}" destId="{0C06B9B6-A4DB-4FFE-A6E9-E0BDF316C248}" srcOrd="14" destOrd="0" presId="urn:microsoft.com/office/officeart/2005/8/layout/default#26"/>
    <dgm:cxn modelId="{1E1688ED-D0E4-418D-9CFA-17535124FD1B}" type="presParOf" srcId="{C12F1241-51C3-47FA-8178-B0A6611FAEEE}" destId="{8C86A9B9-D45A-4237-8B2F-9EC336E8AF45}" srcOrd="15" destOrd="0" presId="urn:microsoft.com/office/officeart/2005/8/layout/default#26"/>
    <dgm:cxn modelId="{644D85D1-D1AF-4335-A9DE-B1A743551B85}" type="presParOf" srcId="{C12F1241-51C3-47FA-8178-B0A6611FAEEE}" destId="{DA74FB84-E732-4A5C-97C2-D0399ACEDF78}" srcOrd="16" destOrd="0" presId="urn:microsoft.com/office/officeart/2005/8/layout/default#26"/>
    <dgm:cxn modelId="{C37BFB91-9E5C-4628-A845-C50BFFF9FFD6}" type="presParOf" srcId="{C12F1241-51C3-47FA-8178-B0A6611FAEEE}" destId="{B01FF062-CD2D-450E-AF69-2CD909FB19CE}" srcOrd="17" destOrd="0" presId="urn:microsoft.com/office/officeart/2005/8/layout/default#26"/>
    <dgm:cxn modelId="{FB595F91-65F8-44F0-8A42-766FD70DFD8B}" type="presParOf" srcId="{C12F1241-51C3-47FA-8178-B0A6611FAEEE}" destId="{6A4D82E2-683F-4207-A546-069ED2378F47}" srcOrd="18" destOrd="0" presId="urn:microsoft.com/office/officeart/2005/8/layout/default#26"/>
    <dgm:cxn modelId="{C3573258-2E97-4D2B-B7BA-A257B8838CBB}" type="presParOf" srcId="{C12F1241-51C3-47FA-8178-B0A6611FAEEE}" destId="{63BA7026-7897-4811-A6FC-E07B721B982A}" srcOrd="19" destOrd="0" presId="urn:microsoft.com/office/officeart/2005/8/layout/default#26"/>
    <dgm:cxn modelId="{E581F047-FE69-464A-870D-AE16B6D661E9}" type="presParOf" srcId="{C12F1241-51C3-47FA-8178-B0A6611FAEEE}" destId="{AFDE59C3-E023-433F-BD0A-211377F18D16}" srcOrd="20" destOrd="0" presId="urn:microsoft.com/office/officeart/2005/8/layout/default#26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20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2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#2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#23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#24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4#6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#25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3#3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3#4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4#7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4#8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4#9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4#10">
  <dgm:title val=""/>
  <dgm:desc val=""/>
  <dgm:catLst>
    <dgm:cat type="list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#26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E92B7C-E224-4EE3-B9A7-DDBA8AD5A011}" type="datetimeFigureOut">
              <a:rPr lang="en-US" smtClean="0"/>
              <a:t>12/16/2015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443F94-9D64-4E64-A9BF-1052C9492F4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529E-931E-4994-B846-4F8B2F731AC3}" type="datetimeFigureOut">
              <a:rPr lang="en-US" smtClean="0"/>
              <a:t>12/16/2015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C3329CFB-DF6A-427F-B969-4B180CAA00A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529E-931E-4994-B846-4F8B2F731AC3}" type="datetimeFigureOut">
              <a:rPr lang="en-US" smtClean="0"/>
              <a:t>12/16/2015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29CFB-DF6A-427F-B969-4B180CAA00A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529E-931E-4994-B846-4F8B2F731AC3}" type="datetimeFigureOut">
              <a:rPr lang="en-US" smtClean="0"/>
              <a:t>12/16/2015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3329CFB-DF6A-427F-B969-4B180CAA00A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529E-931E-4994-B846-4F8B2F731AC3}" type="datetimeFigureOut">
              <a:rPr lang="en-US" smtClean="0"/>
              <a:t>12/16/2015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29CFB-DF6A-427F-B969-4B180CAA00A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529E-931E-4994-B846-4F8B2F731AC3}" type="datetimeFigureOut">
              <a:rPr lang="en-US" smtClean="0"/>
              <a:t>12/16/2015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29CFB-DF6A-427F-B969-4B180CAA00A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529E-931E-4994-B846-4F8B2F731AC3}" type="datetimeFigureOut">
              <a:rPr lang="en-US" smtClean="0"/>
              <a:t>12/16/2015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29CFB-DF6A-427F-B969-4B180CAA00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529E-931E-4994-B846-4F8B2F731AC3}" type="datetimeFigureOut">
              <a:rPr lang="en-US" smtClean="0"/>
              <a:t>12/16/2015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29CFB-DF6A-427F-B969-4B180CAA00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529E-931E-4994-B846-4F8B2F731AC3}" type="datetimeFigureOut">
              <a:rPr lang="en-US" smtClean="0"/>
              <a:t>12/16/2015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29CFB-DF6A-427F-B969-4B180CAA00A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529E-931E-4994-B846-4F8B2F731AC3}" type="datetimeFigureOut">
              <a:rPr lang="en-US" smtClean="0"/>
              <a:t>12/16/2015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3329CFB-DF6A-427F-B969-4B180CAA00A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529E-931E-4994-B846-4F8B2F731AC3}" type="datetimeFigureOut">
              <a:rPr lang="en-US" smtClean="0"/>
              <a:t>12/16/2015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29CFB-DF6A-427F-B969-4B180CAA00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C529E-931E-4994-B846-4F8B2F731AC3}" type="datetimeFigureOut">
              <a:rPr lang="en-US" smtClean="0"/>
              <a:t>12/16/2015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29CFB-DF6A-427F-B969-4B180CAA00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00801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77C529E-931E-4994-B846-4F8B2F731AC3}" type="datetimeFigureOut">
              <a:rPr lang="en-US" smtClean="0"/>
              <a:t>12/16/2015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C3329CFB-DF6A-427F-B969-4B180CAA00A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  <p:sldLayoutId id="2147483800" r:id="rId17"/>
    <p:sldLayoutId id="2147483801" r:id="rId18"/>
    <p:sldLayoutId id="2147483802" r:id="rId19"/>
    <p:sldLayoutId id="2147483803" r:id="rId20"/>
    <p:sldLayoutId id="2147483804" r:id="rId21"/>
    <p:sldLayoutId id="2147483805" r:id="rId22"/>
    <p:sldLayoutId id="2147483806" r:id="rId23"/>
    <p:sldLayoutId id="2147483807" r:id="rId24"/>
    <p:sldLayoutId id="2147483808" r:id="rId25"/>
    <p:sldLayoutId id="2147483809" r:id="rId26"/>
    <p:sldLayoutId id="2147483810" r:id="rId27"/>
    <p:sldLayoutId id="2147483811" r:id="rId28"/>
    <p:sldLayoutId id="2147483812" r:id="rId29"/>
    <p:sldLayoutId id="2147483813" r:id="rId30"/>
    <p:sldLayoutId id="2147483814" r:id="rId31"/>
    <p:sldLayoutId id="2147483815" r:id="rId32"/>
    <p:sldLayoutId id="2147483816" r:id="rId33"/>
    <p:sldLayoutId id="2147483817" r:id="rId34"/>
    <p:sldLayoutId id="2147483818" r:id="rId35"/>
    <p:sldLayoutId id="2147483819" r:id="rId36"/>
    <p:sldLayoutId id="2147483820" r:id="rId37"/>
    <p:sldLayoutId id="2147483821" r:id="rId38"/>
    <p:sldLayoutId id="2147483822" r:id="rId39"/>
    <p:sldLayoutId id="2147483823" r:id="rId40"/>
    <p:sldLayoutId id="2147483824" r:id="rId41"/>
    <p:sldLayoutId id="2147483825" r:id="rId42"/>
    <p:sldLayoutId id="2147483826" r:id="rId43"/>
    <p:sldLayoutId id="2147483827" r:id="rId44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0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1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3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4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6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7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8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9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BASIC COMPONENTS  OF COMPUTER SYSTEM (SOFTWARE)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CSC 111 LECTURE 3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 fontScale="90000"/>
          </a:bodyPr>
          <a:lstStyle/>
          <a:p>
            <a:r>
              <a:rPr lang="en-ZA" dirty="0" smtClean="0"/>
              <a:t>Programs and Programming Languages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85860"/>
            <a:ext cx="8229600" cy="4840303"/>
          </a:xfrm>
        </p:spPr>
        <p:txBody>
          <a:bodyPr/>
          <a:lstStyle/>
          <a:p>
            <a:pPr marL="0" indent="0" algn="just">
              <a:buNone/>
            </a:pPr>
            <a:r>
              <a:rPr lang="en-ZA" dirty="0" smtClean="0"/>
              <a:t>A </a:t>
            </a:r>
            <a:r>
              <a:rPr lang="en-ZA" b="1" dirty="0" smtClean="0"/>
              <a:t>program</a:t>
            </a:r>
            <a:r>
              <a:rPr lang="en-ZA" dirty="0" smtClean="0"/>
              <a:t> is a collection of instructions written in the language of the computer in strictly defined order.</a:t>
            </a:r>
          </a:p>
          <a:p>
            <a:pPr marL="0" indent="0" algn="just">
              <a:buNone/>
            </a:pPr>
            <a:endParaRPr lang="en-ZA" dirty="0" smtClean="0"/>
          </a:p>
          <a:p>
            <a:pPr algn="just">
              <a:buFontTx/>
              <a:buChar char="-"/>
            </a:pPr>
            <a:r>
              <a:rPr lang="en-ZA" b="1" dirty="0" smtClean="0"/>
              <a:t>2 Types of programming languages</a:t>
            </a:r>
          </a:p>
          <a:p>
            <a:pPr algn="just">
              <a:buNone/>
            </a:pPr>
            <a:endParaRPr lang="en-ZA" b="1" dirty="0" smtClean="0"/>
          </a:p>
          <a:p>
            <a:pPr marL="514350" indent="-514350" algn="just">
              <a:buAutoNum type="alphaLcPeriod"/>
            </a:pPr>
            <a:r>
              <a:rPr lang="en-ZA" dirty="0" smtClean="0"/>
              <a:t>Low-Level Languages (LLL)</a:t>
            </a:r>
          </a:p>
          <a:p>
            <a:pPr marL="514350" indent="-514350" algn="just">
              <a:buAutoNum type="alphaLcPeriod"/>
            </a:pPr>
            <a:r>
              <a:rPr lang="en-ZA" dirty="0" smtClean="0"/>
              <a:t>High-Level Languages (HLL)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xmlns="" val="3010174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/>
          <a:lstStyle/>
          <a:p>
            <a:r>
              <a:rPr lang="en-ZA" dirty="0" smtClean="0"/>
              <a:t>Low-Level Languages (LLL)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ZA" dirty="0" smtClean="0"/>
              <a:t>These are also called machine languages. </a:t>
            </a:r>
          </a:p>
          <a:p>
            <a:pPr lvl="1" algn="just"/>
            <a:r>
              <a:rPr lang="en-ZA" dirty="0" smtClean="0"/>
              <a:t>They consists of only binary digits 0 &amp; 1. </a:t>
            </a:r>
          </a:p>
          <a:p>
            <a:pPr lvl="1" algn="just"/>
            <a:r>
              <a:rPr lang="en-ZA" dirty="0" smtClean="0"/>
              <a:t>computers are coded using 0 &amp; 1, </a:t>
            </a:r>
          </a:p>
          <a:p>
            <a:pPr algn="just"/>
            <a:r>
              <a:rPr lang="en-ZA" dirty="0" smtClean="0"/>
              <a:t>so it is the language the digital computer uses to execute programs but difficult for the programmer to write.</a:t>
            </a:r>
          </a:p>
          <a:p>
            <a:pPr marL="0" indent="0" algn="just">
              <a:buNone/>
            </a:pPr>
            <a:endParaRPr lang="en-ZA" b="1" dirty="0" smtClean="0"/>
          </a:p>
          <a:p>
            <a:pPr marL="0" indent="0" algn="just">
              <a:buNone/>
            </a:pPr>
            <a:r>
              <a:rPr lang="en-ZA" b="1" dirty="0" smtClean="0"/>
              <a:t>Advantage</a:t>
            </a:r>
          </a:p>
          <a:p>
            <a:pPr algn="just">
              <a:buFontTx/>
              <a:buChar char="-"/>
            </a:pPr>
            <a:r>
              <a:rPr lang="en-ZA" dirty="0" smtClean="0"/>
              <a:t>A program written in machine language truly represents how data is manipulated by the computer.</a:t>
            </a:r>
          </a:p>
          <a:p>
            <a:pPr marL="0" indent="0" algn="just">
              <a:buNone/>
            </a:pPr>
            <a:endParaRPr lang="en-ZA" b="1" dirty="0" smtClean="0"/>
          </a:p>
          <a:p>
            <a:pPr marL="0" indent="0" algn="just">
              <a:buNone/>
            </a:pPr>
            <a:r>
              <a:rPr lang="en-ZA" b="1" dirty="0" smtClean="0"/>
              <a:t>Disadvantages / Drawbacks</a:t>
            </a:r>
          </a:p>
          <a:p>
            <a:pPr algn="just">
              <a:buFontTx/>
              <a:buChar char="-"/>
            </a:pPr>
            <a:r>
              <a:rPr lang="en-ZA" dirty="0" smtClean="0"/>
              <a:t>It is machine dependent</a:t>
            </a:r>
          </a:p>
          <a:p>
            <a:pPr algn="just">
              <a:buFontTx/>
              <a:buChar char="-"/>
            </a:pPr>
            <a:r>
              <a:rPr lang="en-ZA" dirty="0" smtClean="0"/>
              <a:t>It is very tedious to write programs in machine language</a:t>
            </a:r>
          </a:p>
          <a:p>
            <a:pPr algn="just">
              <a:buFontTx/>
              <a:buChar char="-"/>
            </a:pPr>
            <a:r>
              <a:rPr lang="en-ZA" dirty="0" smtClean="0"/>
              <a:t>It is very difficult to find errors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xmlns="" val="338813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en-ZA" dirty="0" smtClean="0"/>
              <a:t>LLL continue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42918"/>
            <a:ext cx="8229600" cy="6000792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ZA" b="1" u="sng" dirty="0" smtClean="0"/>
              <a:t>Assembly Language</a:t>
            </a:r>
            <a:r>
              <a:rPr lang="en-ZA" dirty="0" smtClean="0"/>
              <a:t>:</a:t>
            </a:r>
          </a:p>
          <a:p>
            <a:pPr algn="just"/>
            <a:r>
              <a:rPr lang="en-ZA" dirty="0" smtClean="0"/>
              <a:t>replaces binary codes in machine languages with symbols / mnemonics. </a:t>
            </a:r>
          </a:p>
          <a:p>
            <a:pPr lvl="1" algn="just"/>
            <a:r>
              <a:rPr lang="en-ZA" b="1" u="sng" dirty="0" smtClean="0"/>
              <a:t>assembler</a:t>
            </a:r>
            <a:r>
              <a:rPr lang="en-ZA" dirty="0" smtClean="0"/>
              <a:t> is then used to translate code into machine code before execution. </a:t>
            </a:r>
          </a:p>
          <a:p>
            <a:pPr lvl="1" algn="just"/>
            <a:r>
              <a:rPr lang="en-ZA" dirty="0" smtClean="0"/>
              <a:t>developed to reduce the burden of the machine language</a:t>
            </a:r>
          </a:p>
          <a:p>
            <a:pPr lvl="2" algn="just"/>
            <a:r>
              <a:rPr lang="en-ZA" dirty="0" smtClean="0"/>
              <a:t>by representing the binary numbers with symbols. </a:t>
            </a:r>
          </a:p>
          <a:p>
            <a:pPr algn="just"/>
            <a:r>
              <a:rPr lang="en-ZA" dirty="0" smtClean="0"/>
              <a:t>Each assembler is written for a specific processor code or hardware </a:t>
            </a:r>
          </a:p>
          <a:p>
            <a:pPr lvl="1" algn="just"/>
            <a:r>
              <a:rPr lang="en-ZA" dirty="0" smtClean="0"/>
              <a:t>translates one assembly instruction into one machine code instruction. </a:t>
            </a:r>
          </a:p>
          <a:p>
            <a:pPr algn="just"/>
            <a:r>
              <a:rPr lang="en-ZA" dirty="0" smtClean="0"/>
              <a:t>The assembly language instruction input </a:t>
            </a:r>
          </a:p>
          <a:p>
            <a:pPr lvl="1" algn="just"/>
            <a:r>
              <a:rPr lang="en-ZA" b="1" u="sng" dirty="0" smtClean="0"/>
              <a:t>source code </a:t>
            </a:r>
            <a:r>
              <a:rPr lang="en-ZA" dirty="0" smtClean="0"/>
              <a:t>and </a:t>
            </a:r>
          </a:p>
          <a:p>
            <a:pPr algn="just"/>
            <a:r>
              <a:rPr lang="en-ZA" dirty="0" smtClean="0"/>
              <a:t>The machine code output </a:t>
            </a:r>
          </a:p>
          <a:p>
            <a:pPr lvl="1" algn="just"/>
            <a:r>
              <a:rPr lang="en-ZA" dirty="0" smtClean="0"/>
              <a:t>the </a:t>
            </a:r>
            <a:r>
              <a:rPr lang="en-ZA" b="1" u="sng" dirty="0" smtClean="0"/>
              <a:t>object code</a:t>
            </a:r>
            <a:r>
              <a:rPr lang="en-ZA" dirty="0" smtClean="0"/>
              <a:t>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xmlns="" val="2566122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571504"/>
          </a:xfrm>
        </p:spPr>
        <p:txBody>
          <a:bodyPr>
            <a:normAutofit fontScale="90000"/>
          </a:bodyPr>
          <a:lstStyle/>
          <a:p>
            <a:r>
              <a:rPr lang="en-ZA" dirty="0" smtClean="0"/>
              <a:t>High-Level Languages (HLL)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14356"/>
            <a:ext cx="8229600" cy="6000792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ZA" sz="3500" dirty="0" smtClean="0"/>
              <a:t>Are developed for the benefit of programmers </a:t>
            </a:r>
          </a:p>
          <a:p>
            <a:pPr lvl="1" algn="just"/>
            <a:r>
              <a:rPr lang="en-ZA" sz="3100" dirty="0" smtClean="0"/>
              <a:t>easier to understand. </a:t>
            </a:r>
          </a:p>
          <a:p>
            <a:pPr algn="just"/>
            <a:r>
              <a:rPr lang="en-ZA" sz="3500" dirty="0" smtClean="0"/>
              <a:t>Many of them have been designed to assist in the solution of specific types of application </a:t>
            </a:r>
            <a:r>
              <a:rPr lang="en-ZA" sz="3500" dirty="0" err="1" smtClean="0"/>
              <a:t>eg</a:t>
            </a:r>
            <a:endParaRPr lang="en-ZA" sz="3500" dirty="0" smtClean="0"/>
          </a:p>
          <a:p>
            <a:pPr lvl="1" algn="just"/>
            <a:r>
              <a:rPr lang="en-ZA" sz="3100" b="1" dirty="0" smtClean="0"/>
              <a:t>COBOL</a:t>
            </a:r>
            <a:r>
              <a:rPr lang="en-ZA" sz="3100" dirty="0" smtClean="0"/>
              <a:t> (Common Business Oriented Language) developed for business applications</a:t>
            </a:r>
          </a:p>
          <a:p>
            <a:pPr marL="0" indent="0" algn="just">
              <a:buNone/>
            </a:pPr>
            <a:endParaRPr lang="en-ZA" sz="3500" dirty="0" smtClean="0"/>
          </a:p>
          <a:p>
            <a:pPr lvl="1" algn="just"/>
            <a:r>
              <a:rPr lang="en-ZA" sz="3100" b="1" dirty="0" smtClean="0"/>
              <a:t>FORTRAN</a:t>
            </a:r>
            <a:r>
              <a:rPr lang="en-ZA" sz="3100" dirty="0" smtClean="0"/>
              <a:t> (</a:t>
            </a:r>
            <a:r>
              <a:rPr lang="en-ZA" sz="3100" dirty="0" err="1" smtClean="0"/>
              <a:t>FORmular</a:t>
            </a:r>
            <a:r>
              <a:rPr lang="en-ZA" sz="3100" dirty="0" smtClean="0"/>
              <a:t> </a:t>
            </a:r>
            <a:r>
              <a:rPr lang="en-ZA" sz="3100" dirty="0" err="1" smtClean="0"/>
              <a:t>TRANslation</a:t>
            </a:r>
            <a:r>
              <a:rPr lang="en-ZA" sz="3100" dirty="0" smtClean="0"/>
              <a:t>) developed for scientific applications</a:t>
            </a:r>
          </a:p>
          <a:p>
            <a:pPr marL="0" indent="0" algn="just">
              <a:buNone/>
            </a:pPr>
            <a:endParaRPr lang="en-ZA" sz="3500" dirty="0" smtClean="0"/>
          </a:p>
          <a:p>
            <a:pPr lvl="1" algn="just"/>
            <a:r>
              <a:rPr lang="en-ZA" sz="3100" b="1" dirty="0" smtClean="0"/>
              <a:t>BASIC</a:t>
            </a:r>
            <a:r>
              <a:rPr lang="en-ZA" sz="3100" dirty="0" smtClean="0"/>
              <a:t> (Beginners All-purpose Symbolic Instruction Code) developed for general use and education.</a:t>
            </a:r>
          </a:p>
          <a:p>
            <a:pPr algn="just"/>
            <a:r>
              <a:rPr lang="en-ZA" sz="3500" b="1" dirty="0" smtClean="0"/>
              <a:t>HLL</a:t>
            </a:r>
            <a:r>
              <a:rPr lang="en-ZA" sz="3500" dirty="0" smtClean="0"/>
              <a:t> </a:t>
            </a:r>
          </a:p>
          <a:p>
            <a:pPr lvl="1" algn="just"/>
            <a:r>
              <a:rPr lang="en-ZA" sz="3100" dirty="0" smtClean="0"/>
              <a:t>consists of statements</a:t>
            </a:r>
          </a:p>
          <a:p>
            <a:pPr lvl="1" algn="just"/>
            <a:r>
              <a:rPr lang="en-ZA" sz="3100" dirty="0" smtClean="0"/>
              <a:t>may be complex arithmetic calculations or logical comparisons. </a:t>
            </a:r>
          </a:p>
          <a:p>
            <a:pPr lvl="1" algn="just"/>
            <a:r>
              <a:rPr lang="en-ZA" sz="3100" dirty="0" smtClean="0"/>
              <a:t>They are easier to write, test and maintain. </a:t>
            </a:r>
          </a:p>
          <a:p>
            <a:pPr lvl="1" algn="just"/>
            <a:r>
              <a:rPr lang="en-ZA" sz="3100" dirty="0" smtClean="0"/>
              <a:t>It is also easy to correct if errors are found. </a:t>
            </a:r>
          </a:p>
          <a:p>
            <a:pPr lvl="1" algn="just"/>
            <a:r>
              <a:rPr lang="en-ZA" sz="3100" dirty="0" smtClean="0"/>
              <a:t>The statements are similar to instructions using the English Language. </a:t>
            </a:r>
          </a:p>
          <a:p>
            <a:pPr lvl="1" algn="just"/>
            <a:r>
              <a:rPr lang="en-ZA" sz="3100" dirty="0" smtClean="0"/>
              <a:t>A high-level language program (the source code) can be translated into machine code (the object code) by using either a </a:t>
            </a:r>
            <a:r>
              <a:rPr lang="en-ZA" sz="3100" b="1" u="sng" dirty="0" smtClean="0"/>
              <a:t>compiler</a:t>
            </a:r>
            <a:r>
              <a:rPr lang="en-ZA" sz="3100" dirty="0" smtClean="0"/>
              <a:t> or an </a:t>
            </a:r>
            <a:r>
              <a:rPr lang="en-ZA" sz="3100" b="1" u="sng" dirty="0" smtClean="0"/>
              <a:t>interpreter.</a:t>
            </a:r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xmlns="" val="353646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ZA" dirty="0" smtClean="0"/>
              <a:t>Translators 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/>
          </a:bodyPr>
          <a:lstStyle/>
          <a:p>
            <a:pPr algn="just"/>
            <a:r>
              <a:rPr lang="en-ZA" b="1" dirty="0" smtClean="0"/>
              <a:t>Translators</a:t>
            </a:r>
            <a:r>
              <a:rPr lang="en-ZA" dirty="0" smtClean="0"/>
              <a:t>: </a:t>
            </a:r>
          </a:p>
          <a:p>
            <a:pPr lvl="1" algn="just"/>
            <a:r>
              <a:rPr lang="en-ZA" dirty="0" smtClean="0"/>
              <a:t>are programs that translate programming language code (source code) to machine language code (object code) .</a:t>
            </a:r>
          </a:p>
          <a:p>
            <a:pPr marL="0" indent="0" algn="just">
              <a:buNone/>
            </a:pPr>
            <a:r>
              <a:rPr lang="en-ZA" b="1" dirty="0" smtClean="0"/>
              <a:t>3 Categories of translators</a:t>
            </a:r>
          </a:p>
          <a:p>
            <a:pPr algn="just"/>
            <a:r>
              <a:rPr lang="en-ZA" b="1" u="sng" dirty="0" smtClean="0"/>
              <a:t>Compilers</a:t>
            </a:r>
            <a:r>
              <a:rPr lang="en-ZA" dirty="0" smtClean="0"/>
              <a:t>: </a:t>
            </a:r>
          </a:p>
          <a:p>
            <a:pPr algn="just"/>
            <a:r>
              <a:rPr lang="en-ZA" dirty="0" err="1" smtClean="0"/>
              <a:t>softwares</a:t>
            </a:r>
            <a:r>
              <a:rPr lang="en-ZA" dirty="0" smtClean="0"/>
              <a:t> that translate high-level programming language code to machine code. </a:t>
            </a:r>
          </a:p>
          <a:p>
            <a:pPr lvl="1" algn="just"/>
            <a:r>
              <a:rPr lang="en-ZA" dirty="0" smtClean="0"/>
              <a:t>The significance of a compiler is to convert the whole of a program into machine code and store the compiled form. </a:t>
            </a:r>
          </a:p>
          <a:p>
            <a:pPr lvl="1" algn="just"/>
            <a:r>
              <a:rPr lang="en-ZA" dirty="0" smtClean="0"/>
              <a:t>All high-level languages have their own compilers </a:t>
            </a:r>
            <a:r>
              <a:rPr lang="en-ZA" dirty="0" err="1" smtClean="0"/>
              <a:t>eg</a:t>
            </a:r>
            <a:r>
              <a:rPr lang="en-ZA" dirty="0" smtClean="0"/>
              <a:t> FORTRAN, PASCAL, C++ </a:t>
            </a:r>
            <a:r>
              <a:rPr lang="en-ZA" dirty="0" err="1" smtClean="0"/>
              <a:t>etc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xmlns="" val="249633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ZA" dirty="0" smtClean="0"/>
              <a:t>Translators (cont.)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36712"/>
            <a:ext cx="8229600" cy="5289451"/>
          </a:xfrm>
        </p:spPr>
        <p:txBody>
          <a:bodyPr>
            <a:normAutofit/>
          </a:bodyPr>
          <a:lstStyle/>
          <a:p>
            <a:pPr algn="just"/>
            <a:r>
              <a:rPr lang="en-ZA" b="1" u="sng" dirty="0" smtClean="0"/>
              <a:t>Interpreters</a:t>
            </a:r>
            <a:r>
              <a:rPr lang="en-ZA" dirty="0" smtClean="0"/>
              <a:t>: </a:t>
            </a:r>
          </a:p>
          <a:p>
            <a:pPr lvl="1" algn="just"/>
            <a:r>
              <a:rPr lang="en-ZA" dirty="0" smtClean="0"/>
              <a:t>translators which transform programs written in high-level language to machine code. </a:t>
            </a:r>
          </a:p>
          <a:p>
            <a:pPr lvl="1" algn="just"/>
            <a:r>
              <a:rPr lang="en-ZA" dirty="0" smtClean="0"/>
              <a:t>The converted form of the source code is not stored and each line is translated and executed one at a time </a:t>
            </a:r>
            <a:r>
              <a:rPr lang="en-ZA" dirty="0" err="1" smtClean="0"/>
              <a:t>eg</a:t>
            </a:r>
            <a:r>
              <a:rPr lang="en-ZA" dirty="0" smtClean="0"/>
              <a:t> BASIC</a:t>
            </a:r>
          </a:p>
          <a:p>
            <a:pPr algn="just"/>
            <a:r>
              <a:rPr lang="en-ZA" b="1" u="sng" dirty="0" smtClean="0"/>
              <a:t>Assemblers</a:t>
            </a:r>
            <a:r>
              <a:rPr lang="en-ZA" dirty="0" smtClean="0"/>
              <a:t>: </a:t>
            </a:r>
          </a:p>
          <a:p>
            <a:pPr algn="just"/>
            <a:r>
              <a:rPr lang="en-ZA" dirty="0" smtClean="0"/>
              <a:t>programs which translate the source program in assembly language programs, into machine code called an object program.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xmlns="" val="282586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Software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14356"/>
            <a:ext cx="8229600" cy="541180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u="sng" dirty="0" smtClean="0"/>
              <a:t>Software</a:t>
            </a:r>
            <a:r>
              <a:rPr lang="en-US" dirty="0" smtClean="0"/>
              <a:t>: </a:t>
            </a:r>
          </a:p>
          <a:p>
            <a:pPr lvl="1" algn="just"/>
            <a:r>
              <a:rPr lang="en-US" dirty="0" smtClean="0"/>
              <a:t>collection of related programs that are chained together in function and operation.</a:t>
            </a:r>
          </a:p>
          <a:p>
            <a:pPr marL="0" indent="0" algn="just">
              <a:buNone/>
            </a:pPr>
            <a:r>
              <a:rPr lang="en-US" b="1" dirty="0" smtClean="0"/>
              <a:t>Classification of Software</a:t>
            </a:r>
          </a:p>
          <a:p>
            <a:pPr lvl="1" algn="just"/>
            <a:r>
              <a:rPr lang="en-US" dirty="0" smtClean="0"/>
              <a:t>Application Software</a:t>
            </a:r>
          </a:p>
          <a:p>
            <a:pPr lvl="1" algn="just"/>
            <a:r>
              <a:rPr lang="en-US" dirty="0" smtClean="0"/>
              <a:t>System Software</a:t>
            </a:r>
          </a:p>
          <a:p>
            <a:pPr algn="just"/>
            <a:r>
              <a:rPr lang="en-US" b="1" u="sng" dirty="0" smtClean="0"/>
              <a:t>Application Software</a:t>
            </a:r>
            <a:r>
              <a:rPr lang="en-US" dirty="0" smtClean="0"/>
              <a:t>: this instructs the computer to perform those </a:t>
            </a:r>
            <a:r>
              <a:rPr lang="en-ZA" dirty="0" smtClean="0"/>
              <a:t>procedures necessary to get some job done.</a:t>
            </a:r>
          </a:p>
          <a:p>
            <a:pPr marL="0" indent="0" algn="just">
              <a:buNone/>
            </a:pPr>
            <a:r>
              <a:rPr lang="en-US" b="1" u="sng" dirty="0" smtClean="0"/>
              <a:t>Types</a:t>
            </a:r>
            <a:r>
              <a:rPr lang="en-US" dirty="0" smtClean="0"/>
              <a:t> </a:t>
            </a:r>
          </a:p>
          <a:p>
            <a:pPr algn="just"/>
            <a:r>
              <a:rPr lang="en-US" dirty="0" smtClean="0"/>
              <a:t>Spreadsheets </a:t>
            </a:r>
            <a:r>
              <a:rPr lang="en-US" dirty="0" err="1" smtClean="0"/>
              <a:t>eg</a:t>
            </a:r>
            <a:r>
              <a:rPr lang="en-US" dirty="0" smtClean="0"/>
              <a:t> Microsoft Excel</a:t>
            </a:r>
          </a:p>
          <a:p>
            <a:pPr algn="just"/>
            <a:r>
              <a:rPr lang="en-US" dirty="0" smtClean="0"/>
              <a:t>Word processing </a:t>
            </a:r>
            <a:r>
              <a:rPr lang="en-US" dirty="0" err="1" smtClean="0"/>
              <a:t>eg</a:t>
            </a:r>
            <a:r>
              <a:rPr lang="en-US" dirty="0" smtClean="0"/>
              <a:t> Microsoft access</a:t>
            </a:r>
          </a:p>
          <a:p>
            <a:pPr algn="just"/>
            <a:r>
              <a:rPr lang="en-US" dirty="0" smtClean="0"/>
              <a:t>Graphics </a:t>
            </a:r>
            <a:r>
              <a:rPr lang="en-US" dirty="0" err="1" smtClean="0"/>
              <a:t>eg</a:t>
            </a:r>
            <a:r>
              <a:rPr lang="en-US" dirty="0" smtClean="0"/>
              <a:t> PowerPoint and Corel Draw</a:t>
            </a:r>
          </a:p>
          <a:p>
            <a:pPr algn="just"/>
            <a:r>
              <a:rPr lang="en-US" dirty="0" smtClean="0"/>
              <a:t>Database </a:t>
            </a:r>
            <a:r>
              <a:rPr lang="en-US" dirty="0" err="1" smtClean="0"/>
              <a:t>eg</a:t>
            </a:r>
            <a:r>
              <a:rPr lang="en-US" dirty="0" smtClean="0"/>
              <a:t> DBASE and Desktop Publishing</a:t>
            </a:r>
          </a:p>
          <a:p>
            <a:pPr algn="just"/>
            <a:r>
              <a:rPr lang="en-US" dirty="0" smtClean="0"/>
              <a:t>Accounting packages.</a:t>
            </a:r>
          </a:p>
        </p:txBody>
      </p:sp>
    </p:spTree>
    <p:extLst>
      <p:ext uri="{BB962C8B-B14F-4D97-AF65-F5344CB8AC3E}">
        <p14:creationId xmlns:p14="http://schemas.microsoft.com/office/powerpoint/2010/main" xmlns="" val="920027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ZA" dirty="0" smtClean="0"/>
              <a:t>Classification of </a:t>
            </a:r>
            <a:r>
              <a:rPr lang="en-ZA" dirty="0" smtClean="0"/>
              <a:t>Software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pPr algn="just"/>
            <a:r>
              <a:rPr lang="en-US" b="1" u="sng" dirty="0" smtClean="0"/>
              <a:t>System Software</a:t>
            </a:r>
            <a:r>
              <a:rPr lang="en-US" dirty="0" smtClean="0"/>
              <a:t>: group of programs that control the performance and function of the computer system. They are classified into</a:t>
            </a:r>
          </a:p>
          <a:p>
            <a:pPr algn="just">
              <a:buNone/>
            </a:pPr>
            <a:endParaRPr lang="en-US" dirty="0" smtClean="0"/>
          </a:p>
          <a:p>
            <a:pPr marL="571500" indent="-571500" algn="just">
              <a:buAutoNum type="romanLcPeriod"/>
            </a:pPr>
            <a:r>
              <a:rPr lang="en-US" dirty="0" smtClean="0"/>
              <a:t>Database Management systems (DBMS)</a:t>
            </a:r>
          </a:p>
          <a:p>
            <a:pPr marL="571500" indent="-571500" algn="just">
              <a:buAutoNum type="romanLcPeriod"/>
            </a:pPr>
            <a:r>
              <a:rPr lang="en-US" dirty="0" smtClean="0"/>
              <a:t>Utility Systems</a:t>
            </a:r>
          </a:p>
          <a:p>
            <a:pPr marL="571500" indent="-571500" algn="just">
              <a:buAutoNum type="romanLcPeriod"/>
            </a:pPr>
            <a:r>
              <a:rPr lang="en-US" dirty="0" smtClean="0"/>
              <a:t>Translators</a:t>
            </a:r>
          </a:p>
          <a:p>
            <a:pPr marL="571500" indent="-571500" algn="just">
              <a:buAutoNum type="romanLcPeriod"/>
            </a:pPr>
            <a:r>
              <a:rPr lang="en-US" dirty="0" smtClean="0"/>
              <a:t>Monitors</a:t>
            </a:r>
          </a:p>
          <a:p>
            <a:pPr marL="571500" indent="-571500" algn="just">
              <a:buAutoNum type="romanLcPeriod"/>
            </a:pPr>
            <a:r>
              <a:rPr lang="en-US" dirty="0" smtClean="0"/>
              <a:t>Operating Systems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xmlns="" val="1266548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ZA" dirty="0" smtClean="0"/>
              <a:t>System </a:t>
            </a:r>
            <a:r>
              <a:rPr lang="en-ZA" dirty="0" smtClean="0"/>
              <a:t>Software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67544" y="980728"/>
            <a:ext cx="8229600" cy="507342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u="sng" dirty="0" smtClean="0"/>
              <a:t>Database Management Systems (DBMS</a:t>
            </a:r>
            <a:r>
              <a:rPr lang="en-US" b="1" dirty="0" smtClean="0"/>
              <a:t>): </a:t>
            </a:r>
            <a:r>
              <a:rPr lang="en-US" dirty="0" smtClean="0"/>
              <a:t>these are group of programs that take care of allocating storage positions to other programs running in the computer system. </a:t>
            </a:r>
          </a:p>
          <a:p>
            <a:pPr lvl="1" algn="just"/>
            <a:r>
              <a:rPr lang="en-US" dirty="0" smtClean="0"/>
              <a:t>They define, create and maintain a database. </a:t>
            </a:r>
          </a:p>
          <a:p>
            <a:pPr lvl="1" algn="just"/>
            <a:r>
              <a:rPr lang="en-US" dirty="0" smtClean="0"/>
              <a:t>DBMS is a combination of 5 components namely</a:t>
            </a:r>
          </a:p>
          <a:p>
            <a:pPr algn="just"/>
            <a:r>
              <a:rPr lang="en-US" dirty="0" smtClean="0"/>
              <a:t>Hardware – physical computer system that allows access to data.</a:t>
            </a:r>
          </a:p>
          <a:p>
            <a:pPr algn="just"/>
            <a:r>
              <a:rPr lang="en-US" dirty="0" smtClean="0"/>
              <a:t>Software – actual program that allow users to access, maintain and update data.</a:t>
            </a:r>
          </a:p>
          <a:p>
            <a:pPr algn="just"/>
            <a:r>
              <a:rPr lang="en-US" dirty="0" smtClean="0"/>
              <a:t>Data – data in a database are stored physically on the storage device.</a:t>
            </a:r>
          </a:p>
          <a:p>
            <a:pPr algn="just"/>
            <a:r>
              <a:rPr lang="en-US" dirty="0" smtClean="0"/>
              <a:t>users – made up of end-users (humans who access the database directly to get information) and application programs.</a:t>
            </a:r>
          </a:p>
          <a:p>
            <a:pPr algn="just"/>
            <a:r>
              <a:rPr lang="en-US" dirty="0" smtClean="0"/>
              <a:t>Procedures – set of rules that should be clearly defined and followed by users of the database.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xmlns="" val="477882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/>
          <a:p>
            <a:r>
              <a:rPr lang="en-ZA" dirty="0" smtClean="0"/>
              <a:t>System </a:t>
            </a:r>
            <a:r>
              <a:rPr lang="en-ZA" dirty="0" smtClean="0"/>
              <a:t>Software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4422"/>
            <a:ext cx="8229600" cy="4911741"/>
          </a:xfrm>
        </p:spPr>
        <p:txBody>
          <a:bodyPr>
            <a:normAutofit/>
          </a:bodyPr>
          <a:lstStyle/>
          <a:p>
            <a:pPr algn="just"/>
            <a:r>
              <a:rPr lang="en-US" b="1" u="sng" dirty="0" smtClean="0"/>
              <a:t>Utility Systems</a:t>
            </a:r>
            <a:r>
              <a:rPr lang="en-US" dirty="0" smtClean="0"/>
              <a:t>: </a:t>
            </a:r>
          </a:p>
          <a:p>
            <a:pPr algn="just"/>
            <a:r>
              <a:rPr lang="en-US" dirty="0" smtClean="0"/>
              <a:t>Designed to analyze, configure, optimize or maintain a computer</a:t>
            </a:r>
          </a:p>
          <a:p>
            <a:pPr algn="just"/>
            <a:r>
              <a:rPr lang="en-US" dirty="0" smtClean="0"/>
              <a:t>Focus on how computer infrastructure (h/w,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etc</a:t>
            </a:r>
            <a:r>
              <a:rPr lang="en-US" dirty="0" smtClean="0"/>
              <a:t>) operates</a:t>
            </a:r>
          </a:p>
          <a:p>
            <a:pPr lvl="1" algn="just"/>
            <a:r>
              <a:rPr lang="en-US" dirty="0" smtClean="0"/>
              <a:t>Antivirus, backup s/w </a:t>
            </a:r>
            <a:r>
              <a:rPr lang="en-US" dirty="0" err="1" smtClean="0"/>
              <a:t>etc</a:t>
            </a:r>
            <a:endParaRPr lang="en-US" dirty="0" smtClean="0"/>
          </a:p>
          <a:p>
            <a:pPr algn="just"/>
            <a:r>
              <a:rPr lang="en-US" b="1" u="sng" dirty="0" smtClean="0"/>
              <a:t>Monitors</a:t>
            </a:r>
            <a:r>
              <a:rPr lang="en-US" u="sng" dirty="0" smtClean="0"/>
              <a:t>:</a:t>
            </a:r>
          </a:p>
          <a:p>
            <a:pPr algn="just"/>
            <a:r>
              <a:rPr lang="en-US" dirty="0" smtClean="0"/>
              <a:t>Program design to track and record computer activities</a:t>
            </a:r>
          </a:p>
          <a:p>
            <a:pPr algn="just"/>
            <a:r>
              <a:rPr lang="en-US" dirty="0" smtClean="0"/>
              <a:t>E.g. </a:t>
            </a:r>
            <a:r>
              <a:rPr lang="en-US" dirty="0" err="1" smtClean="0"/>
              <a:t>keyloggers</a:t>
            </a:r>
            <a:r>
              <a:rPr lang="en-US" dirty="0" smtClean="0"/>
              <a:t>, system surveillance pro etc.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xmlns="" val="2906881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/>
          <a:lstStyle/>
          <a:p>
            <a:r>
              <a:rPr lang="en-ZA" dirty="0" smtClean="0"/>
              <a:t>System </a:t>
            </a:r>
            <a:r>
              <a:rPr lang="en-ZA" dirty="0" smtClean="0"/>
              <a:t>Software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pPr algn="just"/>
            <a:r>
              <a:rPr lang="en-US" b="1" u="sng" dirty="0" smtClean="0"/>
              <a:t>Translators:</a:t>
            </a:r>
            <a:r>
              <a:rPr lang="en-US" u="sng" dirty="0" smtClean="0"/>
              <a:t> </a:t>
            </a:r>
            <a:r>
              <a:rPr lang="en-US" dirty="0" smtClean="0"/>
              <a:t>these are programs that translate programming language code (source programs) to machine language code (object program) in order to be executed by the computer. It has 3 categories </a:t>
            </a:r>
          </a:p>
          <a:p>
            <a:pPr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(a) Compilers </a:t>
            </a:r>
          </a:p>
          <a:p>
            <a:pPr algn="just"/>
            <a:r>
              <a:rPr lang="en-US" dirty="0" smtClean="0"/>
              <a:t>(b) Interpreters </a:t>
            </a:r>
          </a:p>
          <a:p>
            <a:pPr algn="just"/>
            <a:r>
              <a:rPr lang="en-US" dirty="0" smtClean="0"/>
              <a:t>(c) Assemblers.</a:t>
            </a:r>
            <a:endParaRPr lang="en-ZA" u="sng" dirty="0"/>
          </a:p>
        </p:txBody>
      </p:sp>
    </p:spTree>
    <p:extLst>
      <p:ext uri="{BB962C8B-B14F-4D97-AF65-F5344CB8AC3E}">
        <p14:creationId xmlns:p14="http://schemas.microsoft.com/office/powerpoint/2010/main" xmlns="" val="3754947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/>
          <a:lstStyle/>
          <a:p>
            <a:r>
              <a:rPr lang="en-ZA" dirty="0" smtClean="0"/>
              <a:t>System </a:t>
            </a:r>
            <a:r>
              <a:rPr lang="en-ZA" dirty="0" smtClean="0"/>
              <a:t>Software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pPr algn="just"/>
            <a:r>
              <a:rPr lang="en-US" b="1" u="sng" dirty="0" smtClean="0"/>
              <a:t>Operating Systems</a:t>
            </a:r>
            <a:r>
              <a:rPr lang="en-US" dirty="0" smtClean="0"/>
              <a:t>: </a:t>
            </a:r>
          </a:p>
          <a:p>
            <a:pPr lvl="1" algn="just"/>
            <a:r>
              <a:rPr lang="en-US" dirty="0" smtClean="0"/>
              <a:t>layer of software which acts as an interface between the user and the overall hardware. </a:t>
            </a:r>
          </a:p>
          <a:p>
            <a:pPr lvl="1" algn="just"/>
            <a:r>
              <a:rPr lang="en-US" dirty="0" smtClean="0"/>
              <a:t>It can also be defined as a program or sets of programs that facilitates the execution of other programs.</a:t>
            </a:r>
          </a:p>
          <a:p>
            <a:pPr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2 Major design goals of an Operating System</a:t>
            </a:r>
          </a:p>
          <a:p>
            <a:pPr marL="0" indent="0" algn="just">
              <a:buNone/>
            </a:pPr>
            <a:endParaRPr lang="en-US" dirty="0" smtClean="0"/>
          </a:p>
          <a:p>
            <a:pPr algn="just">
              <a:buFontTx/>
              <a:buChar char="-"/>
            </a:pPr>
            <a:r>
              <a:rPr lang="en-US" dirty="0" smtClean="0"/>
              <a:t>Efficient use of hardware</a:t>
            </a:r>
          </a:p>
          <a:p>
            <a:pPr algn="just">
              <a:buFontTx/>
              <a:buChar char="-"/>
            </a:pPr>
            <a:r>
              <a:rPr lang="en-US" dirty="0" smtClean="0"/>
              <a:t>Ease of use of resources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xmlns="" val="2740683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Evolution of Operating Systems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36712"/>
            <a:ext cx="8229600" cy="559268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u="sng" dirty="0" smtClean="0"/>
              <a:t>Batch Operating Systems</a:t>
            </a:r>
            <a:r>
              <a:rPr lang="en-US" dirty="0" smtClean="0"/>
              <a:t>: </a:t>
            </a:r>
          </a:p>
          <a:p>
            <a:pPr algn="just"/>
            <a:r>
              <a:rPr lang="en-US" dirty="0" smtClean="0"/>
              <a:t>designed to control mainframe computers. </a:t>
            </a:r>
          </a:p>
          <a:p>
            <a:pPr algn="just"/>
            <a:r>
              <a:rPr lang="en-US" dirty="0" smtClean="0"/>
              <a:t>Each program to be executed was called a </a:t>
            </a:r>
            <a:r>
              <a:rPr lang="en-US" b="1" u="sng" dirty="0" smtClean="0"/>
              <a:t>job</a:t>
            </a:r>
            <a:r>
              <a:rPr lang="en-US" dirty="0" smtClean="0"/>
              <a:t>. </a:t>
            </a:r>
          </a:p>
          <a:p>
            <a:pPr lvl="1" algn="just"/>
            <a:r>
              <a:rPr lang="en-US" dirty="0" smtClean="0"/>
              <a:t>Ensured that all of the computer's resources were transferred from one job to the next.</a:t>
            </a:r>
          </a:p>
          <a:p>
            <a:pPr algn="just"/>
            <a:r>
              <a:rPr lang="en-US" b="1" u="sng" dirty="0" smtClean="0"/>
              <a:t>Time Sharing Systems</a:t>
            </a:r>
            <a:r>
              <a:rPr lang="en-US" dirty="0" smtClean="0"/>
              <a:t>: </a:t>
            </a:r>
          </a:p>
          <a:p>
            <a:pPr algn="just"/>
            <a:r>
              <a:rPr lang="en-US" dirty="0" smtClean="0"/>
              <a:t>Resources shared between different jobs, </a:t>
            </a:r>
          </a:p>
          <a:p>
            <a:pPr lvl="1" algn="just"/>
            <a:r>
              <a:rPr lang="en-US" dirty="0" smtClean="0"/>
              <a:t>each job being allocated a portion of time to use a resource.</a:t>
            </a:r>
          </a:p>
          <a:p>
            <a:pPr lvl="1" algn="just"/>
            <a:r>
              <a:rPr lang="en-US" dirty="0" smtClean="0"/>
              <a:t> This improved the efficiency of the system, however they required a more complex operating system. </a:t>
            </a:r>
          </a:p>
          <a:p>
            <a:pPr lvl="2" algn="just"/>
            <a:r>
              <a:rPr lang="en-US" dirty="0" smtClean="0"/>
              <a:t>The operating system now had to do </a:t>
            </a:r>
            <a:r>
              <a:rPr lang="en-US" b="1" u="sng" dirty="0" smtClean="0"/>
              <a:t>Scheduling</a:t>
            </a:r>
            <a:r>
              <a:rPr lang="en-US" dirty="0" smtClean="0"/>
              <a:t> </a:t>
            </a:r>
            <a:endParaRPr lang="en-US" dirty="0"/>
          </a:p>
          <a:p>
            <a:pPr lvl="3" algn="just"/>
            <a:r>
              <a:rPr lang="en-US" dirty="0" smtClean="0"/>
              <a:t>allocating resources to different programs and deciding which program should use which resource and when.</a:t>
            </a:r>
          </a:p>
          <a:p>
            <a:pPr lvl="1" algn="just"/>
            <a:r>
              <a:rPr lang="en-US" b="1" dirty="0" smtClean="0"/>
              <a:t>E.g. windows etc.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xmlns="" val="2596088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/>
          <a:p>
            <a:r>
              <a:rPr lang="en-ZA" dirty="0" smtClean="0"/>
              <a:t>Evolution of OS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u="sng" dirty="0" smtClean="0"/>
              <a:t>Parallel Systems</a:t>
            </a:r>
            <a:r>
              <a:rPr lang="en-US" dirty="0" smtClean="0"/>
              <a:t>: </a:t>
            </a:r>
          </a:p>
          <a:p>
            <a:pPr algn="just"/>
            <a:r>
              <a:rPr lang="en-US" dirty="0" smtClean="0"/>
              <a:t>these are multiple CPUs on the same machine. </a:t>
            </a:r>
          </a:p>
          <a:p>
            <a:pPr algn="just"/>
            <a:r>
              <a:rPr lang="en-US" dirty="0" smtClean="0"/>
              <a:t>Each CPU can be used to serve one program or a part of a program</a:t>
            </a:r>
          </a:p>
          <a:p>
            <a:pPr lvl="1" algn="just"/>
            <a:r>
              <a:rPr lang="en-US" dirty="0" smtClean="0"/>
              <a:t>many tasks can be accomplished in parallel.</a:t>
            </a:r>
          </a:p>
          <a:p>
            <a:pPr algn="just"/>
            <a:r>
              <a:rPr lang="en-US" b="1" u="sng" dirty="0" smtClean="0"/>
              <a:t>Distributed Systems</a:t>
            </a:r>
            <a:r>
              <a:rPr lang="en-US" dirty="0" smtClean="0"/>
              <a:t>: </a:t>
            </a:r>
          </a:p>
          <a:p>
            <a:pPr algn="just"/>
            <a:r>
              <a:rPr lang="en-US" dirty="0" smtClean="0"/>
              <a:t>Jobs usually done on one computer shared between computers that may be thousands of miles apart. </a:t>
            </a:r>
          </a:p>
          <a:p>
            <a:pPr algn="just"/>
            <a:r>
              <a:rPr lang="en-US" dirty="0" smtClean="0"/>
              <a:t>A program can be run partially on one computer and partially on another if they are connected through an internetwork such as the internet. </a:t>
            </a:r>
          </a:p>
          <a:p>
            <a:pPr algn="just"/>
            <a:r>
              <a:rPr lang="en-US" dirty="0" smtClean="0"/>
              <a:t>Resources can be distributed, </a:t>
            </a:r>
          </a:p>
          <a:p>
            <a:pPr lvl="1" algn="just"/>
            <a:r>
              <a:rPr lang="en-US" dirty="0" smtClean="0"/>
              <a:t>which means a program may need and be able to get access to files, printers </a:t>
            </a:r>
            <a:r>
              <a:rPr lang="en-US" dirty="0" err="1" smtClean="0"/>
              <a:t>etc</a:t>
            </a:r>
            <a:r>
              <a:rPr lang="en-US" dirty="0" smtClean="0"/>
              <a:t> located in different parts of the world.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xmlns="" val="2516502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Application software</a:t>
            </a:r>
            <a:r>
              <a:rPr lang="en-US" dirty="0" smtClean="0"/>
              <a:t> consists of programs designed to make users more productive and/or assist with personal tasks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142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381000" y="3124200"/>
          <a:ext cx="8229600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Software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14500"/>
            <a:ext cx="8839200" cy="44196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 142 </a:t>
            </a:r>
          </a:p>
          <a:p>
            <a:r>
              <a:rPr lang="en-US" dirty="0" smtClean="0"/>
              <a:t>Figure 3-1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Available in a variety of forms: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Pages 142 – 143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228600" y="2286000"/>
          <a:ext cx="8610600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A136DED-68A2-4DC5-8AC9-054F8C4218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EA136DED-68A2-4DC5-8AC9-054F8C4218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71A7C77-138B-4EBC-B8D7-424CE74B8B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C71A7C77-138B-4EBC-B8D7-424CE74B8B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08B5EFB-A237-418B-9C16-67730CD402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F08B5EFB-A237-418B-9C16-67730CD402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85E74F3-087C-48EC-B257-04790A65D5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185E74F3-087C-48EC-B257-04790A65D5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39FE0BB-1C63-4306-B8AC-F75540BA3D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239FE0BB-1C63-4306-B8AC-F75540BA3D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5FE43E1-F1E8-4447-A00A-4BEFA0312B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25FE43E1-F1E8-4447-A00A-4BEFA0312B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1D8AC55-8F72-4C31-B230-7B081739B2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81D8AC55-8F72-4C31-B230-7B081739B2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System software serves as the interface between the user, the application software, and the computer’s hardware</a:t>
            </a:r>
          </a:p>
          <a:p>
            <a:pPr lvl="1"/>
            <a:r>
              <a:rPr lang="en-US" dirty="0" smtClean="0"/>
              <a:t>Utility programs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 143 </a:t>
            </a:r>
          </a:p>
          <a:p>
            <a:r>
              <a:rPr lang="en-US" dirty="0" smtClean="0"/>
              <a:t>Figure 3-2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3124200"/>
            <a:ext cx="4648200" cy="290512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Software</a:t>
            </a:r>
            <a:endParaRPr lang="en-US" dirty="0"/>
          </a:p>
        </p:txBody>
      </p:sp>
      <p:pic>
        <p:nvPicPr>
          <p:cNvPr id="8" name="Content Placeholder 7" descr="CFig3-03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806079" y="1600200"/>
            <a:ext cx="5531842" cy="46482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 145 </a:t>
            </a:r>
          </a:p>
          <a:p>
            <a:r>
              <a:rPr lang="en-US" dirty="0" smtClean="0"/>
              <a:t>Figure 3-3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Business software</a:t>
            </a:r>
            <a:r>
              <a:rPr lang="en-US" dirty="0" smtClean="0"/>
              <a:t> is application software that assists people while performing business activities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146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="" xmlns:p14="http://schemas.microsoft.com/office/powerpoint/2010/main" val="1165262096"/>
              </p:ext>
            </p:extLst>
          </p:nvPr>
        </p:nvGraphicFramePr>
        <p:xfrm>
          <a:off x="152400" y="2667000"/>
          <a:ext cx="8839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EE670CF-AD80-450F-A49F-19665A8B48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5EE670CF-AD80-450F-A49F-19665A8B48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102BA6B-7DAB-4DE9-9EF5-0B27523F3F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4102BA6B-7DAB-4DE9-9EF5-0B27523F3F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95F1D06-F922-4323-9756-285EF6679E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595F1D06-F922-4323-9756-285EF6679EA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9F6FAA0-C4CE-4FFA-ACE4-DD9C0D18A7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39F6FAA0-C4CE-4FFA-ACE4-DD9C0D18A7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F4799E1-78C2-427E-9623-7E8CB7B24B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6F4799E1-78C2-427E-9623-7E8CB7B24B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8ED64D0-1EC7-479D-B308-07403749F4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D8ED64D0-1EC7-479D-B308-07403749F4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C4004CD-6421-4BD8-A04C-EEAEBF3E53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0C4004CD-6421-4BD8-A04C-EEAEBF3E538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970106F-5F97-4884-8FF5-097BDF5265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B970106F-5F97-4884-8FF5-097BDF5265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BBED60B-982D-42E3-B689-62A1EF8AF6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>
                                            <p:graphicEl>
                                              <a:dgm id="{3BBED60B-982D-42E3-B689-62A1EF8AF65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F80FEED-61F7-4115-B587-AF024FEA42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>
                                            <p:graphicEl>
                                              <a:dgm id="{9F80FEED-61F7-4115-B587-AF024FEA42E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84E7D33-037D-4A46-B74C-FC23741DCF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">
                                            <p:graphicEl>
                                              <a:dgm id="{184E7D33-037D-4A46-B74C-FC23741DCF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83DC96D-9912-4349-A95F-913F3BFEC9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">
                                            <p:graphicEl>
                                              <a:dgm id="{A83DC96D-9912-4349-A95F-913F3BFEC9A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smtClean="0"/>
              <a:t>Word processing software</a:t>
            </a:r>
            <a:r>
              <a:rPr lang="en-US" dirty="0" smtClean="0"/>
              <a:t> allows users to create and manipulate documents</a:t>
            </a:r>
          </a:p>
          <a:p>
            <a:r>
              <a:rPr lang="en-US" b="1" dirty="0" smtClean="0"/>
              <a:t>Clip art</a:t>
            </a:r>
            <a:r>
              <a:rPr lang="en-US" dirty="0" smtClean="0"/>
              <a:t> is a collection of electronic drawings, photos, and other images</a:t>
            </a:r>
            <a:endParaRPr lang="en-US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856943"/>
            <a:ext cx="4038600" cy="4012477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 147</a:t>
            </a:r>
          </a:p>
          <a:p>
            <a:r>
              <a:rPr lang="en-US" dirty="0" smtClean="0"/>
              <a:t>Figure 3-5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Software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Additional word processing features include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 148 </a:t>
            </a:r>
          </a:p>
          <a:p>
            <a:r>
              <a:rPr lang="en-US" dirty="0" smtClean="0"/>
              <a:t>Figure 3-6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 smtClean="0"/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="" xmlns:p14="http://schemas.microsoft.com/office/powerpoint/2010/main" val="877205516"/>
              </p:ext>
            </p:extLst>
          </p:nvPr>
        </p:nvGraphicFramePr>
        <p:xfrm>
          <a:off x="914400" y="2209800"/>
          <a:ext cx="74676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53056E6-3CA8-4AD8-B0BA-44CC333F12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>
                                            <p:graphicEl>
                                              <a:dgm id="{653056E6-3CA8-4AD8-B0BA-44CC333F12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A25D6C2E-194A-4AF5-8E71-689790049A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A25D6C2E-194A-4AF5-8E71-689790049A7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E866C2D-3B7F-461B-873A-B2165E127A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>
                                            <p:graphicEl>
                                              <a:dgm id="{9E866C2D-3B7F-461B-873A-B2165E127A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CB1B874-BC97-426B-B25F-2F62A4F4B2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ECB1B874-BC97-426B-B25F-2F62A4F4B2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B3CB4A3F-CF44-4FB8-BDEF-3E9E89FCEF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graphicEl>
                                              <a:dgm id="{B3CB4A3F-CF44-4FB8-BDEF-3E9E89FCEF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6C8B63B-1B0D-4A43-9F89-9E6E0ABA88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">
                                            <p:graphicEl>
                                              <a:dgm id="{76C8B63B-1B0D-4A43-9F89-9E6E0ABA88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F91E37F-E78A-4CAB-8FC9-45DDFE3962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>
                                            <p:graphicEl>
                                              <a:dgm id="{6F91E37F-E78A-4CAB-8FC9-45DDFE3962F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9B73ABA-2536-4AF8-97C7-E8C13572F7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">
                                            <p:graphicEl>
                                              <a:dgm id="{F9B73ABA-2536-4AF8-97C7-E8C13572F7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FCB87B1-C748-4B58-8BCB-FA62551784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">
                                            <p:graphicEl>
                                              <a:dgm id="{3FCB87B1-C748-4B58-8BCB-FA62551784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3919AD3-189C-47EA-B5DC-5DCAA64FC7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0">
                                            <p:graphicEl>
                                              <a:dgm id="{73919AD3-189C-47EA-B5DC-5DCAA64FC74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62BB5CF-B1F6-42E7-84A9-259DE43E44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0">
                                            <p:graphicEl>
                                              <a:dgm id="{762BB5CF-B1F6-42E7-84A9-259DE43E443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F101BB2-1E96-4DEC-B363-3B4479B28E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0">
                                            <p:graphicEl>
                                              <a:dgm id="{DF101BB2-1E96-4DEC-B363-3B4479B28E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BB2A9D4-23A3-4E5D-8766-53AB71239A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0">
                                            <p:graphicEl>
                                              <a:dgm id="{DBB2A9D4-23A3-4E5D-8766-53AB71239A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BA8EA92-B2E2-4E58-8250-3C22542722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0">
                                            <p:graphicEl>
                                              <a:dgm id="{CBA8EA92-B2E2-4E58-8250-3C22542722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7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B5213E07-16AD-4FDD-A8C7-E543258B53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0">
                                            <p:graphicEl>
                                              <a:dgm id="{B5213E07-16AD-4FDD-A8C7-E543258B53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24B1024-C61F-42BD-8E10-3BECD2965A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0">
                                            <p:graphicEl>
                                              <a:dgm id="{824B1024-C61F-42BD-8E10-3BECD2965AD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F2F42C5-A9BA-4CA0-9E1E-0BF7BE9E96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0">
                                            <p:graphicEl>
                                              <a:dgm id="{1F2F42C5-A9BA-4CA0-9E1E-0BF7BE9E968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50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AE2EE11-310E-4821-8E31-EB7AB07D4C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0">
                                            <p:graphicEl>
                                              <a:dgm id="{3AE2EE11-310E-4821-8E31-EB7AB07D4C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Graphic spid="10" grpId="0">
        <p:bldSub>
          <a:bldDgm bld="one"/>
        </p:bldSub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Developing a document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149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52400" y="2057400"/>
          <a:ext cx="88392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560DC55-B921-4FC0-80C6-9D347831BF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1560DC55-B921-4FC0-80C6-9D347831BF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183C1CC-DF47-45BB-AED8-9F6EE87875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1183C1CC-DF47-45BB-AED8-9F6EE87875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243287E-C9A8-4705-9F97-4A6FEBAC73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8243287E-C9A8-4705-9F97-4A6FEBAC73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F4D3815-7BEA-40A7-94E1-0A0BF1724D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EF4D3815-7BEA-40A7-94E1-0A0BF1724D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9A47480-36EE-48B8-831D-BD50F71924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69A47480-36EE-48B8-831D-BD50F719243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7C02592-DFFB-4E0A-9CF0-8DFC93EB74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77C02592-DFFB-4E0A-9CF0-8DFC93EB74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E8C6998-4FF7-47E2-96BD-DF8CC456C7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1E8C6998-4FF7-47E2-96BD-DF8CC456C74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E878BEE-A6AC-400A-9587-DF56C68F29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4E878BEE-A6AC-400A-9587-DF56C68F29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Spreadsheet software</a:t>
            </a:r>
            <a:r>
              <a:rPr lang="en-US" sz="2800" dirty="0" smtClean="0"/>
              <a:t> allows users to organize data in rows and columns and perform calculations</a:t>
            </a:r>
            <a:endParaRPr lang="en-US" sz="28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Pages 150 - 151 </a:t>
            </a:r>
          </a:p>
          <a:p>
            <a:r>
              <a:rPr lang="en-US" dirty="0" smtClean="0"/>
              <a:t>Figure 3-8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590800"/>
            <a:ext cx="5791200" cy="383440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function is a predefined formula that performs common calculations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 152 </a:t>
            </a:r>
          </a:p>
          <a:p>
            <a:r>
              <a:rPr lang="en-US" dirty="0" smtClean="0"/>
              <a:t>Figure 3-9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228600" y="2667000"/>
          <a:ext cx="8839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470DEA6-CC45-426C-8AD1-11D89E1D25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5470DEA6-CC45-426C-8AD1-11D89E1D25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B944A0F-8E8D-4FEC-9801-8617EF859B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1B944A0F-8E8D-4FEC-9801-8617EF859B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934662E-61FD-4BA0-9A90-0F86A64521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0934662E-61FD-4BA0-9A90-0F86A64521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369C7C4-C3DD-4836-AC2A-8CFB8CCC86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F369C7C4-C3DD-4836-AC2A-8CFB8CCC868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5D3E6B8-A787-4C89-8B24-9BB2119E3B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15D3E6B8-A787-4C89-8B24-9BB2119E3B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81BA436-8BD5-4EB0-8C15-8C671DBE12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281BA436-8BD5-4EB0-8C15-8C671DBE12B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C0D9E89-E532-474A-A58B-C5AE9F6C74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6C0D9E89-E532-474A-A58B-C5AE9F6C74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A092F3D-1847-43AB-A5AF-7C4603D24C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0A092F3D-1847-43AB-A5AF-7C4603D24C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8A39771-483B-49D5-82B3-6F61DC80EF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>
                                            <p:graphicEl>
                                              <a:dgm id="{28A39771-483B-49D5-82B3-6F61DC80EF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807E3A3-E7F8-4578-A23A-D43FE368F0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>
                                            <p:graphicEl>
                                              <a:dgm id="{2807E3A3-E7F8-4578-A23A-D43FE368F03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FB78CB1-9689-4D72-ACC5-6B03EE7B44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">
                                            <p:graphicEl>
                                              <a:dgm id="{1FB78CB1-9689-4D72-ACC5-6B03EE7B447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881D087-C86F-47B6-8F76-122E08AFA1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">
                                            <p:graphicEl>
                                              <a:dgm id="{9881D087-C86F-47B6-8F76-122E08AFA1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B3A5633-AB45-40C4-A6A7-DE1F7C3019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">
                                            <p:graphicEl>
                                              <a:dgm id="{6B3A5633-AB45-40C4-A6A7-DE1F7C3019E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5F143D2-BAA8-421B-835D-7B537FFD90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7">
                                            <p:graphicEl>
                                              <a:dgm id="{55F143D2-BAA8-421B-835D-7B537FFD90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7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039733A-CB48-4673-980A-46D4986838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">
                                            <p:graphicEl>
                                              <a:dgm id="{7039733A-CB48-4673-980A-46D4986838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692A852-6B59-486A-B34D-1DBA64703F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7">
                                            <p:graphicEl>
                                              <a:dgm id="{C692A852-6B59-486A-B34D-1DBA64703F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A22749A-811E-4EFB-91D5-D7CDA178A8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7">
                                            <p:graphicEl>
                                              <a:dgm id="{AA22749A-811E-4EFB-91D5-D7CDA178A8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50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CD80E66-CCC5-4FCE-900C-AC4B162B35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7">
                                            <p:graphicEl>
                                              <a:dgm id="{ACD80E66-CCC5-4FCE-900C-AC4B162B35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75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FE4F1F9-8435-47C5-A7F5-08D7028AFD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7">
                                            <p:graphicEl>
                                              <a:dgm id="{BFE4F1F9-8435-47C5-A7F5-08D7028AFD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00"/>
                            </p:stCondLst>
                            <p:childTnLst>
                              <p:par>
                                <p:cTn id="8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396BD1B-6431-41F1-8731-8BA96D5A87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7">
                                            <p:graphicEl>
                                              <a:dgm id="{3396BD1B-6431-41F1-8731-8BA96D5A87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25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96093EB-1479-4B6C-8338-E0D9502A1D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7">
                                            <p:graphicEl>
                                              <a:dgm id="{396093EB-1479-4B6C-8338-E0D9502A1D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Charting depicts data in a spreadsheet in graphical form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Pages 152 – 153 </a:t>
            </a:r>
          </a:p>
          <a:p>
            <a:r>
              <a:rPr lang="en-US" dirty="0" smtClean="0"/>
              <a:t>Figure 3-10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743200"/>
            <a:ext cx="6705600" cy="344447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 </a:t>
            </a:r>
            <a:r>
              <a:rPr lang="en-US" sz="2800" b="1" dirty="0" smtClean="0"/>
              <a:t>database</a:t>
            </a:r>
            <a:r>
              <a:rPr lang="en-US" sz="2800" dirty="0" smtClean="0"/>
              <a:t> is a collection of data organized in a manner that allows access, retrieval, and use of that data</a:t>
            </a:r>
          </a:p>
          <a:p>
            <a:pPr lvl="1"/>
            <a:r>
              <a:rPr lang="en-US" sz="2400" b="1" dirty="0" smtClean="0"/>
              <a:t>Database software</a:t>
            </a:r>
            <a:r>
              <a:rPr lang="en-US" sz="2400" dirty="0" smtClean="0"/>
              <a:t> allows users to create, access, and manage a database</a:t>
            </a:r>
            <a:endParaRPr lang="en-US"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 153 </a:t>
            </a:r>
          </a:p>
          <a:p>
            <a:r>
              <a:rPr lang="en-US" dirty="0" smtClean="0"/>
              <a:t>Figure 3-11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3048000"/>
            <a:ext cx="5445922" cy="3323927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 smtClean="0"/>
              <a:t>Presentation software</a:t>
            </a:r>
            <a:r>
              <a:rPr lang="en-US" dirty="0" smtClean="0"/>
              <a:t> allows users to create visual aids for presentations to communicate ideas, messages, and other information to a group</a:t>
            </a:r>
            <a:endParaRPr lang="en-US" b="1" dirty="0"/>
          </a:p>
        </p:txBody>
      </p:sp>
      <p:pic>
        <p:nvPicPr>
          <p:cNvPr id="9" name="Content Placeholder 8" descr="Fig3-1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5895493" y="1600200"/>
            <a:ext cx="1544013" cy="452596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 154 </a:t>
            </a:r>
          </a:p>
          <a:p>
            <a:r>
              <a:rPr lang="en-US" dirty="0" smtClean="0"/>
              <a:t>Figure 3-12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Software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420" y="1600200"/>
            <a:ext cx="6529159" cy="46482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 155 </a:t>
            </a:r>
          </a:p>
          <a:p>
            <a:r>
              <a:rPr lang="en-US" dirty="0" smtClean="0"/>
              <a:t>Figure 3-13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Note taking software</a:t>
            </a:r>
            <a:r>
              <a:rPr lang="en-US" dirty="0" smtClean="0"/>
              <a:t> is application software that enables users to enter typed text, handwritten comments, drawings, or sketches anywhere on a page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 156 </a:t>
            </a:r>
          </a:p>
          <a:p>
            <a:r>
              <a:rPr lang="en-US" dirty="0" smtClean="0"/>
              <a:t>Figure 3-14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  <p:pic>
        <p:nvPicPr>
          <p:cNvPr id="7" name="Picture 6" descr="Fig3-14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7400" y="3200400"/>
            <a:ext cx="4953000" cy="288512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/>
              <a:t>software suite</a:t>
            </a:r>
            <a:r>
              <a:rPr lang="en-US" dirty="0" smtClean="0"/>
              <a:t> is a collection of individual programs available together as a unit</a:t>
            </a:r>
          </a:p>
          <a:p>
            <a:r>
              <a:rPr lang="en-US" dirty="0" smtClean="0"/>
              <a:t>A </a:t>
            </a:r>
            <a:r>
              <a:rPr lang="en-US" b="1" dirty="0" smtClean="0"/>
              <a:t>personal information manager </a:t>
            </a:r>
            <a:r>
              <a:rPr lang="en-US" dirty="0" smtClean="0"/>
              <a:t>(</a:t>
            </a:r>
            <a:r>
              <a:rPr lang="en-US" b="1" dirty="0" smtClean="0"/>
              <a:t>PIM</a:t>
            </a:r>
            <a:r>
              <a:rPr lang="en-US" dirty="0" smtClean="0"/>
              <a:t>) is application software that includes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156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828800" y="3733800"/>
          <a:ext cx="6096000" cy="180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4CE17A3-73FB-4AEC-B174-34722523C5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A4CE17A3-73FB-4AEC-B174-34722523C51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CB2DF3B-3AD8-4F00-9E39-FF5B30AEF5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4CB2DF3B-3AD8-4F00-9E39-FF5B30AEF5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7C5DB1-A246-4D79-AD0D-CDF97AFE8B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087C5DB1-A246-4D79-AD0D-CDF97AFE8B3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Scaled down versions of software are available to work with smart phones and other mobile devices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Pages 156 – 157 </a:t>
            </a:r>
          </a:p>
          <a:p>
            <a:r>
              <a:rPr lang="en-US" dirty="0" smtClean="0"/>
              <a:t>Figure  3-15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  <p:pic>
        <p:nvPicPr>
          <p:cNvPr id="8" name="Picture 7" descr="Fig3-15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52600" y="2667000"/>
            <a:ext cx="5715000" cy="3666753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Software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Pages 157 – 158</a:t>
            </a:r>
          </a:p>
          <a:p>
            <a:r>
              <a:rPr lang="en-US" dirty="0" smtClean="0"/>
              <a:t>Figures 3-16 – 3-18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FE76721-E5CD-4688-999A-C841B67F26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7FE76721-E5CD-4688-999A-C841B67F26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2B53E29-844A-40BC-964F-81407918A7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22B53E29-844A-40BC-964F-81407918A7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B7EF72A-6DCB-41BC-9F3F-C7AE178BB7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9B7EF72A-6DCB-41BC-9F3F-C7AE178BB7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52D7784-01A2-4065-9D6E-7DDDC5C486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052D7784-01A2-4065-9D6E-7DDDC5C4869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99E5F16-0F36-4BEE-B24A-676CAF3B10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F99E5F16-0F36-4BEE-B24A-676CAF3B10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6BBEAA8-57CB-4D1B-9A0C-C71229F10C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66BBEAA8-57CB-4D1B-9A0C-C71229F10C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Enterprises typically require special computing solutions for various functional units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159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52400" y="2667000"/>
          <a:ext cx="8839200" cy="350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2EC1196-9756-4818-A888-89D41D08D0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32EC1196-9756-4818-A888-89D41D08D0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CBFCFA6-A068-4174-A940-6D27EB377E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CCBFCFA6-A068-4174-A940-6D27EB377E7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77485D5-8E00-4694-B0F9-82D874722A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F77485D5-8E00-4694-B0F9-82D874722A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0E81F37-C67C-4F09-ABDE-F182261B07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00E81F37-C67C-4F09-ABDE-F182261B07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E0B22BE-9783-4E0E-AEB4-77C1FC4B15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7E0B22BE-9783-4E0E-AEB4-77C1FC4B151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43840DA-A7F2-4CE1-91CE-D2C1587BF0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143840DA-A7F2-4CE1-91CE-D2C1587BF0A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255BD6B-D3B7-4816-9159-4C4EF231D3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9255BD6B-D3B7-4816-9159-4C4EF231D3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DB42D0A-1D93-482C-AE6F-C85A78BD07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CDB42D0A-1D93-482C-AE6F-C85A78BD07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45F9CF0-CB0B-4FE7-983F-3486DDD4C5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>
                                            <p:graphicEl>
                                              <a:dgm id="{A45F9CF0-CB0B-4FE7-983F-3486DDD4C58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Graphics and Multimedia Software</a:t>
            </a:r>
            <a:endParaRPr lang="en-US" dirty="0"/>
          </a:p>
        </p:txBody>
      </p:sp>
      <p:pic>
        <p:nvPicPr>
          <p:cNvPr id="9" name="Content Placeholder 8" descr="Fig3-19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496046" y="1600200"/>
            <a:ext cx="4151908" cy="46482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 159 </a:t>
            </a:r>
          </a:p>
          <a:p>
            <a:r>
              <a:rPr lang="en-US" dirty="0" smtClean="0"/>
              <a:t>Figure 3-19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Graphics and Multimedia Software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4261712848"/>
              </p:ext>
            </p:extLst>
          </p:nvPr>
        </p:nvGraphicFramePr>
        <p:xfrm>
          <a:off x="0" y="1600200"/>
          <a:ext cx="91440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Pages 160 – 161</a:t>
            </a:r>
          </a:p>
          <a:p>
            <a:r>
              <a:rPr lang="en-US" dirty="0" smtClean="0"/>
              <a:t>Figures 3-20 – 3-22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FCF4430-C93A-4E20-9D29-5D72E2B75D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1FCF4430-C93A-4E20-9D29-5D72E2B75D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B1679C5-D426-4B14-A7F2-FF0427E65B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7B1679C5-D426-4B14-A7F2-FF0427E65B8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7CDBB0-63F1-4504-9E4E-903BDDEEEC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127CDBB0-63F1-4504-9E4E-903BDDEEEC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B2ED2FC-5899-4E21-B28C-B9217DAB18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CB2ED2FC-5899-4E21-B28C-B9217DAB18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8E75101-72EA-49C0-854C-2FF180E3A1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38E75101-72EA-49C0-854C-2FF180E3A1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BF47D4A-1464-4498-A2E2-3AE8CAB61E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9BF47D4A-1464-4498-A2E2-3AE8CAB61EE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Graphics and Multimedia Software</a:t>
            </a:r>
            <a:endParaRPr lang="en-US" dirty="0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Pages 162 – 163</a:t>
            </a:r>
          </a:p>
          <a:p>
            <a:r>
              <a:rPr lang="en-US" dirty="0" smtClean="0"/>
              <a:t>Figures 3-23 – 3-25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2FEEEF18-91FB-470B-A2BC-3E98FB45F6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graphicEl>
                                              <a:dgm id="{2FEEEF18-91FB-470B-A2BC-3E98FB45F6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C43F755A-7EC3-4CBF-91AB-8BE8A8F9BF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>
                                            <p:graphicEl>
                                              <a:dgm id="{C43F755A-7EC3-4CBF-91AB-8BE8A8F9BFE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14761EA7-ECB8-4991-B963-877E5FA7E5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>
                                            <p:graphicEl>
                                              <a:dgm id="{14761EA7-ECB8-4991-B963-877E5FA7E5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22A5CF67-8D3C-49AE-8D0D-066C3B22A9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1">
                                            <p:graphicEl>
                                              <a:dgm id="{22A5CF67-8D3C-49AE-8D0D-066C3B22A9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05BF530A-36C6-42D5-A242-781007C05F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1">
                                            <p:graphicEl>
                                              <a:dgm id="{05BF530A-36C6-42D5-A242-781007C05F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dgm id="{24E47409-3900-4B61-A1AD-57D3CB7819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>
                                            <p:graphicEl>
                                              <a:dgm id="{24E47409-3900-4B61-A1AD-57D3CB7819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Sub>
          <a:bldDgm bld="one"/>
        </p:bldSub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Graphics and Multimedia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Web page authoring software</a:t>
            </a:r>
            <a:r>
              <a:rPr lang="en-US" dirty="0" smtClean="0"/>
              <a:t> helps users of all skill levels create Web pages that include multimedia and interactive content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 164 </a:t>
            </a:r>
          </a:p>
          <a:p>
            <a:r>
              <a:rPr lang="en-US" dirty="0" smtClean="0"/>
              <a:t>Figure 3-26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  <p:pic>
        <p:nvPicPr>
          <p:cNvPr id="11" name="Picture 10" descr="Fig3-26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14600" y="3124200"/>
            <a:ext cx="4038600" cy="323088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Software for Home, Personal, and Educational Use 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4288477608"/>
              </p:ext>
            </p:extLst>
          </p:nvPr>
        </p:nvGraphicFramePr>
        <p:xfrm>
          <a:off x="0" y="1600200"/>
          <a:ext cx="89916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Pages 166 – 167 </a:t>
            </a:r>
          </a:p>
          <a:p>
            <a:r>
              <a:rPr lang="en-US" dirty="0" smtClean="0"/>
              <a:t>Figures 3-28 – 3-30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62D8FE2-1E07-4ED2-AF2E-4822B88DA5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62D8FE2-1E07-4ED2-AF2E-4822B88DA5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4DEE8E0-60C3-4DDB-B59F-F837B97AC4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94DEE8E0-60C3-4DDB-B59F-F837B97AC4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1A63CCF-13E1-4125-AEB5-F1C63507EB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C1A63CCF-13E1-4125-AEB5-F1C63507EB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E1E8F11-416C-45A2-BE73-5B49316FA2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8E1E8F11-416C-45A2-BE73-5B49316FA2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E9616D7-CB94-4141-89E2-E9A031EA46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2E9616D7-CB94-4141-89E2-E9A031EA46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507FB40-C9D7-40B9-82DD-7A2F45D8F1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9507FB40-C9D7-40B9-82DD-7A2F45D8F1B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Software for Home, Personal, and Educational Use 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154469773"/>
              </p:ext>
            </p:extLst>
          </p:nvPr>
        </p:nvGraphicFramePr>
        <p:xfrm>
          <a:off x="0" y="1600200"/>
          <a:ext cx="89916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Pages 167 – 169</a:t>
            </a:r>
          </a:p>
          <a:p>
            <a:r>
              <a:rPr lang="en-US" dirty="0" smtClean="0"/>
              <a:t>Figures 3-31 – 3-33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9EA137C-3E17-4FAC-84ED-49BD782098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29EA137C-3E17-4FAC-84ED-49BD782098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B519BB2-935F-428B-95D2-43A603729C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6B519BB2-935F-428B-95D2-43A603729C9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35B8295-5523-4525-BC66-1854E10618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835B8295-5523-4525-BC66-1854E10618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FB47436-9260-4DF7-9C51-3DD818352B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4FB47436-9260-4DF7-9C51-3DD818352B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709CD5A-F20C-48D1-A333-0F11A5B378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1709CD5A-F20C-48D1-A333-0F11A5B378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B235CBE-3281-4434-9F9D-DC88F0F6C8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8B235CBE-3281-4434-9F9D-DC88F0F6C8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Software for Home, Personal, and Educational Use 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4216569324"/>
              </p:ext>
            </p:extLst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Pages 169 – 170</a:t>
            </a:r>
          </a:p>
          <a:p>
            <a:r>
              <a:rPr lang="en-US" dirty="0" smtClean="0"/>
              <a:t>Figures 3-35 – 3-37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8FADA31-9491-40A6-B7D2-E530E1AED5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B8FADA31-9491-40A6-B7D2-E530E1AED5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3B874CF-D49E-432E-AE51-06908DE28B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C3B874CF-D49E-432E-AE51-06908DE28B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5CF307E-01AF-43AD-9C9E-1BC5D632D4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65CF307E-01AF-43AD-9C9E-1BC5D632D4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3942A50-A8CA-4C32-A569-265B55E4EB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F3942A50-A8CA-4C32-A569-265B55E4EB9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72D8091-454D-44B6-988B-FC496D743D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172D8091-454D-44B6-988B-FC496D743D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A805856-117B-4FC6-B501-EC6187FE34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7A805856-117B-4FC6-B501-EC6187FE347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Software for Home, Personal, and Educational Use 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427089840"/>
              </p:ext>
            </p:extLst>
          </p:nvPr>
        </p:nvGraphicFramePr>
        <p:xfrm>
          <a:off x="0" y="1600200"/>
          <a:ext cx="89916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Pages  170 – 172</a:t>
            </a:r>
          </a:p>
          <a:p>
            <a:r>
              <a:rPr lang="en-US" dirty="0" smtClean="0"/>
              <a:t>Figures 3-38 – 3-41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12CA84B-0CA0-492E-A8FC-A1E013B548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C12CA84B-0CA0-492E-A8FC-A1E013B548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2242F9C-0A73-4FEC-9400-97B4A9CE3C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F2242F9C-0A73-4FEC-9400-97B4A9CE3C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892F56F-44AF-4E13-B57B-7716D80D00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8892F56F-44AF-4E13-B57B-7716D80D00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CF19E25-E7BC-4944-A9F7-F331D8ED4F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0CF19E25-E7BC-4944-A9F7-F331D8ED4F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D571423-79CD-4719-A1E4-FA09674BA4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6D571423-79CD-4719-A1E4-FA09674BA4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C10FBC1-4767-4B1D-9779-564D049D34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7C10FBC1-4767-4B1D-9779-564D049D34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165D06F-B56A-4DE1-A4FD-D27598445AC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1165D06F-B56A-4DE1-A4FD-D27598445AC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4759174-7E31-4CEF-820E-FEB5CBF89C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A4759174-7E31-4CEF-820E-FEB5CBF89C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 Web application is a Web site that allows users to access and interact with software from any computer or device that is connected to the Internet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394" y="1600200"/>
            <a:ext cx="3188211" cy="452596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Pages 172 – 173</a:t>
            </a:r>
          </a:p>
          <a:p>
            <a:r>
              <a:rPr lang="en-US" dirty="0" smtClean="0"/>
              <a:t>Figure 3-42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Applications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442" y="1600200"/>
            <a:ext cx="6979116" cy="4648200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 173 </a:t>
            </a:r>
          </a:p>
          <a:p>
            <a:r>
              <a:rPr lang="en-US" dirty="0" smtClean="0"/>
              <a:t>Figure 3-43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 smtClean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Application Software for Communications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 174 </a:t>
            </a:r>
          </a:p>
          <a:p>
            <a:r>
              <a:rPr lang="en-US" dirty="0" smtClean="0"/>
              <a:t>Figure 3-44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3E91CD7-5971-4DBD-946A-9553887633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B3E91CD7-5971-4DBD-946A-9553887633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C84C875-75EB-4DD9-AA34-5B202AC079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BC84C875-75EB-4DD9-AA34-5B202AC079F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6C7A0CC-8A25-4D9A-9870-018D1BCB5B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A6C7A0CC-8A25-4D9A-9870-018D1BCB5B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6428651-0E09-4157-8A93-39EF2E9641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66428651-0E09-4157-8A93-39EF2E9641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8C017F1-6350-4F26-9208-E7556F3779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E8C017F1-6350-4F26-9208-E7556F3779F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BBDAA9F-00A4-4508-9E3B-1DECB54B1A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6BBDAA9F-00A4-4508-9E3B-1DECB54B1A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36534C2-F2B5-4DA6-8571-FFE1923999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836534C2-F2B5-4DA6-8571-FFE1923999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C06B9B6-A4DB-4FFE-A6E9-E0BDF316C24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0C06B9B6-A4DB-4FFE-A6E9-E0BDF316C24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A74FB84-E732-4A5C-97C2-D0399ACEDF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DA74FB84-E732-4A5C-97C2-D0399ACEDF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A4D82E2-683F-4207-A546-069ED2378F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">
                                            <p:graphicEl>
                                              <a:dgm id="{6A4D82E2-683F-4207-A546-069ED2378F4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FDE59C3-E023-433F-BD0A-211377F18D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>
                                            <p:graphicEl>
                                              <a:dgm id="{AFDE59C3-E023-433F-BD0A-211377F18D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Learning Tools for Application Software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Web-based Help provides updates and more comprehensive resources to respond to technical issues about software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 175 </a:t>
            </a:r>
          </a:p>
          <a:p>
            <a:r>
              <a:rPr lang="en-US" dirty="0" smtClean="0"/>
              <a:t>Figure 3-45b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3200" y="6400801"/>
            <a:ext cx="3810000" cy="457200"/>
          </a:xfrm>
        </p:spPr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31169" t="4215" b="5354"/>
          <a:stretch/>
        </p:blipFill>
        <p:spPr>
          <a:xfrm>
            <a:off x="1956460" y="3124200"/>
            <a:ext cx="4823283" cy="3248891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Learning Tools for Application Software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Web-based training </a:t>
            </a:r>
            <a:r>
              <a:rPr lang="en-US" dirty="0" smtClean="0"/>
              <a:t>is a type of CBT that uses Internet technology and consists of application software on the Web</a:t>
            </a:r>
          </a:p>
          <a:p>
            <a:r>
              <a:rPr lang="en-US" b="1" dirty="0" smtClean="0"/>
              <a:t>Distance learning </a:t>
            </a:r>
            <a:r>
              <a:rPr lang="en-US" dirty="0" smtClean="0"/>
              <a:t>(</a:t>
            </a:r>
            <a:r>
              <a:rPr lang="en-US" b="1" dirty="0" smtClean="0"/>
              <a:t>DL</a:t>
            </a:r>
            <a:r>
              <a:rPr lang="en-US" dirty="0" smtClean="0"/>
              <a:t>) is the delivery of education at one location while the learning takes place at other locations</a:t>
            </a:r>
            <a:endParaRPr lang="en-US" b="1" dirty="0" smtClean="0"/>
          </a:p>
          <a:p>
            <a:endParaRPr lang="en-US" b="1" dirty="0"/>
          </a:p>
        </p:txBody>
      </p:sp>
      <p:pic>
        <p:nvPicPr>
          <p:cNvPr id="11" name="Content Placeholder 10" descr="Fig3-46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750989"/>
            <a:ext cx="4038600" cy="2224385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Page 176 </a:t>
            </a:r>
          </a:p>
          <a:p>
            <a:r>
              <a:rPr lang="en-US" dirty="0" smtClean="0"/>
              <a:t>Figure 3-46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94</TotalTime>
  <Words>2319</Words>
  <Application>Microsoft Office PowerPoint</Application>
  <PresentationFormat>On-screen Show (4:3)</PresentationFormat>
  <Paragraphs>474</Paragraphs>
  <Slides>48</Slides>
  <Notes>33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Equity</vt:lpstr>
      <vt:lpstr>CSC 111 LECTURE 3</vt:lpstr>
      <vt:lpstr>Programs and Programming Languages</vt:lpstr>
      <vt:lpstr>Low-Level Languages (LLL)</vt:lpstr>
      <vt:lpstr>LLL continue</vt:lpstr>
      <vt:lpstr>High-Level Languages (HLL)</vt:lpstr>
      <vt:lpstr>Translators </vt:lpstr>
      <vt:lpstr>Translators (cont.)</vt:lpstr>
      <vt:lpstr>Software</vt:lpstr>
      <vt:lpstr>Classification of Software</vt:lpstr>
      <vt:lpstr>System Software</vt:lpstr>
      <vt:lpstr>System Software</vt:lpstr>
      <vt:lpstr>System Software</vt:lpstr>
      <vt:lpstr>System Software</vt:lpstr>
      <vt:lpstr>Evolution of Operating Systems</vt:lpstr>
      <vt:lpstr>Evolution of OS</vt:lpstr>
      <vt:lpstr>Application Software</vt:lpstr>
      <vt:lpstr>Application Software</vt:lpstr>
      <vt:lpstr>Application Software</vt:lpstr>
      <vt:lpstr>Application Software</vt:lpstr>
      <vt:lpstr>Application Software</vt:lpstr>
      <vt:lpstr>Business Software</vt:lpstr>
      <vt:lpstr>Business Software</vt:lpstr>
      <vt:lpstr>Business Software</vt:lpstr>
      <vt:lpstr>Business Software</vt:lpstr>
      <vt:lpstr>Business Software</vt:lpstr>
      <vt:lpstr>Business Software</vt:lpstr>
      <vt:lpstr>Business Software</vt:lpstr>
      <vt:lpstr>Business Software</vt:lpstr>
      <vt:lpstr>Business Software</vt:lpstr>
      <vt:lpstr>Business Software</vt:lpstr>
      <vt:lpstr>Business Software</vt:lpstr>
      <vt:lpstr>Business Software</vt:lpstr>
      <vt:lpstr>Business Software</vt:lpstr>
      <vt:lpstr>Business Software</vt:lpstr>
      <vt:lpstr>Business Software</vt:lpstr>
      <vt:lpstr>Graphics and Multimedia Software</vt:lpstr>
      <vt:lpstr>Graphics and Multimedia Software</vt:lpstr>
      <vt:lpstr>Graphics and Multimedia Software</vt:lpstr>
      <vt:lpstr>Graphics and Multimedia Software</vt:lpstr>
      <vt:lpstr>Software for Home, Personal, and Educational Use </vt:lpstr>
      <vt:lpstr>Software for Home, Personal, and Educational Use </vt:lpstr>
      <vt:lpstr>Software for Home, Personal, and Educational Use </vt:lpstr>
      <vt:lpstr>Software for Home, Personal, and Educational Use </vt:lpstr>
      <vt:lpstr>Web Applications</vt:lpstr>
      <vt:lpstr>Web Applications</vt:lpstr>
      <vt:lpstr>Application Software for Communications</vt:lpstr>
      <vt:lpstr>Learning Tools for Application Software</vt:lpstr>
      <vt:lpstr>Learning Tools for Application Software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 111 LECTURE 3</dc:title>
  <dc:creator>hp</dc:creator>
  <cp:lastModifiedBy>hp</cp:lastModifiedBy>
  <cp:revision>1</cp:revision>
  <dcterms:created xsi:type="dcterms:W3CDTF">2015-12-16T13:04:42Z</dcterms:created>
  <dcterms:modified xsi:type="dcterms:W3CDTF">2015-12-16T14:39:33Z</dcterms:modified>
</cp:coreProperties>
</file>