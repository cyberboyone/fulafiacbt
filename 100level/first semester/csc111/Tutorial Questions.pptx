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  <p:sldId id="258" r:id="rId4"/>
    <p:sldId id="259" r:id="rId5"/>
    <p:sldId id="260" r:id="rId6"/>
  </p:sldIdLst>
  <p:sldSz type="screen4x3" cy="6858000" cx="9144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tableStyles" Target="tableStyle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3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4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zh-CN" lang="en-US" smtClean="0"/>
              <a:t>Click to edit Master subtitle style</a:t>
            </a:r>
            <a:endParaRPr dirty="0"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5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14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19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0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2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2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25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26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28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3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8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9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3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36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37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3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3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4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03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altLang="zh-CN" lang="en-US" smtClean="0"/>
              <a:t>Click icon to add picture</a:t>
            </a:r>
            <a:endParaRPr dirty="0" lang="en-US"/>
          </a:p>
        </p:txBody>
      </p:sp>
      <p:sp>
        <p:nvSpPr>
          <p:cNvPr id="104860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0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0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0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9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5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2159716" y="0"/>
            <a:ext cx="4824567" cy="6858000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769703" y="0"/>
            <a:ext cx="7604594" cy="6858000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031202" y="0"/>
            <a:ext cx="7081595" cy="6858000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2185901" y="0"/>
            <a:ext cx="4772197" cy="6857999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Office</Application>
  <ScaleCrop>0</ScaleCrop>
  <LinksUpToDate>0</LinksUpToDate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TECNO B1p</dc:creator>
  <dcterms:created xsi:type="dcterms:W3CDTF">2015-05-12T07:30:45Z</dcterms:created>
  <dcterms:modified xsi:type="dcterms:W3CDTF">2020-03-02T08:12:03Z</dcterms:modified>
</cp:coreProperties>
</file>