
<file path=[Content_Types].xml><?xml version="1.0" encoding="utf-8"?>
<Types xmlns="http://schemas.openxmlformats.org/package/2006/content-types"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6.xml" ContentType="application/vnd.openxmlformats-officedocument.presentationml.slide+xml"/>
  <Override PartName="/ppt/slideLayouts/slideLayout46.xml" ContentType="application/vnd.openxmlformats-officedocument.presentationml.slideLayout+xml"/>
  <Override PartName="/ppt/slides/slide25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35.xml" ContentType="application/vnd.openxmlformats-officedocument.presentationml.slideLayout+xml"/>
  <Override PartName="/ppt/diagrams/layout9.xml" ContentType="application/vnd.openxmlformats-officedocument.drawingml.diagramLayout+xml"/>
  <Override PartName="/ppt/notesSlides/notesSlide27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4.xml" ContentType="application/vnd.openxmlformats-officedocument.presentationml.slideLayout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20.xml" ContentType="application/vnd.openxmlformats-officedocument.presentationml.slideLayout+xml"/>
  <Override PartName="/ppt/slideLayouts/slideLayout31.xml" ContentType="application/vnd.openxmlformats-officedocument.presentationml.slideLayout+xml"/>
  <Override PartName="/ppt/diagrams/layout5.xml" ContentType="application/vnd.openxmlformats-officedocument.drawingml.diagramLayout+xml"/>
  <Override PartName="/ppt/diagrams/data6.xml" ContentType="application/vnd.openxmlformats-officedocument.drawingml.diagramData+xml"/>
  <Override PartName="/ppt/notesSlides/notesSlide23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colors8.xml" ContentType="application/vnd.openxmlformats-officedocument.drawingml.diagramColors+xml"/>
  <Override PartName="/ppt/notesSlides/notesSlide30.xml" ContentType="application/vnd.openxmlformats-officedocument.presentationml.notesSlide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notesSlides/notesSlide7.xml" ContentType="application/vnd.openxmlformats-officedocument.presentationml.notesSlide+xml"/>
  <Override PartName="/ppt/diagrams/drawing7.xml" ContentType="application/vnd.ms-office.drawingml.diagramDrawing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viewProps.xml" ContentType="application/vnd.openxmlformats-officedocument.presentationml.viewProps+xml"/>
  <Override PartName="/ppt/diagrams/colors4.xml" ContentType="application/vnd.openxmlformats-officedocument.drawingml.diagramColors+xml"/>
  <Override PartName="/ppt/diagrams/quickStyle7.xml" ContentType="application/vnd.openxmlformats-officedocument.drawingml.diagramStyle+xml"/>
  <Override PartName="/ppt/diagrams/drawing10.xml" ContentType="application/vnd.ms-office.drawingml.diagramDrawing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48.xml" ContentType="application/vnd.openxmlformats-officedocument.presentationml.slide+xml"/>
  <Override PartName="/ppt/slides/slide6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29.xml" ContentType="application/vnd.openxmlformats-officedocument.presentationml.slideLayout+xml"/>
  <Default Extension="png" ContentType="image/png"/>
  <Override PartName="/ppt/notesSlides/notesSlide3.xml" ContentType="application/vnd.openxmlformats-officedocument.presentationml.notesSlide+xml"/>
  <Override PartName="/ppt/diagrams/drawing3.xml" ContentType="application/vnd.ms-office.drawingml.diagramDrawing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slideLayouts/slideLayout18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2.xml" ContentType="application/vnd.openxmlformats-officedocument.theme+xml"/>
  <Override PartName="/ppt/diagrams/quickStyle3.xml" ContentType="application/vnd.openxmlformats-officedocument.drawingml.diagramStyl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33.xml" ContentType="application/vnd.openxmlformats-officedocument.presentationml.slide+xml"/>
  <Override PartName="/ppt/slides/slide44.xml" ContentType="application/vnd.openxmlformats-officedocument.presentationml.slide+xml"/>
  <Override PartName="/ppt/slides/slide62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4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2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4.xml" ContentType="application/vnd.openxmlformats-officedocument.presentationml.slideLayout+xml"/>
  <Override PartName="/ppt/slideLayouts/slideLayout32.xml" ContentType="application/vnd.openxmlformats-officedocument.presentationml.slideLayout+xml"/>
  <Override PartName="/ppt/diagrams/layout6.xml" ContentType="application/vnd.openxmlformats-officedocument.drawingml.diagramLayout+xml"/>
  <Override PartName="/ppt/notesSlides/notesSlide24.xml" ContentType="application/vnd.openxmlformats-officedocument.presentationml.notesSlide+xml"/>
  <Override PartName="/ppt/diagrams/data10.xml" ContentType="application/vnd.openxmlformats-officedocument.drawingml.diagramData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40.xml" ContentType="application/vnd.openxmlformats-officedocument.presentationml.slide+xml"/>
  <Override PartName="/ppt/slideLayouts/slideLayout21.xml" ContentType="application/vnd.openxmlformats-officedocument.presentationml.slideLayout+xml"/>
  <Override PartName="/ppt/notesSlides/notesSlide13.xml" ContentType="application/vnd.openxmlformats-officedocument.presentationml.notesSlide+xml"/>
  <Override PartName="/ppt/diagrams/data7.xml" ContentType="application/vnd.openxmlformats-officedocument.drawingml.diagramData+xml"/>
  <Override PartName="/ppt/diagrams/colors9.xml" ContentType="application/vnd.openxmlformats-officedocument.drawingml.diagramColors+xml"/>
  <Override PartName="/ppt/slideLayouts/slideLayout10.xml" ContentType="application/vnd.openxmlformats-officedocument.presentationml.slideLayout+xml"/>
  <Default Extension="gif" ContentType="image/gif"/>
  <Override PartName="/ppt/diagrams/layout2.xml" ContentType="application/vnd.openxmlformats-officedocument.drawingml.diagramLayout+xml"/>
  <Override PartName="/ppt/notesSlides/notesSlide8.xml" ContentType="application/vnd.openxmlformats-officedocument.presentationml.notesSlide+xml"/>
  <Override PartName="/ppt/notesSlides/notesSlide20.xml" ContentType="application/vnd.openxmlformats-officedocument.presentationml.notesSlide+xml"/>
  <Override PartName="/ppt/diagrams/drawing8.xml" ContentType="application/vnd.ms-office.drawingml.diagramDrawing+xml"/>
  <Override PartName="/ppt/notesSlides/notesSlide31.xml" ContentType="application/vnd.openxmlformats-officedocument.presentationml.notesSlide+xml"/>
  <Override PartName="/ppt/diagrams/data3.xml" ContentType="application/vnd.openxmlformats-officedocument.drawingml.diagramData+xml"/>
  <Override PartName="/ppt/diagrams/colors5.xml" ContentType="application/vnd.openxmlformats-officedocument.drawingml.diagramColors+xml"/>
  <Override PartName="/ppt/diagrams/quickStyle8.xml" ContentType="application/vnd.openxmlformats-officedocument.drawingml.diagramStyle+xml"/>
  <Override PartName="/ppt/diagrams/quickStyle10.xml" ContentType="application/vnd.openxmlformats-officedocument.drawingml.diagramStyle+xml"/>
  <Override PartName="/ppt/slides/slide49.xml" ContentType="application/vnd.openxmlformats-officedocument.presentationml.slide+xml"/>
  <Override PartName="/ppt/notesSlides/notesSlide4.xml" ContentType="application/vnd.openxmlformats-officedocument.presentationml.notesSlide+xml"/>
  <Override PartName="/ppt/diagrams/drawing4.xml" ContentType="application/vnd.ms-office.drawingml.diagramDrawing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diagrams/colors1.xml" ContentType="application/vnd.openxmlformats-officedocument.drawingml.diagramColors+xml"/>
  <Override PartName="/ppt/diagrams/quickStyle4.xml" ContentType="application/vnd.openxmlformats-officedocument.drawingml.diagramStyle+xml"/>
  <Override PartName="/ppt/diagrams/layout10.xml" ContentType="application/vnd.openxmlformats-officedocument.drawingml.diagram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7.xml" ContentType="application/vnd.openxmlformats-officedocument.presentationml.slideLayout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4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s/slide70.xml" ContentType="application/vnd.openxmlformats-officedocument.presentationml.slide+xml"/>
  <Override PartName="/ppt/slideLayouts/slideLayout22.xml" ContentType="application/vnd.openxmlformats-officedocument.presentationml.slideLayout+xml"/>
  <Override PartName="/ppt/slideLayouts/slideLayout33.xml" ContentType="application/vnd.openxmlformats-officedocument.presentationml.slideLayout+xml"/>
  <Override PartName="/ppt/diagrams/layout7.xml" ContentType="application/vnd.openxmlformats-officedocument.drawingml.diagramLayout+xml"/>
  <Override PartName="/ppt/diagrams/data8.xml" ContentType="application/vnd.openxmlformats-officedocument.drawingml.diagramData+xml"/>
  <Override PartName="/ppt/notesSlides/notesSlide25.xml" ContentType="application/vnd.openxmlformats-officedocument.presentationml.notes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40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32.xml" ContentType="application/vnd.openxmlformats-officedocument.presentationml.notesSlide+xml"/>
  <Override PartName="/ppt/diagrams/layout3.xml" ContentType="application/vnd.openxmlformats-officedocument.drawingml.diagramLayout+xml"/>
  <Override PartName="/ppt/diagrams/data4.xml" ContentType="application/vnd.openxmlformats-officedocument.drawingml.diagramData+xml"/>
  <Override PartName="/ppt/notesSlides/notesSlide9.xml" ContentType="application/vnd.openxmlformats-officedocument.presentationml.notesSlide+xml"/>
  <Override PartName="/ppt/notesSlides/notesSlide21.xml" ContentType="application/vnd.openxmlformats-officedocument.presentationml.notesSlide+xml"/>
  <Override PartName="/ppt/diagrams/drawing9.xml" ContentType="application/vnd.ms-office.drawingml.diagramDrawing+xml"/>
  <Override PartName="/ppt/notesSlides/notesSlide10.xml" ContentType="application/vnd.openxmlformats-officedocument.presentationml.notesSlide+xml"/>
  <Override PartName="/ppt/diagrams/colors6.xml" ContentType="application/vnd.openxmlformats-officedocument.drawingml.diagramColors+xml"/>
  <Override PartName="/ppt/diagrams/quickStyle9.xml" ContentType="application/vnd.openxmlformats-officedocument.drawingml.diagramStyle+xml"/>
  <Override PartName="/ppt/slides/slide7.xml" ContentType="application/vnd.openxmlformats-officedocument.presentationml.slide+xml"/>
  <Override PartName="/ppt/slides/slide68.xml" ContentType="application/vnd.openxmlformats-officedocument.presentationml.slide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diagrams/drawing5.xml" ContentType="application/vnd.ms-office.drawingml.diagramDrawing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57.xml" ContentType="application/vnd.openxmlformats-officedocument.presentationml.slide+xml"/>
  <Override PartName="/ppt/slideLayouts/slideLayout38.xml" ContentType="application/vnd.openxmlformats-officedocument.presentationml.slideLayout+xml"/>
  <Override PartName="/ppt/notesSlides/notesSlide1.xml" ContentType="application/vnd.openxmlformats-officedocument.presentationml.notesSlide+xml"/>
  <Override PartName="/ppt/diagrams/colors2.xml" ContentType="application/vnd.openxmlformats-officedocument.drawingml.diagramColors+xml"/>
  <Override PartName="/ppt/diagrams/quickStyle5.xml" ContentType="application/vnd.openxmlformats-officedocument.drawingml.diagramStyl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6.xml" ContentType="application/vnd.openxmlformats-officedocument.presentationml.slide+xml"/>
  <Override PartName="/ppt/slides/slide64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45.xml" ContentType="application/vnd.openxmlformats-officedocument.presentationml.slideLayout+xml"/>
  <Override PartName="/ppt/diagrams/drawing1.xml" ContentType="application/vnd.ms-office.drawingml.diagramDrawing+xml"/>
  <Override PartName="/ppt/notesSlides/notesSlide19.xml" ContentType="application/vnd.openxmlformats-officedocument.presentationml.notesSlide+xml"/>
  <Override PartName="/ppt/diagrams/colors10.xml" ContentType="application/vnd.openxmlformats-officedocument.drawingml.diagramColors+xml"/>
  <Override PartName="/ppt/slides/slide24.xml" ContentType="application/vnd.openxmlformats-officedocument.presentationml.slide+xml"/>
  <Override PartName="/ppt/slides/slide35.xml" ContentType="application/vnd.openxmlformats-officedocument.presentationml.slide+xml"/>
  <Override PartName="/ppt/slides/slide53.xml" ContentType="application/vnd.openxmlformats-officedocument.presentationml.slide+xml"/>
  <Override PartName="/ppt/slideLayouts/slideLayout16.xml" ContentType="application/vnd.openxmlformats-officedocument.presentationml.slideLayout+xml"/>
  <Override PartName="/ppt/slideLayouts/slideLayout34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Override PartName="/ppt/diagrams/layout8.xml" ContentType="application/vnd.openxmlformats-officedocument.drawingml.diagramLayout+xml"/>
  <Override PartName="/ppt/slides/slide13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41.xml" ContentType="application/vnd.openxmlformats-officedocument.presentationml.slideLayout+xml"/>
  <Override PartName="/ppt/notesSlides/notesSlide15.xml" ContentType="application/vnd.openxmlformats-officedocument.presentationml.notesSlide+xml"/>
  <Override PartName="/ppt/diagrams/data9.xml" ContentType="application/vnd.openxmlformats-officedocument.drawingml.diagramData+xml"/>
  <Override PartName="/ppt/notesSlides/notesSlide26.xml" ContentType="application/vnd.openxmlformats-officedocument.presentationml.notes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30.xml" ContentType="application/vnd.openxmlformats-officedocument.presentationml.slideLayout+xml"/>
  <Override PartName="/ppt/diagrams/layout4.xml" ContentType="application/vnd.openxmlformats-officedocument.drawingml.diagramLayout+xml"/>
  <Override PartName="/ppt/notesSlides/notesSlide22.xml" ContentType="application/vnd.openxmlformats-officedocument.presentationml.notesSlide+xml"/>
  <Override PartName="/ppt/diagrams/data5.xml" ContentType="application/vnd.openxmlformats-officedocument.drawingml.diagramData+xml"/>
  <Override PartName="/ppt/notesSlides/notesSlide11.xml" ContentType="application/vnd.openxmlformats-officedocument.presentationml.notesSlide+xml"/>
  <Override PartName="/ppt/diagrams/colors7.xml" ContentType="application/vnd.openxmlformats-officedocument.drawingml.diagramColors+xml"/>
  <Override PartName="/ppt/notesSlides/notesSlide6.xml" ContentType="application/vnd.openxmlformats-officedocument.presentationml.notesSlide+xml"/>
  <Override PartName="/ppt/diagrams/drawing6.xml" ContentType="application/vnd.ms-office.drawingml.diagramDrawing+xml"/>
  <Override PartName="/ppt/slides/slide8.xml" ContentType="application/vnd.openxmlformats-officedocument.presentationml.slide+xml"/>
  <Override PartName="/ppt/slides/slide69.xml" ContentType="application/vnd.openxmlformats-officedocument.presentationml.slide+xml"/>
  <Override PartName="/ppt/diagrams/data1.xml" ContentType="application/vnd.openxmlformats-officedocument.drawingml.diagramData+xml"/>
  <Override PartName="/ppt/diagrams/colors3.xml" ContentType="application/vnd.openxmlformats-officedocument.drawingml.diagramColors+xml"/>
  <Override PartName="/ppt/diagrams/quickStyle6.xml" ContentType="application/vnd.openxmlformats-officedocument.drawingml.diagramStyle+xml"/>
  <Override PartName="/ppt/slides/slide29.xml" ContentType="application/vnd.openxmlformats-officedocument.presentationml.slide+xml"/>
  <Override PartName="/ppt/slideLayouts/slideLayout39.xml" ContentType="application/vnd.openxmlformats-officedocument.presentationml.slideLayout+xml"/>
  <Override PartName="/ppt/diagrams/drawing2.xml" ContentType="application/vnd.ms-office.drawingml.diagramDrawing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diagrams/quickStyle2.xml" ContentType="application/vnd.openxmlformats-officedocument.drawingml.diagramStyl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s/slide32.xml" ContentType="application/vnd.openxmlformats-officedocument.presentationml.slide+xml"/>
  <Override PartName="/ppt/slideLayouts/slideLayout42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2"/>
  </p:notesMasterIdLst>
  <p:sldIdLst>
    <p:sldId id="257" r:id="rId2"/>
    <p:sldId id="351" r:id="rId3"/>
    <p:sldId id="350" r:id="rId4"/>
    <p:sldId id="261" r:id="rId5"/>
    <p:sldId id="262" r:id="rId6"/>
    <p:sldId id="314" r:id="rId7"/>
    <p:sldId id="315" r:id="rId8"/>
    <p:sldId id="316" r:id="rId9"/>
    <p:sldId id="263" r:id="rId10"/>
    <p:sldId id="264" r:id="rId11"/>
    <p:sldId id="318" r:id="rId12"/>
    <p:sldId id="319" r:id="rId13"/>
    <p:sldId id="320" r:id="rId14"/>
    <p:sldId id="265" r:id="rId15"/>
    <p:sldId id="266" r:id="rId16"/>
    <p:sldId id="267" r:id="rId17"/>
    <p:sldId id="268" r:id="rId18"/>
    <p:sldId id="269" r:id="rId19"/>
    <p:sldId id="271" r:id="rId20"/>
    <p:sldId id="273" r:id="rId21"/>
    <p:sldId id="274" r:id="rId22"/>
    <p:sldId id="275" r:id="rId23"/>
    <p:sldId id="276" r:id="rId24"/>
    <p:sldId id="277" r:id="rId25"/>
    <p:sldId id="323" r:id="rId26"/>
    <p:sldId id="321" r:id="rId27"/>
    <p:sldId id="278" r:id="rId28"/>
    <p:sldId id="317" r:id="rId29"/>
    <p:sldId id="279" r:id="rId30"/>
    <p:sldId id="324" r:id="rId31"/>
    <p:sldId id="325" r:id="rId32"/>
    <p:sldId id="326" r:id="rId33"/>
    <p:sldId id="327" r:id="rId34"/>
    <p:sldId id="281" r:id="rId35"/>
    <p:sldId id="328" r:id="rId36"/>
    <p:sldId id="329" r:id="rId37"/>
    <p:sldId id="330" r:id="rId38"/>
    <p:sldId id="331" r:id="rId39"/>
    <p:sldId id="332" r:id="rId40"/>
    <p:sldId id="333" r:id="rId41"/>
    <p:sldId id="334" r:id="rId42"/>
    <p:sldId id="285" r:id="rId43"/>
    <p:sldId id="286" r:id="rId44"/>
    <p:sldId id="289" r:id="rId45"/>
    <p:sldId id="335" r:id="rId46"/>
    <p:sldId id="290" r:id="rId47"/>
    <p:sldId id="291" r:id="rId48"/>
    <p:sldId id="292" r:id="rId49"/>
    <p:sldId id="336" r:id="rId50"/>
    <p:sldId id="337" r:id="rId51"/>
    <p:sldId id="338" r:id="rId52"/>
    <p:sldId id="339" r:id="rId53"/>
    <p:sldId id="340" r:id="rId54"/>
    <p:sldId id="341" r:id="rId55"/>
    <p:sldId id="297" r:id="rId56"/>
    <p:sldId id="299" r:id="rId57"/>
    <p:sldId id="300" r:id="rId58"/>
    <p:sldId id="301" r:id="rId59"/>
    <p:sldId id="305" r:id="rId60"/>
    <p:sldId id="342" r:id="rId61"/>
    <p:sldId id="343" r:id="rId62"/>
    <p:sldId id="344" r:id="rId63"/>
    <p:sldId id="345" r:id="rId64"/>
    <p:sldId id="309" r:id="rId65"/>
    <p:sldId id="346" r:id="rId66"/>
    <p:sldId id="347" r:id="rId67"/>
    <p:sldId id="348" r:id="rId68"/>
    <p:sldId id="349" r:id="rId69"/>
    <p:sldId id="311" r:id="rId70"/>
    <p:sldId id="312" r:id="rId7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6" d="100"/>
          <a:sy n="46" d="100"/>
        </p:scale>
        <p:origin x="-120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3">
  <dgm:title val=""/>
  <dgm:desc val=""/>
  <dgm:catLst>
    <dgm:cat type="accent4" pri="11300"/>
  </dgm:catLst>
  <dgm:styleLbl name="node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shade val="80000"/>
      </a:schemeClr>
      <a:schemeClr val="accent4">
        <a:tint val="7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/>
    <dgm:txEffectClrLst/>
  </dgm:styleLbl>
  <dgm:styleLbl name="ln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9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8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4">
  <dgm:title val=""/>
  <dgm:desc val=""/>
  <dgm:catLst>
    <dgm:cat type="accent2" pri="11400"/>
  </dgm:catLst>
  <dgm:styleLbl name="node0">
    <dgm:fillClrLst meth="cycle">
      <a:schemeClr val="accent2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2">
        <a:shade val="50000"/>
      </a:schemeClr>
      <a:schemeClr val="accent2">
        <a:tint val="45000"/>
      </a:schemeClr>
    </dgm:fillClrLst>
    <dgm:linClrLst meth="cycle">
      <a:schemeClr val="accent2">
        <a:shade val="50000"/>
      </a:schemeClr>
      <a:schemeClr val="accent2">
        <a:tint val="45000"/>
      </a:schemeClr>
    </dgm:linClrLst>
    <dgm:effectClrLst/>
    <dgm:txLinClrLst/>
    <dgm:txFillClrLst/>
    <dgm:txEffectClrLst/>
  </dgm:styleLbl>
  <dgm:styleLbl name="ln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2">
        <a:shade val="80000"/>
        <a:alpha val="50000"/>
      </a:schemeClr>
      <a:schemeClr val="accent2">
        <a:tint val="45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55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4_5">
  <dgm:title val=""/>
  <dgm:desc val=""/>
  <dgm:catLst>
    <dgm:cat type="accent4" pri="11500"/>
  </dgm:catLst>
  <dgm:styleLbl name="node0">
    <dgm:fillClrLst meth="cycle"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alpha val="9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alpha val="90000"/>
      </a:schemeClr>
      <a:schemeClr val="accent4">
        <a:alpha val="5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/>
    <dgm:txEffectClrLst/>
  </dgm:styleLbl>
  <dgm:styleLbl name="lnNode1">
    <dgm:fillClrLst>
      <a:schemeClr val="accent4">
        <a:shade val="90000"/>
      </a:schemeClr>
      <a:schemeClr val="accent4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  <a:alpha val="90000"/>
      </a:schemeClr>
      <a:schemeClr val="accent4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b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sibTrans1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alpha val="90000"/>
        <a:tint val="40000"/>
      </a:schemeClr>
      <a:schemeClr val="accent4">
        <a:alpha val="5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4_3">
  <dgm:title val=""/>
  <dgm:desc val=""/>
  <dgm:catLst>
    <dgm:cat type="accent4" pri="11300"/>
  </dgm:catLst>
  <dgm:styleLbl name="node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shade val="80000"/>
      </a:schemeClr>
      <a:schemeClr val="accent4">
        <a:tint val="7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/>
    <dgm:txEffectClrLst/>
  </dgm:styleLbl>
  <dgm:styleLbl name="ln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9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8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E637CE3-1D5E-4401-A25B-3FE1D569CDA1}" type="doc">
      <dgm:prSet loTypeId="urn:microsoft.com/office/officeart/2005/8/layout/hProcess9" loCatId="process" qsTypeId="urn:microsoft.com/office/officeart/2005/8/quickstyle/simple5" qsCatId="simple" csTypeId="urn:microsoft.com/office/officeart/2005/8/colors/accent2_2" csCatId="accent2" phldr="1"/>
      <dgm:spPr/>
    </dgm:pt>
    <dgm:pt modelId="{25D78B53-A3F9-4AD5-9A26-37471F3273FE}">
      <dgm:prSet phldrT="[Text]"/>
      <dgm:spPr/>
      <dgm:t>
        <a:bodyPr/>
        <a:lstStyle/>
        <a:p>
          <a:r>
            <a:rPr lang="en-US" b="1" dirty="0" smtClean="0"/>
            <a:t>Sending device</a:t>
          </a:r>
          <a:endParaRPr lang="en-US" b="1" dirty="0"/>
        </a:p>
      </dgm:t>
    </dgm:pt>
    <dgm:pt modelId="{C4AD438E-8F09-4637-A684-888113436D51}" type="parTrans" cxnId="{F3939E2A-505D-40F7-98EA-C74E8F934A50}">
      <dgm:prSet/>
      <dgm:spPr/>
      <dgm:t>
        <a:bodyPr/>
        <a:lstStyle/>
        <a:p>
          <a:endParaRPr lang="en-US"/>
        </a:p>
      </dgm:t>
    </dgm:pt>
    <dgm:pt modelId="{5A6DCA47-CAE6-43BA-8629-1040D0F5F133}" type="sibTrans" cxnId="{F3939E2A-505D-40F7-98EA-C74E8F934A50}">
      <dgm:prSet/>
      <dgm:spPr/>
      <dgm:t>
        <a:bodyPr/>
        <a:lstStyle/>
        <a:p>
          <a:endParaRPr lang="en-US"/>
        </a:p>
      </dgm:t>
    </dgm:pt>
    <dgm:pt modelId="{59BA7ACC-E9DF-49BA-8532-9AB20073C825}">
      <dgm:prSet phldrT="[Text]"/>
      <dgm:spPr/>
      <dgm:t>
        <a:bodyPr/>
        <a:lstStyle/>
        <a:p>
          <a:r>
            <a:rPr lang="en-US" b="1" dirty="0" smtClean="0"/>
            <a:t>Communications channel</a:t>
          </a:r>
          <a:endParaRPr lang="en-US" b="1" dirty="0"/>
        </a:p>
      </dgm:t>
    </dgm:pt>
    <dgm:pt modelId="{E8917546-FD77-4F48-AD16-D7DFBC348079}" type="parTrans" cxnId="{DAFF104D-46B1-4A0E-8FD4-1610A926DA3C}">
      <dgm:prSet/>
      <dgm:spPr/>
      <dgm:t>
        <a:bodyPr/>
        <a:lstStyle/>
        <a:p>
          <a:endParaRPr lang="en-US"/>
        </a:p>
      </dgm:t>
    </dgm:pt>
    <dgm:pt modelId="{B877AD95-BF15-4642-9B7D-DCFA62662B6A}" type="sibTrans" cxnId="{DAFF104D-46B1-4A0E-8FD4-1610A926DA3C}">
      <dgm:prSet/>
      <dgm:spPr/>
      <dgm:t>
        <a:bodyPr/>
        <a:lstStyle/>
        <a:p>
          <a:endParaRPr lang="en-US"/>
        </a:p>
      </dgm:t>
    </dgm:pt>
    <dgm:pt modelId="{0138B112-B3C4-4EBA-89DD-CDDDECD15DEE}">
      <dgm:prSet phldrT="[Text]"/>
      <dgm:spPr/>
      <dgm:t>
        <a:bodyPr/>
        <a:lstStyle/>
        <a:p>
          <a:r>
            <a:rPr lang="en-US" b="1" dirty="0" smtClean="0"/>
            <a:t>Receiving device</a:t>
          </a:r>
          <a:endParaRPr lang="en-US" b="1" dirty="0"/>
        </a:p>
      </dgm:t>
    </dgm:pt>
    <dgm:pt modelId="{AB8BECB3-468F-4F63-8DAF-85DF6304F591}" type="parTrans" cxnId="{654C0FA5-A8BF-4671-B578-779ED148F4FA}">
      <dgm:prSet/>
      <dgm:spPr/>
      <dgm:t>
        <a:bodyPr/>
        <a:lstStyle/>
        <a:p>
          <a:endParaRPr lang="en-US"/>
        </a:p>
      </dgm:t>
    </dgm:pt>
    <dgm:pt modelId="{3BB7AC23-6EDC-409B-8689-BC4638279FE6}" type="sibTrans" cxnId="{654C0FA5-A8BF-4671-B578-779ED148F4FA}">
      <dgm:prSet/>
      <dgm:spPr/>
      <dgm:t>
        <a:bodyPr/>
        <a:lstStyle/>
        <a:p>
          <a:endParaRPr lang="en-US"/>
        </a:p>
      </dgm:t>
    </dgm:pt>
    <dgm:pt modelId="{B47A10DA-17CC-400A-9182-13818E171126}" type="pres">
      <dgm:prSet presAssocID="{EE637CE3-1D5E-4401-A25B-3FE1D569CDA1}" presName="CompostProcess" presStyleCnt="0">
        <dgm:presLayoutVars>
          <dgm:dir/>
          <dgm:resizeHandles val="exact"/>
        </dgm:presLayoutVars>
      </dgm:prSet>
      <dgm:spPr/>
    </dgm:pt>
    <dgm:pt modelId="{B6EC4319-08B6-4D17-BB28-A45000243255}" type="pres">
      <dgm:prSet presAssocID="{EE637CE3-1D5E-4401-A25B-3FE1D569CDA1}" presName="arrow" presStyleLbl="bgShp" presStyleIdx="0" presStyleCnt="1" custLinFactNeighborX="7353" custLinFactNeighborY="23750"/>
      <dgm:spPr/>
    </dgm:pt>
    <dgm:pt modelId="{106D362F-E89A-4600-B92F-830917FE0704}" type="pres">
      <dgm:prSet presAssocID="{EE637CE3-1D5E-4401-A25B-3FE1D569CDA1}" presName="linearProcess" presStyleCnt="0"/>
      <dgm:spPr/>
    </dgm:pt>
    <dgm:pt modelId="{84CF23C0-BEC0-4B04-8971-E5EE79822655}" type="pres">
      <dgm:prSet presAssocID="{25D78B53-A3F9-4AD5-9A26-37471F3273FE}" presName="text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20A57CE-6DA0-4B6E-8E4C-93188ECD1A0C}" type="pres">
      <dgm:prSet presAssocID="{5A6DCA47-CAE6-43BA-8629-1040D0F5F133}" presName="sibTrans" presStyleCnt="0"/>
      <dgm:spPr/>
    </dgm:pt>
    <dgm:pt modelId="{CD72B2BC-55CE-45BD-BC36-AF90FFCD3990}" type="pres">
      <dgm:prSet presAssocID="{59BA7ACC-E9DF-49BA-8532-9AB20073C825}" presName="text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B719502-0188-4C7D-BC24-7830C9D8D383}" type="pres">
      <dgm:prSet presAssocID="{B877AD95-BF15-4642-9B7D-DCFA62662B6A}" presName="sibTrans" presStyleCnt="0"/>
      <dgm:spPr/>
    </dgm:pt>
    <dgm:pt modelId="{9C80B527-C198-456B-8873-ABABB235B713}" type="pres">
      <dgm:prSet presAssocID="{0138B112-B3C4-4EBA-89DD-CDDDECD15DEE}" presName="text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DAFF104D-46B1-4A0E-8FD4-1610A926DA3C}" srcId="{EE637CE3-1D5E-4401-A25B-3FE1D569CDA1}" destId="{59BA7ACC-E9DF-49BA-8532-9AB20073C825}" srcOrd="1" destOrd="0" parTransId="{E8917546-FD77-4F48-AD16-D7DFBC348079}" sibTransId="{B877AD95-BF15-4642-9B7D-DCFA62662B6A}"/>
    <dgm:cxn modelId="{F3939E2A-505D-40F7-98EA-C74E8F934A50}" srcId="{EE637CE3-1D5E-4401-A25B-3FE1D569CDA1}" destId="{25D78B53-A3F9-4AD5-9A26-37471F3273FE}" srcOrd="0" destOrd="0" parTransId="{C4AD438E-8F09-4637-A684-888113436D51}" sibTransId="{5A6DCA47-CAE6-43BA-8629-1040D0F5F133}"/>
    <dgm:cxn modelId="{1AF37DBF-D6EE-4269-8D0A-420105E92ED4}" type="presOf" srcId="{59BA7ACC-E9DF-49BA-8532-9AB20073C825}" destId="{CD72B2BC-55CE-45BD-BC36-AF90FFCD3990}" srcOrd="0" destOrd="0" presId="urn:microsoft.com/office/officeart/2005/8/layout/hProcess9"/>
    <dgm:cxn modelId="{654C0FA5-A8BF-4671-B578-779ED148F4FA}" srcId="{EE637CE3-1D5E-4401-A25B-3FE1D569CDA1}" destId="{0138B112-B3C4-4EBA-89DD-CDDDECD15DEE}" srcOrd="2" destOrd="0" parTransId="{AB8BECB3-468F-4F63-8DAF-85DF6304F591}" sibTransId="{3BB7AC23-6EDC-409B-8689-BC4638279FE6}"/>
    <dgm:cxn modelId="{3C0E1E3D-5242-4E2B-92B7-686F1DC856B5}" type="presOf" srcId="{0138B112-B3C4-4EBA-89DD-CDDDECD15DEE}" destId="{9C80B527-C198-456B-8873-ABABB235B713}" srcOrd="0" destOrd="0" presId="urn:microsoft.com/office/officeart/2005/8/layout/hProcess9"/>
    <dgm:cxn modelId="{C6270A85-AFDF-4FC4-B4C9-6911AA6E7AC2}" type="presOf" srcId="{25D78B53-A3F9-4AD5-9A26-37471F3273FE}" destId="{84CF23C0-BEC0-4B04-8971-E5EE79822655}" srcOrd="0" destOrd="0" presId="urn:microsoft.com/office/officeart/2005/8/layout/hProcess9"/>
    <dgm:cxn modelId="{F80D3429-709A-4E5A-83E7-8E52C15BED84}" type="presOf" srcId="{EE637CE3-1D5E-4401-A25B-3FE1D569CDA1}" destId="{B47A10DA-17CC-400A-9182-13818E171126}" srcOrd="0" destOrd="0" presId="urn:microsoft.com/office/officeart/2005/8/layout/hProcess9"/>
    <dgm:cxn modelId="{9A74BD89-1CFB-45A3-9A7E-EA905D9F1838}" type="presParOf" srcId="{B47A10DA-17CC-400A-9182-13818E171126}" destId="{B6EC4319-08B6-4D17-BB28-A45000243255}" srcOrd="0" destOrd="0" presId="urn:microsoft.com/office/officeart/2005/8/layout/hProcess9"/>
    <dgm:cxn modelId="{DEAEEEC2-7D7B-4C7E-A71A-23F3382F8512}" type="presParOf" srcId="{B47A10DA-17CC-400A-9182-13818E171126}" destId="{106D362F-E89A-4600-B92F-830917FE0704}" srcOrd="1" destOrd="0" presId="urn:microsoft.com/office/officeart/2005/8/layout/hProcess9"/>
    <dgm:cxn modelId="{37370196-5025-4E4D-8A26-57C9CE79B23C}" type="presParOf" srcId="{106D362F-E89A-4600-B92F-830917FE0704}" destId="{84CF23C0-BEC0-4B04-8971-E5EE79822655}" srcOrd="0" destOrd="0" presId="urn:microsoft.com/office/officeart/2005/8/layout/hProcess9"/>
    <dgm:cxn modelId="{E325D366-7D76-4D9F-ACDA-51480F4447A9}" type="presParOf" srcId="{106D362F-E89A-4600-B92F-830917FE0704}" destId="{E20A57CE-6DA0-4B6E-8E4C-93188ECD1A0C}" srcOrd="1" destOrd="0" presId="urn:microsoft.com/office/officeart/2005/8/layout/hProcess9"/>
    <dgm:cxn modelId="{DE4F62C3-C629-4A9A-8451-1D75F2ECEA2A}" type="presParOf" srcId="{106D362F-E89A-4600-B92F-830917FE0704}" destId="{CD72B2BC-55CE-45BD-BC36-AF90FFCD3990}" srcOrd="2" destOrd="0" presId="urn:microsoft.com/office/officeart/2005/8/layout/hProcess9"/>
    <dgm:cxn modelId="{3C67D414-5D8A-4131-9035-E680AA6D7692}" type="presParOf" srcId="{106D362F-E89A-4600-B92F-830917FE0704}" destId="{AB719502-0188-4C7D-BC24-7830C9D8D383}" srcOrd="3" destOrd="0" presId="urn:microsoft.com/office/officeart/2005/8/layout/hProcess9"/>
    <dgm:cxn modelId="{F3305D88-C090-4CA4-A55B-A3C28F2F158C}" type="presParOf" srcId="{106D362F-E89A-4600-B92F-830917FE0704}" destId="{9C80B527-C198-456B-8873-ABABB235B713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DD455D4-FEAA-4E30-8D4E-48E00088B3B6}" type="doc">
      <dgm:prSet loTypeId="urn:microsoft.com/office/officeart/2005/8/layout/default#42" loCatId="list" qsTypeId="urn:microsoft.com/office/officeart/2005/8/quickstyle/3d1" qsCatId="3D" csTypeId="urn:microsoft.com/office/officeart/2005/8/colors/accent4_3" csCatId="accent4" phldr="1"/>
      <dgm:spPr/>
      <dgm:t>
        <a:bodyPr/>
        <a:lstStyle/>
        <a:p>
          <a:endParaRPr lang="en-US"/>
        </a:p>
      </dgm:t>
    </dgm:pt>
    <dgm:pt modelId="{D8F71D07-E92E-48BE-A77B-5CFF26184E98}">
      <dgm:prSet phldrT="[Text]"/>
      <dgm:spPr/>
      <dgm:t>
        <a:bodyPr/>
        <a:lstStyle/>
        <a:p>
          <a:r>
            <a:rPr lang="en-US" dirty="0" smtClean="0"/>
            <a:t>Blogs</a:t>
          </a:r>
          <a:endParaRPr lang="en-US" dirty="0"/>
        </a:p>
      </dgm:t>
    </dgm:pt>
    <dgm:pt modelId="{F8FA8A8C-4721-48FA-ABD7-E53A44043A0F}" type="parTrans" cxnId="{4AD53B33-11EC-480E-8528-C175FD1CCBDF}">
      <dgm:prSet/>
      <dgm:spPr/>
      <dgm:t>
        <a:bodyPr/>
        <a:lstStyle/>
        <a:p>
          <a:endParaRPr lang="en-US"/>
        </a:p>
      </dgm:t>
    </dgm:pt>
    <dgm:pt modelId="{B73A2BB2-292E-43E9-A2DF-420BFDB21B17}" type="sibTrans" cxnId="{4AD53B33-11EC-480E-8528-C175FD1CCBDF}">
      <dgm:prSet/>
      <dgm:spPr/>
      <dgm:t>
        <a:bodyPr/>
        <a:lstStyle/>
        <a:p>
          <a:endParaRPr lang="en-US"/>
        </a:p>
      </dgm:t>
    </dgm:pt>
    <dgm:pt modelId="{C447C2B5-5BF7-419E-8EBF-DD694B5BAB63}">
      <dgm:prSet phldrT="[Text]"/>
      <dgm:spPr/>
      <dgm:t>
        <a:bodyPr/>
        <a:lstStyle/>
        <a:p>
          <a:r>
            <a:rPr lang="en-US" dirty="0" smtClean="0"/>
            <a:t>Chat rooms</a:t>
          </a:r>
          <a:endParaRPr lang="en-US" dirty="0"/>
        </a:p>
      </dgm:t>
    </dgm:pt>
    <dgm:pt modelId="{9BEDD45F-7898-4EBA-A7C0-01B401F7E5D7}" type="parTrans" cxnId="{85B3904D-2A5E-435A-82B0-4761479CE9B4}">
      <dgm:prSet/>
      <dgm:spPr/>
      <dgm:t>
        <a:bodyPr/>
        <a:lstStyle/>
        <a:p>
          <a:endParaRPr lang="en-US"/>
        </a:p>
      </dgm:t>
    </dgm:pt>
    <dgm:pt modelId="{440CF058-68EB-4BC5-838C-F72723C0A92A}" type="sibTrans" cxnId="{85B3904D-2A5E-435A-82B0-4761479CE9B4}">
      <dgm:prSet/>
      <dgm:spPr/>
      <dgm:t>
        <a:bodyPr/>
        <a:lstStyle/>
        <a:p>
          <a:endParaRPr lang="en-US"/>
        </a:p>
      </dgm:t>
    </dgm:pt>
    <dgm:pt modelId="{A26B5C5C-C518-4B4A-A513-63874F778EC3}">
      <dgm:prSet phldrT="[Text]"/>
      <dgm:spPr/>
      <dgm:t>
        <a:bodyPr/>
        <a:lstStyle/>
        <a:p>
          <a:r>
            <a:rPr lang="en-US" dirty="0" smtClean="0"/>
            <a:t>E-mail</a:t>
          </a:r>
          <a:endParaRPr lang="en-US" dirty="0"/>
        </a:p>
      </dgm:t>
    </dgm:pt>
    <dgm:pt modelId="{C3DB66E2-D111-4CED-99D0-F80720F2AB03}" type="parTrans" cxnId="{8D7AD02F-CDF9-4B4F-B14C-5C739CF5BE5D}">
      <dgm:prSet/>
      <dgm:spPr/>
      <dgm:t>
        <a:bodyPr/>
        <a:lstStyle/>
        <a:p>
          <a:endParaRPr lang="en-US"/>
        </a:p>
      </dgm:t>
    </dgm:pt>
    <dgm:pt modelId="{A7D83D99-926D-474E-AE4A-10483BAC4D3C}" type="sibTrans" cxnId="{8D7AD02F-CDF9-4B4F-B14C-5C739CF5BE5D}">
      <dgm:prSet/>
      <dgm:spPr/>
      <dgm:t>
        <a:bodyPr/>
        <a:lstStyle/>
        <a:p>
          <a:endParaRPr lang="en-US"/>
        </a:p>
      </dgm:t>
    </dgm:pt>
    <dgm:pt modelId="{910E125A-CEC2-4071-98B8-4A4AC0475287}">
      <dgm:prSet phldrT="[Text]"/>
      <dgm:spPr/>
      <dgm:t>
        <a:bodyPr/>
        <a:lstStyle/>
        <a:p>
          <a:r>
            <a:rPr lang="en-US" dirty="0" smtClean="0"/>
            <a:t>Fax</a:t>
          </a:r>
          <a:endParaRPr lang="en-US" dirty="0"/>
        </a:p>
      </dgm:t>
    </dgm:pt>
    <dgm:pt modelId="{16B5A62C-C31F-467C-B1E9-B9580E610E81}" type="parTrans" cxnId="{D6D926AF-69D9-4731-B2E5-183698F01CDD}">
      <dgm:prSet/>
      <dgm:spPr/>
      <dgm:t>
        <a:bodyPr/>
        <a:lstStyle/>
        <a:p>
          <a:endParaRPr lang="en-US"/>
        </a:p>
      </dgm:t>
    </dgm:pt>
    <dgm:pt modelId="{0526CC86-4D6C-4A98-8C6C-12C7748B2E1A}" type="sibTrans" cxnId="{D6D926AF-69D9-4731-B2E5-183698F01CDD}">
      <dgm:prSet/>
      <dgm:spPr/>
      <dgm:t>
        <a:bodyPr/>
        <a:lstStyle/>
        <a:p>
          <a:endParaRPr lang="en-US"/>
        </a:p>
      </dgm:t>
    </dgm:pt>
    <dgm:pt modelId="{12141673-DD4E-4CAB-AEEA-11E722C3D393}">
      <dgm:prSet phldrT="[Text]"/>
      <dgm:spPr/>
      <dgm:t>
        <a:bodyPr/>
        <a:lstStyle/>
        <a:p>
          <a:r>
            <a:rPr lang="en-US" dirty="0" smtClean="0"/>
            <a:t>FTP</a:t>
          </a:r>
          <a:endParaRPr lang="en-US" dirty="0"/>
        </a:p>
      </dgm:t>
    </dgm:pt>
    <dgm:pt modelId="{016EFE68-B851-49CD-882A-42E53BFE3432}" type="parTrans" cxnId="{7B054F45-741F-4E74-B9A7-842E7E7E68D8}">
      <dgm:prSet/>
      <dgm:spPr/>
      <dgm:t>
        <a:bodyPr/>
        <a:lstStyle/>
        <a:p>
          <a:endParaRPr lang="en-US"/>
        </a:p>
      </dgm:t>
    </dgm:pt>
    <dgm:pt modelId="{7FCB3632-2D8A-4CC3-9AA1-CC829E4FECD5}" type="sibTrans" cxnId="{7B054F45-741F-4E74-B9A7-842E7E7E68D8}">
      <dgm:prSet/>
      <dgm:spPr/>
      <dgm:t>
        <a:bodyPr/>
        <a:lstStyle/>
        <a:p>
          <a:endParaRPr lang="en-US"/>
        </a:p>
      </dgm:t>
    </dgm:pt>
    <dgm:pt modelId="{D020948C-160C-4F88-B9D6-F603C0040363}">
      <dgm:prSet phldrT="[Text]"/>
      <dgm:spPr/>
      <dgm:t>
        <a:bodyPr/>
        <a:lstStyle/>
        <a:p>
          <a:r>
            <a:rPr lang="en-US" dirty="0" smtClean="0"/>
            <a:t>Instant messaging</a:t>
          </a:r>
          <a:endParaRPr lang="en-US" dirty="0"/>
        </a:p>
      </dgm:t>
    </dgm:pt>
    <dgm:pt modelId="{030B60BD-378C-4829-B765-752CEC62BB07}" type="parTrans" cxnId="{CEB89811-9410-4E07-949F-7E1751026E0D}">
      <dgm:prSet/>
      <dgm:spPr/>
      <dgm:t>
        <a:bodyPr/>
        <a:lstStyle/>
        <a:p>
          <a:endParaRPr lang="en-US"/>
        </a:p>
      </dgm:t>
    </dgm:pt>
    <dgm:pt modelId="{51A57021-7083-437C-B141-89DA73F5772B}" type="sibTrans" cxnId="{CEB89811-9410-4E07-949F-7E1751026E0D}">
      <dgm:prSet/>
      <dgm:spPr/>
      <dgm:t>
        <a:bodyPr/>
        <a:lstStyle/>
        <a:p>
          <a:endParaRPr lang="en-US"/>
        </a:p>
      </dgm:t>
    </dgm:pt>
    <dgm:pt modelId="{CA8C38F3-1C27-4556-BF79-C2B7014B8213}">
      <dgm:prSet phldrT="[Text]"/>
      <dgm:spPr/>
      <dgm:t>
        <a:bodyPr/>
        <a:lstStyle/>
        <a:p>
          <a:r>
            <a:rPr lang="en-US" dirty="0" smtClean="0"/>
            <a:t>Internet</a:t>
          </a:r>
          <a:endParaRPr lang="en-US" dirty="0"/>
        </a:p>
      </dgm:t>
    </dgm:pt>
    <dgm:pt modelId="{C292D245-3261-491A-8AEB-D40EFB57E27F}" type="parTrans" cxnId="{CA831171-0BAB-4338-8931-17DFFB297687}">
      <dgm:prSet/>
      <dgm:spPr/>
      <dgm:t>
        <a:bodyPr/>
        <a:lstStyle/>
        <a:p>
          <a:endParaRPr lang="en-US"/>
        </a:p>
      </dgm:t>
    </dgm:pt>
    <dgm:pt modelId="{EB969E79-76C0-4B29-9C5D-63EAB6B681A4}" type="sibTrans" cxnId="{CA831171-0BAB-4338-8931-17DFFB297687}">
      <dgm:prSet/>
      <dgm:spPr/>
      <dgm:t>
        <a:bodyPr/>
        <a:lstStyle/>
        <a:p>
          <a:endParaRPr lang="en-US"/>
        </a:p>
      </dgm:t>
    </dgm:pt>
    <dgm:pt modelId="{3F2AD896-5E5E-4B1F-8C78-27A073A5283C}">
      <dgm:prSet phldrT="[Text]"/>
      <dgm:spPr/>
      <dgm:t>
        <a:bodyPr/>
        <a:lstStyle/>
        <a:p>
          <a:r>
            <a:rPr lang="en-US" dirty="0" smtClean="0"/>
            <a:t>Newsgroups</a:t>
          </a:r>
          <a:endParaRPr lang="en-US" dirty="0"/>
        </a:p>
      </dgm:t>
    </dgm:pt>
    <dgm:pt modelId="{79FFC94E-5E9D-4E80-9057-CF0052C4D6A5}" type="parTrans" cxnId="{F6C623CC-96A7-4544-BA54-C240E62A6C3E}">
      <dgm:prSet/>
      <dgm:spPr/>
      <dgm:t>
        <a:bodyPr/>
        <a:lstStyle/>
        <a:p>
          <a:endParaRPr lang="en-US"/>
        </a:p>
      </dgm:t>
    </dgm:pt>
    <dgm:pt modelId="{793C7E5D-EFC4-4913-9685-6F82647488FD}" type="sibTrans" cxnId="{F6C623CC-96A7-4544-BA54-C240E62A6C3E}">
      <dgm:prSet/>
      <dgm:spPr/>
      <dgm:t>
        <a:bodyPr/>
        <a:lstStyle/>
        <a:p>
          <a:endParaRPr lang="en-US"/>
        </a:p>
      </dgm:t>
    </dgm:pt>
    <dgm:pt modelId="{475F3E8D-7F7C-48C3-B3F3-26A2608E44A5}">
      <dgm:prSet phldrT="[Text]"/>
      <dgm:spPr/>
      <dgm:t>
        <a:bodyPr/>
        <a:lstStyle/>
        <a:p>
          <a:r>
            <a:rPr lang="en-US" dirty="0" smtClean="0"/>
            <a:t>RSS</a:t>
          </a:r>
          <a:endParaRPr lang="en-US" dirty="0"/>
        </a:p>
      </dgm:t>
    </dgm:pt>
    <dgm:pt modelId="{1E95BD83-0896-4C43-B6D7-4D7EEC6B3BA3}" type="parTrans" cxnId="{B2855E7E-6A68-40FD-8EE6-3DD1D468DD8D}">
      <dgm:prSet/>
      <dgm:spPr/>
      <dgm:t>
        <a:bodyPr/>
        <a:lstStyle/>
        <a:p>
          <a:endParaRPr lang="en-US"/>
        </a:p>
      </dgm:t>
    </dgm:pt>
    <dgm:pt modelId="{A2E8F518-C43B-4FE5-A96A-FD2B1BA9A6B2}" type="sibTrans" cxnId="{B2855E7E-6A68-40FD-8EE6-3DD1D468DD8D}">
      <dgm:prSet/>
      <dgm:spPr/>
      <dgm:t>
        <a:bodyPr/>
        <a:lstStyle/>
        <a:p>
          <a:endParaRPr lang="en-US"/>
        </a:p>
      </dgm:t>
    </dgm:pt>
    <dgm:pt modelId="{7B3DF310-5919-409E-9CEB-78168F05B2CD}">
      <dgm:prSet phldrT="[Text]"/>
      <dgm:spPr/>
      <dgm:t>
        <a:bodyPr/>
        <a:lstStyle/>
        <a:p>
          <a:r>
            <a:rPr lang="en-US" dirty="0" smtClean="0"/>
            <a:t>Video conferencing</a:t>
          </a:r>
          <a:endParaRPr lang="en-US" dirty="0"/>
        </a:p>
      </dgm:t>
    </dgm:pt>
    <dgm:pt modelId="{8984C65D-A27B-48F5-8D36-3723E15155B6}" type="parTrans" cxnId="{CD62A38D-8C0E-493F-8DA2-4B6431F4E38B}">
      <dgm:prSet/>
      <dgm:spPr/>
      <dgm:t>
        <a:bodyPr/>
        <a:lstStyle/>
        <a:p>
          <a:endParaRPr lang="en-US"/>
        </a:p>
      </dgm:t>
    </dgm:pt>
    <dgm:pt modelId="{C70BD5B7-052C-4996-9C66-F5595E14F7F6}" type="sibTrans" cxnId="{CD62A38D-8C0E-493F-8DA2-4B6431F4E38B}">
      <dgm:prSet/>
      <dgm:spPr/>
      <dgm:t>
        <a:bodyPr/>
        <a:lstStyle/>
        <a:p>
          <a:endParaRPr lang="en-US"/>
        </a:p>
      </dgm:t>
    </dgm:pt>
    <dgm:pt modelId="{A52A10AB-DAEF-4ECB-8CE7-6748D063D3CB}">
      <dgm:prSet phldrT="[Text]"/>
      <dgm:spPr/>
      <dgm:t>
        <a:bodyPr/>
        <a:lstStyle/>
        <a:p>
          <a:r>
            <a:rPr lang="en-US" dirty="0" smtClean="0"/>
            <a:t>VoIP</a:t>
          </a:r>
          <a:endParaRPr lang="en-US" dirty="0"/>
        </a:p>
      </dgm:t>
    </dgm:pt>
    <dgm:pt modelId="{2A191A58-EF9E-4AE2-9608-41D0EBFC39EE}" type="parTrans" cxnId="{63F60555-D30E-4C2A-903B-D645B3CBC57A}">
      <dgm:prSet/>
      <dgm:spPr/>
      <dgm:t>
        <a:bodyPr/>
        <a:lstStyle/>
        <a:p>
          <a:endParaRPr lang="en-US"/>
        </a:p>
      </dgm:t>
    </dgm:pt>
    <dgm:pt modelId="{6885A976-4497-4601-A14E-A811E5BDC996}" type="sibTrans" cxnId="{63F60555-D30E-4C2A-903B-D645B3CBC57A}">
      <dgm:prSet/>
      <dgm:spPr/>
      <dgm:t>
        <a:bodyPr/>
        <a:lstStyle/>
        <a:p>
          <a:endParaRPr lang="en-US"/>
        </a:p>
      </dgm:t>
    </dgm:pt>
    <dgm:pt modelId="{5CF2288F-D546-4A5A-B3A6-D63423BD05BA}">
      <dgm:prSet phldrT="[Text]"/>
      <dgm:spPr/>
      <dgm:t>
        <a:bodyPr/>
        <a:lstStyle/>
        <a:p>
          <a:r>
            <a:rPr lang="en-US" dirty="0" smtClean="0"/>
            <a:t>Web</a:t>
          </a:r>
          <a:endParaRPr lang="en-US" dirty="0"/>
        </a:p>
      </dgm:t>
    </dgm:pt>
    <dgm:pt modelId="{E0B627AA-9B86-48D5-9491-E4AA36ED7C8A}" type="parTrans" cxnId="{D12432EF-5CE8-424C-B95D-1FD29CA2FEFB}">
      <dgm:prSet/>
      <dgm:spPr/>
      <dgm:t>
        <a:bodyPr/>
        <a:lstStyle/>
        <a:p>
          <a:endParaRPr lang="en-US"/>
        </a:p>
      </dgm:t>
    </dgm:pt>
    <dgm:pt modelId="{CEDFCA37-E25F-4C24-BDE0-504DB74C29A8}" type="sibTrans" cxnId="{D12432EF-5CE8-424C-B95D-1FD29CA2FEFB}">
      <dgm:prSet/>
      <dgm:spPr/>
      <dgm:t>
        <a:bodyPr/>
        <a:lstStyle/>
        <a:p>
          <a:endParaRPr lang="en-US"/>
        </a:p>
      </dgm:t>
    </dgm:pt>
    <dgm:pt modelId="{4821E1A4-AF7A-4A3E-B926-D10603EAB49A}">
      <dgm:prSet phldrT="[Text]"/>
      <dgm:spPr/>
      <dgm:t>
        <a:bodyPr/>
        <a:lstStyle/>
        <a:p>
          <a:r>
            <a:rPr lang="en-US" dirty="0" smtClean="0"/>
            <a:t>Web 2.0</a:t>
          </a:r>
          <a:endParaRPr lang="en-US" dirty="0"/>
        </a:p>
      </dgm:t>
    </dgm:pt>
    <dgm:pt modelId="{67A970D3-2EA9-4DA1-BF48-4C10DCEF0C3E}" type="parTrans" cxnId="{46520AE1-E322-469B-B5C3-34C05E17691F}">
      <dgm:prSet/>
      <dgm:spPr/>
      <dgm:t>
        <a:bodyPr/>
        <a:lstStyle/>
        <a:p>
          <a:endParaRPr lang="en-US"/>
        </a:p>
      </dgm:t>
    </dgm:pt>
    <dgm:pt modelId="{8D205F42-D9BD-4920-825D-9EC3A1451C16}" type="sibTrans" cxnId="{46520AE1-E322-469B-B5C3-34C05E17691F}">
      <dgm:prSet/>
      <dgm:spPr/>
      <dgm:t>
        <a:bodyPr/>
        <a:lstStyle/>
        <a:p>
          <a:endParaRPr lang="en-US"/>
        </a:p>
      </dgm:t>
    </dgm:pt>
    <dgm:pt modelId="{62F41540-EC4D-42B2-A3A9-7814D8861455}">
      <dgm:prSet phldrT="[Text]"/>
      <dgm:spPr/>
      <dgm:t>
        <a:bodyPr/>
        <a:lstStyle/>
        <a:p>
          <a:r>
            <a:rPr lang="en-US" dirty="0" smtClean="0"/>
            <a:t>Web folders</a:t>
          </a:r>
          <a:endParaRPr lang="en-US" dirty="0"/>
        </a:p>
      </dgm:t>
    </dgm:pt>
    <dgm:pt modelId="{5398AF67-6AE9-4E70-A3C4-27D3EF53633E}" type="parTrans" cxnId="{7BC3E48C-E1C0-4B5F-A0D7-9CD884EF0D78}">
      <dgm:prSet/>
      <dgm:spPr/>
      <dgm:t>
        <a:bodyPr/>
        <a:lstStyle/>
        <a:p>
          <a:endParaRPr lang="en-US"/>
        </a:p>
      </dgm:t>
    </dgm:pt>
    <dgm:pt modelId="{D4827BA3-23C4-4EFB-A2E3-2C6C4E539D49}" type="sibTrans" cxnId="{7BC3E48C-E1C0-4B5F-A0D7-9CD884EF0D78}">
      <dgm:prSet/>
      <dgm:spPr/>
      <dgm:t>
        <a:bodyPr/>
        <a:lstStyle/>
        <a:p>
          <a:endParaRPr lang="en-US"/>
        </a:p>
      </dgm:t>
    </dgm:pt>
    <dgm:pt modelId="{8B1800AE-AA5A-4986-9E84-8ABD9CB8EB5D}">
      <dgm:prSet phldrT="[Text]"/>
      <dgm:spPr/>
      <dgm:t>
        <a:bodyPr/>
        <a:lstStyle/>
        <a:p>
          <a:r>
            <a:rPr lang="en-US" dirty="0" smtClean="0"/>
            <a:t>Wikis</a:t>
          </a:r>
          <a:endParaRPr lang="en-US" dirty="0"/>
        </a:p>
      </dgm:t>
    </dgm:pt>
    <dgm:pt modelId="{0F59F2AE-B2AB-4614-A137-BB54EC3AA896}" type="parTrans" cxnId="{D61618FB-FD61-45D9-8255-0B40E3FEEF6E}">
      <dgm:prSet/>
      <dgm:spPr/>
      <dgm:t>
        <a:bodyPr/>
        <a:lstStyle/>
        <a:p>
          <a:endParaRPr lang="en-US"/>
        </a:p>
      </dgm:t>
    </dgm:pt>
    <dgm:pt modelId="{0436A1C5-279C-450C-BB60-E17CA30A68C9}" type="sibTrans" cxnId="{D61618FB-FD61-45D9-8255-0B40E3FEEF6E}">
      <dgm:prSet/>
      <dgm:spPr/>
      <dgm:t>
        <a:bodyPr/>
        <a:lstStyle/>
        <a:p>
          <a:endParaRPr lang="en-US"/>
        </a:p>
      </dgm:t>
    </dgm:pt>
    <dgm:pt modelId="{AD809960-376B-4D64-9FAD-AB4E4B175F53}" type="pres">
      <dgm:prSet presAssocID="{BDD455D4-FEAA-4E30-8D4E-48E00088B3B6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418F5F6B-B643-4A91-871E-4CF1BD34A817}" type="pres">
      <dgm:prSet presAssocID="{D8F71D07-E92E-48BE-A77B-5CFF26184E98}" presName="node" presStyleLbl="node1" presStyleIdx="0" presStyleCnt="15">
        <dgm:presLayoutVars>
          <dgm:bulletEnabled val="1"/>
        </dgm:presLayoutVars>
      </dgm:prSet>
      <dgm:spPr>
        <a:prstGeom prst="rect">
          <a:avLst/>
        </a:prstGeom>
      </dgm:spPr>
      <dgm:t>
        <a:bodyPr/>
        <a:lstStyle/>
        <a:p>
          <a:endParaRPr lang="en-US"/>
        </a:p>
      </dgm:t>
    </dgm:pt>
    <dgm:pt modelId="{DA6FFB36-AC31-4788-B4C7-CE1B4FDE18AB}" type="pres">
      <dgm:prSet presAssocID="{B73A2BB2-292E-43E9-A2DF-420BFDB21B17}" presName="sibTrans" presStyleCnt="0"/>
      <dgm:spPr/>
    </dgm:pt>
    <dgm:pt modelId="{56324F85-D8A0-4D19-B7E5-505E39939296}" type="pres">
      <dgm:prSet presAssocID="{C447C2B5-5BF7-419E-8EBF-DD694B5BAB63}" presName="node" presStyleLbl="node1" presStyleIdx="1" presStyleCnt="15">
        <dgm:presLayoutVars>
          <dgm:bulletEnabled val="1"/>
        </dgm:presLayoutVars>
      </dgm:prSet>
      <dgm:spPr>
        <a:prstGeom prst="rect">
          <a:avLst/>
        </a:prstGeom>
      </dgm:spPr>
      <dgm:t>
        <a:bodyPr/>
        <a:lstStyle/>
        <a:p>
          <a:endParaRPr lang="en-US"/>
        </a:p>
      </dgm:t>
    </dgm:pt>
    <dgm:pt modelId="{02E608B4-FFDD-41DA-9500-E0CA0D7B39C3}" type="pres">
      <dgm:prSet presAssocID="{440CF058-68EB-4BC5-838C-F72723C0A92A}" presName="sibTrans" presStyleCnt="0"/>
      <dgm:spPr/>
    </dgm:pt>
    <dgm:pt modelId="{935F1000-FC37-4CBB-AA90-81B1C8E9AAC9}" type="pres">
      <dgm:prSet presAssocID="{A26B5C5C-C518-4B4A-A513-63874F778EC3}" presName="node" presStyleLbl="node1" presStyleIdx="2" presStyleCnt="15">
        <dgm:presLayoutVars>
          <dgm:bulletEnabled val="1"/>
        </dgm:presLayoutVars>
      </dgm:prSet>
      <dgm:spPr>
        <a:prstGeom prst="rect">
          <a:avLst/>
        </a:prstGeom>
      </dgm:spPr>
      <dgm:t>
        <a:bodyPr/>
        <a:lstStyle/>
        <a:p>
          <a:endParaRPr lang="en-US"/>
        </a:p>
      </dgm:t>
    </dgm:pt>
    <dgm:pt modelId="{3CA04B13-177A-4116-9B47-C3DF49349C0E}" type="pres">
      <dgm:prSet presAssocID="{A7D83D99-926D-474E-AE4A-10483BAC4D3C}" presName="sibTrans" presStyleCnt="0"/>
      <dgm:spPr/>
    </dgm:pt>
    <dgm:pt modelId="{8385C82B-A7AD-4BF2-ABB2-F4F1C32759E3}" type="pres">
      <dgm:prSet presAssocID="{910E125A-CEC2-4071-98B8-4A4AC0475287}" presName="node" presStyleLbl="node1" presStyleIdx="3" presStyleCnt="15">
        <dgm:presLayoutVars>
          <dgm:bulletEnabled val="1"/>
        </dgm:presLayoutVars>
      </dgm:prSet>
      <dgm:spPr>
        <a:prstGeom prst="rect">
          <a:avLst/>
        </a:prstGeom>
      </dgm:spPr>
      <dgm:t>
        <a:bodyPr/>
        <a:lstStyle/>
        <a:p>
          <a:endParaRPr lang="en-US"/>
        </a:p>
      </dgm:t>
    </dgm:pt>
    <dgm:pt modelId="{F048C813-4510-4C39-875C-DE953C2DFE51}" type="pres">
      <dgm:prSet presAssocID="{0526CC86-4D6C-4A98-8C6C-12C7748B2E1A}" presName="sibTrans" presStyleCnt="0"/>
      <dgm:spPr/>
    </dgm:pt>
    <dgm:pt modelId="{64B152F4-D0CC-4AD1-A2CD-030335589089}" type="pres">
      <dgm:prSet presAssocID="{12141673-DD4E-4CAB-AEEA-11E722C3D393}" presName="node" presStyleLbl="node1" presStyleIdx="4" presStyleCnt="15">
        <dgm:presLayoutVars>
          <dgm:bulletEnabled val="1"/>
        </dgm:presLayoutVars>
      </dgm:prSet>
      <dgm:spPr>
        <a:prstGeom prst="rect">
          <a:avLst/>
        </a:prstGeom>
      </dgm:spPr>
      <dgm:t>
        <a:bodyPr/>
        <a:lstStyle/>
        <a:p>
          <a:endParaRPr lang="en-US"/>
        </a:p>
      </dgm:t>
    </dgm:pt>
    <dgm:pt modelId="{7D634488-4F50-46E5-8CAF-FC895D591238}" type="pres">
      <dgm:prSet presAssocID="{7FCB3632-2D8A-4CC3-9AA1-CC829E4FECD5}" presName="sibTrans" presStyleCnt="0"/>
      <dgm:spPr/>
    </dgm:pt>
    <dgm:pt modelId="{19D889F4-852B-45F4-ABB4-3FB9D9149D0D}" type="pres">
      <dgm:prSet presAssocID="{D020948C-160C-4F88-B9D6-F603C0040363}" presName="node" presStyleLbl="node1" presStyleIdx="5" presStyleCnt="15">
        <dgm:presLayoutVars>
          <dgm:bulletEnabled val="1"/>
        </dgm:presLayoutVars>
      </dgm:prSet>
      <dgm:spPr>
        <a:prstGeom prst="rect">
          <a:avLst/>
        </a:prstGeom>
      </dgm:spPr>
      <dgm:t>
        <a:bodyPr/>
        <a:lstStyle/>
        <a:p>
          <a:endParaRPr lang="en-US"/>
        </a:p>
      </dgm:t>
    </dgm:pt>
    <dgm:pt modelId="{426A404E-DE41-4861-BE0E-E5010BCFE1BD}" type="pres">
      <dgm:prSet presAssocID="{51A57021-7083-437C-B141-89DA73F5772B}" presName="sibTrans" presStyleCnt="0"/>
      <dgm:spPr/>
    </dgm:pt>
    <dgm:pt modelId="{E2EEADF4-2D44-4465-8B59-3BB8155AB208}" type="pres">
      <dgm:prSet presAssocID="{CA8C38F3-1C27-4556-BF79-C2B7014B8213}" presName="node" presStyleLbl="node1" presStyleIdx="6" presStyleCnt="15">
        <dgm:presLayoutVars>
          <dgm:bulletEnabled val="1"/>
        </dgm:presLayoutVars>
      </dgm:prSet>
      <dgm:spPr>
        <a:prstGeom prst="rect">
          <a:avLst/>
        </a:prstGeom>
      </dgm:spPr>
      <dgm:t>
        <a:bodyPr/>
        <a:lstStyle/>
        <a:p>
          <a:endParaRPr lang="en-US"/>
        </a:p>
      </dgm:t>
    </dgm:pt>
    <dgm:pt modelId="{0EDCA7D9-39AB-49A0-B2E1-B6012BCA4DD6}" type="pres">
      <dgm:prSet presAssocID="{EB969E79-76C0-4B29-9C5D-63EAB6B681A4}" presName="sibTrans" presStyleCnt="0"/>
      <dgm:spPr/>
    </dgm:pt>
    <dgm:pt modelId="{F220199B-2BF8-4944-B2B5-B2D17CCD958B}" type="pres">
      <dgm:prSet presAssocID="{3F2AD896-5E5E-4B1F-8C78-27A073A5283C}" presName="node" presStyleLbl="node1" presStyleIdx="7" presStyleCnt="15">
        <dgm:presLayoutVars>
          <dgm:bulletEnabled val="1"/>
        </dgm:presLayoutVars>
      </dgm:prSet>
      <dgm:spPr>
        <a:prstGeom prst="rect">
          <a:avLst/>
        </a:prstGeom>
      </dgm:spPr>
      <dgm:t>
        <a:bodyPr/>
        <a:lstStyle/>
        <a:p>
          <a:endParaRPr lang="en-US"/>
        </a:p>
      </dgm:t>
    </dgm:pt>
    <dgm:pt modelId="{4BE1A293-5F89-4616-A975-DE30977E0550}" type="pres">
      <dgm:prSet presAssocID="{793C7E5D-EFC4-4913-9685-6F82647488FD}" presName="sibTrans" presStyleCnt="0"/>
      <dgm:spPr/>
    </dgm:pt>
    <dgm:pt modelId="{195451DC-4B40-416A-BC5F-4F05A47E5C86}" type="pres">
      <dgm:prSet presAssocID="{475F3E8D-7F7C-48C3-B3F3-26A2608E44A5}" presName="node" presStyleLbl="node1" presStyleIdx="8" presStyleCnt="15">
        <dgm:presLayoutVars>
          <dgm:bulletEnabled val="1"/>
        </dgm:presLayoutVars>
      </dgm:prSet>
      <dgm:spPr>
        <a:prstGeom prst="rect">
          <a:avLst/>
        </a:prstGeom>
      </dgm:spPr>
      <dgm:t>
        <a:bodyPr/>
        <a:lstStyle/>
        <a:p>
          <a:endParaRPr lang="en-US"/>
        </a:p>
      </dgm:t>
    </dgm:pt>
    <dgm:pt modelId="{7D34A129-738C-4A09-A815-8D9EC09F3924}" type="pres">
      <dgm:prSet presAssocID="{A2E8F518-C43B-4FE5-A96A-FD2B1BA9A6B2}" presName="sibTrans" presStyleCnt="0"/>
      <dgm:spPr/>
    </dgm:pt>
    <dgm:pt modelId="{29D5F7DC-34B9-4230-9FDB-0A2C8BAC95DF}" type="pres">
      <dgm:prSet presAssocID="{7B3DF310-5919-409E-9CEB-78168F05B2CD}" presName="node" presStyleLbl="node1" presStyleIdx="9" presStyleCnt="15">
        <dgm:presLayoutVars>
          <dgm:bulletEnabled val="1"/>
        </dgm:presLayoutVars>
      </dgm:prSet>
      <dgm:spPr>
        <a:prstGeom prst="rect">
          <a:avLst/>
        </a:prstGeom>
      </dgm:spPr>
      <dgm:t>
        <a:bodyPr/>
        <a:lstStyle/>
        <a:p>
          <a:endParaRPr lang="en-US"/>
        </a:p>
      </dgm:t>
    </dgm:pt>
    <dgm:pt modelId="{4DF337DE-1522-4AC9-A3BB-05F728271D2B}" type="pres">
      <dgm:prSet presAssocID="{C70BD5B7-052C-4996-9C66-F5595E14F7F6}" presName="sibTrans" presStyleCnt="0"/>
      <dgm:spPr/>
    </dgm:pt>
    <dgm:pt modelId="{761FDF24-1C4E-4999-BCE5-732F33C480CD}" type="pres">
      <dgm:prSet presAssocID="{A52A10AB-DAEF-4ECB-8CE7-6748D063D3CB}" presName="node" presStyleLbl="node1" presStyleIdx="10" presStyleCnt="15">
        <dgm:presLayoutVars>
          <dgm:bulletEnabled val="1"/>
        </dgm:presLayoutVars>
      </dgm:prSet>
      <dgm:spPr>
        <a:prstGeom prst="rect">
          <a:avLst/>
        </a:prstGeom>
      </dgm:spPr>
      <dgm:t>
        <a:bodyPr/>
        <a:lstStyle/>
        <a:p>
          <a:endParaRPr lang="en-US"/>
        </a:p>
      </dgm:t>
    </dgm:pt>
    <dgm:pt modelId="{ABF19736-8E57-495D-8FEC-1CCAC898A8BC}" type="pres">
      <dgm:prSet presAssocID="{6885A976-4497-4601-A14E-A811E5BDC996}" presName="sibTrans" presStyleCnt="0"/>
      <dgm:spPr/>
    </dgm:pt>
    <dgm:pt modelId="{B2632136-AB2D-4040-88B2-708062BC9F65}" type="pres">
      <dgm:prSet presAssocID="{5CF2288F-D546-4A5A-B3A6-D63423BD05BA}" presName="node" presStyleLbl="node1" presStyleIdx="11" presStyleCnt="15">
        <dgm:presLayoutVars>
          <dgm:bulletEnabled val="1"/>
        </dgm:presLayoutVars>
      </dgm:prSet>
      <dgm:spPr>
        <a:prstGeom prst="rect">
          <a:avLst/>
        </a:prstGeom>
      </dgm:spPr>
      <dgm:t>
        <a:bodyPr/>
        <a:lstStyle/>
        <a:p>
          <a:endParaRPr lang="en-US"/>
        </a:p>
      </dgm:t>
    </dgm:pt>
    <dgm:pt modelId="{00096D89-FBB4-49AA-B66A-A619D0D45B9A}" type="pres">
      <dgm:prSet presAssocID="{CEDFCA37-E25F-4C24-BDE0-504DB74C29A8}" presName="sibTrans" presStyleCnt="0"/>
      <dgm:spPr/>
    </dgm:pt>
    <dgm:pt modelId="{6EF44B0E-FD63-48DD-B258-1718CB589CBF}" type="pres">
      <dgm:prSet presAssocID="{4821E1A4-AF7A-4A3E-B926-D10603EAB49A}" presName="node" presStyleLbl="node1" presStyleIdx="12" presStyleCnt="15">
        <dgm:presLayoutVars>
          <dgm:bulletEnabled val="1"/>
        </dgm:presLayoutVars>
      </dgm:prSet>
      <dgm:spPr>
        <a:prstGeom prst="rect">
          <a:avLst/>
        </a:prstGeom>
      </dgm:spPr>
      <dgm:t>
        <a:bodyPr/>
        <a:lstStyle/>
        <a:p>
          <a:endParaRPr lang="en-US"/>
        </a:p>
      </dgm:t>
    </dgm:pt>
    <dgm:pt modelId="{96916EF6-5BC0-43A8-BA80-B6BE0C6DB56C}" type="pres">
      <dgm:prSet presAssocID="{8D205F42-D9BD-4920-825D-9EC3A1451C16}" presName="sibTrans" presStyleCnt="0"/>
      <dgm:spPr/>
    </dgm:pt>
    <dgm:pt modelId="{0B644EFA-73D3-44D9-BD0B-1F8C2CD790E5}" type="pres">
      <dgm:prSet presAssocID="{62F41540-EC4D-42B2-A3A9-7814D8861455}" presName="node" presStyleLbl="node1" presStyleIdx="13" presStyleCnt="15">
        <dgm:presLayoutVars>
          <dgm:bulletEnabled val="1"/>
        </dgm:presLayoutVars>
      </dgm:prSet>
      <dgm:spPr>
        <a:prstGeom prst="rect">
          <a:avLst/>
        </a:prstGeom>
      </dgm:spPr>
      <dgm:t>
        <a:bodyPr/>
        <a:lstStyle/>
        <a:p>
          <a:endParaRPr lang="en-US"/>
        </a:p>
      </dgm:t>
    </dgm:pt>
    <dgm:pt modelId="{79C3EAA1-3113-400C-8EC7-303F8E191FEE}" type="pres">
      <dgm:prSet presAssocID="{D4827BA3-23C4-4EFB-A2E3-2C6C4E539D49}" presName="sibTrans" presStyleCnt="0"/>
      <dgm:spPr/>
    </dgm:pt>
    <dgm:pt modelId="{5A1E3288-573F-4C18-AF93-A2A62BD7968E}" type="pres">
      <dgm:prSet presAssocID="{8B1800AE-AA5A-4986-9E84-8ABD9CB8EB5D}" presName="node" presStyleLbl="node1" presStyleIdx="14" presStyleCnt="15">
        <dgm:presLayoutVars>
          <dgm:bulletEnabled val="1"/>
        </dgm:presLayoutVars>
      </dgm:prSet>
      <dgm:spPr>
        <a:prstGeom prst="rect">
          <a:avLst/>
        </a:prstGeom>
      </dgm:spPr>
      <dgm:t>
        <a:bodyPr/>
        <a:lstStyle/>
        <a:p>
          <a:endParaRPr lang="en-US"/>
        </a:p>
      </dgm:t>
    </dgm:pt>
  </dgm:ptLst>
  <dgm:cxnLst>
    <dgm:cxn modelId="{DDB4086D-A7F1-4B4E-9616-2761265DE8E5}" type="presOf" srcId="{8B1800AE-AA5A-4986-9E84-8ABD9CB8EB5D}" destId="{5A1E3288-573F-4C18-AF93-A2A62BD7968E}" srcOrd="0" destOrd="0" presId="urn:microsoft.com/office/officeart/2005/8/layout/default#42"/>
    <dgm:cxn modelId="{F7BB3F14-39FA-4F02-B5D4-2338B60E0340}" type="presOf" srcId="{475F3E8D-7F7C-48C3-B3F3-26A2608E44A5}" destId="{195451DC-4B40-416A-BC5F-4F05A47E5C86}" srcOrd="0" destOrd="0" presId="urn:microsoft.com/office/officeart/2005/8/layout/default#42"/>
    <dgm:cxn modelId="{01A0637D-5568-4856-B572-95752A38A37A}" type="presOf" srcId="{A26B5C5C-C518-4B4A-A513-63874F778EC3}" destId="{935F1000-FC37-4CBB-AA90-81B1C8E9AAC9}" srcOrd="0" destOrd="0" presId="urn:microsoft.com/office/officeart/2005/8/layout/default#42"/>
    <dgm:cxn modelId="{77520A08-9FF6-4447-BE47-E2DA850DCDFE}" type="presOf" srcId="{62F41540-EC4D-42B2-A3A9-7814D8861455}" destId="{0B644EFA-73D3-44D9-BD0B-1F8C2CD790E5}" srcOrd="0" destOrd="0" presId="urn:microsoft.com/office/officeart/2005/8/layout/default#42"/>
    <dgm:cxn modelId="{D12432EF-5CE8-424C-B95D-1FD29CA2FEFB}" srcId="{BDD455D4-FEAA-4E30-8D4E-48E00088B3B6}" destId="{5CF2288F-D546-4A5A-B3A6-D63423BD05BA}" srcOrd="11" destOrd="0" parTransId="{E0B627AA-9B86-48D5-9491-E4AA36ED7C8A}" sibTransId="{CEDFCA37-E25F-4C24-BDE0-504DB74C29A8}"/>
    <dgm:cxn modelId="{8D7AD02F-CDF9-4B4F-B14C-5C739CF5BE5D}" srcId="{BDD455D4-FEAA-4E30-8D4E-48E00088B3B6}" destId="{A26B5C5C-C518-4B4A-A513-63874F778EC3}" srcOrd="2" destOrd="0" parTransId="{C3DB66E2-D111-4CED-99D0-F80720F2AB03}" sibTransId="{A7D83D99-926D-474E-AE4A-10483BAC4D3C}"/>
    <dgm:cxn modelId="{4227492F-2E98-49BA-A28A-7F039CE6D9B7}" type="presOf" srcId="{BDD455D4-FEAA-4E30-8D4E-48E00088B3B6}" destId="{AD809960-376B-4D64-9FAD-AB4E4B175F53}" srcOrd="0" destOrd="0" presId="urn:microsoft.com/office/officeart/2005/8/layout/default#42"/>
    <dgm:cxn modelId="{D55C10D9-EB0E-4D43-AB7A-9ACDF858F37E}" type="presOf" srcId="{7B3DF310-5919-409E-9CEB-78168F05B2CD}" destId="{29D5F7DC-34B9-4230-9FDB-0A2C8BAC95DF}" srcOrd="0" destOrd="0" presId="urn:microsoft.com/office/officeart/2005/8/layout/default#42"/>
    <dgm:cxn modelId="{6DD74471-3681-4E37-A53A-55B9881A4D81}" type="presOf" srcId="{A52A10AB-DAEF-4ECB-8CE7-6748D063D3CB}" destId="{761FDF24-1C4E-4999-BCE5-732F33C480CD}" srcOrd="0" destOrd="0" presId="urn:microsoft.com/office/officeart/2005/8/layout/default#42"/>
    <dgm:cxn modelId="{B2855E7E-6A68-40FD-8EE6-3DD1D468DD8D}" srcId="{BDD455D4-FEAA-4E30-8D4E-48E00088B3B6}" destId="{475F3E8D-7F7C-48C3-B3F3-26A2608E44A5}" srcOrd="8" destOrd="0" parTransId="{1E95BD83-0896-4C43-B6D7-4D7EEC6B3BA3}" sibTransId="{A2E8F518-C43B-4FE5-A96A-FD2B1BA9A6B2}"/>
    <dgm:cxn modelId="{5F8E26C6-7F6F-4224-A290-5AE6448CB858}" type="presOf" srcId="{3F2AD896-5E5E-4B1F-8C78-27A073A5283C}" destId="{F220199B-2BF8-4944-B2B5-B2D17CCD958B}" srcOrd="0" destOrd="0" presId="urn:microsoft.com/office/officeart/2005/8/layout/default#42"/>
    <dgm:cxn modelId="{C3BE4C2D-CA31-4B7A-8CAA-2A3F69C9E530}" type="presOf" srcId="{5CF2288F-D546-4A5A-B3A6-D63423BD05BA}" destId="{B2632136-AB2D-4040-88B2-708062BC9F65}" srcOrd="0" destOrd="0" presId="urn:microsoft.com/office/officeart/2005/8/layout/default#42"/>
    <dgm:cxn modelId="{6A343B3B-3039-4B45-BB06-FF09824D8337}" type="presOf" srcId="{910E125A-CEC2-4071-98B8-4A4AC0475287}" destId="{8385C82B-A7AD-4BF2-ABB2-F4F1C32759E3}" srcOrd="0" destOrd="0" presId="urn:microsoft.com/office/officeart/2005/8/layout/default#42"/>
    <dgm:cxn modelId="{CEB89811-9410-4E07-949F-7E1751026E0D}" srcId="{BDD455D4-FEAA-4E30-8D4E-48E00088B3B6}" destId="{D020948C-160C-4F88-B9D6-F603C0040363}" srcOrd="5" destOrd="0" parTransId="{030B60BD-378C-4829-B765-752CEC62BB07}" sibTransId="{51A57021-7083-437C-B141-89DA73F5772B}"/>
    <dgm:cxn modelId="{D61618FB-FD61-45D9-8255-0B40E3FEEF6E}" srcId="{BDD455D4-FEAA-4E30-8D4E-48E00088B3B6}" destId="{8B1800AE-AA5A-4986-9E84-8ABD9CB8EB5D}" srcOrd="14" destOrd="0" parTransId="{0F59F2AE-B2AB-4614-A137-BB54EC3AA896}" sibTransId="{0436A1C5-279C-450C-BB60-E17CA30A68C9}"/>
    <dgm:cxn modelId="{BB90064A-987F-4D8F-846B-CB5818195BB7}" type="presOf" srcId="{D8F71D07-E92E-48BE-A77B-5CFF26184E98}" destId="{418F5F6B-B643-4A91-871E-4CF1BD34A817}" srcOrd="0" destOrd="0" presId="urn:microsoft.com/office/officeart/2005/8/layout/default#42"/>
    <dgm:cxn modelId="{42FA402D-F175-4A4B-B9B1-94BA8FA183AC}" type="presOf" srcId="{CA8C38F3-1C27-4556-BF79-C2B7014B8213}" destId="{E2EEADF4-2D44-4465-8B59-3BB8155AB208}" srcOrd="0" destOrd="0" presId="urn:microsoft.com/office/officeart/2005/8/layout/default#42"/>
    <dgm:cxn modelId="{85B3904D-2A5E-435A-82B0-4761479CE9B4}" srcId="{BDD455D4-FEAA-4E30-8D4E-48E00088B3B6}" destId="{C447C2B5-5BF7-419E-8EBF-DD694B5BAB63}" srcOrd="1" destOrd="0" parTransId="{9BEDD45F-7898-4EBA-A7C0-01B401F7E5D7}" sibTransId="{440CF058-68EB-4BC5-838C-F72723C0A92A}"/>
    <dgm:cxn modelId="{4C550D6B-1433-4112-A44B-B258965CCAC5}" type="presOf" srcId="{C447C2B5-5BF7-419E-8EBF-DD694B5BAB63}" destId="{56324F85-D8A0-4D19-B7E5-505E39939296}" srcOrd="0" destOrd="0" presId="urn:microsoft.com/office/officeart/2005/8/layout/default#42"/>
    <dgm:cxn modelId="{F6C623CC-96A7-4544-BA54-C240E62A6C3E}" srcId="{BDD455D4-FEAA-4E30-8D4E-48E00088B3B6}" destId="{3F2AD896-5E5E-4B1F-8C78-27A073A5283C}" srcOrd="7" destOrd="0" parTransId="{79FFC94E-5E9D-4E80-9057-CF0052C4D6A5}" sibTransId="{793C7E5D-EFC4-4913-9685-6F82647488FD}"/>
    <dgm:cxn modelId="{CA831171-0BAB-4338-8931-17DFFB297687}" srcId="{BDD455D4-FEAA-4E30-8D4E-48E00088B3B6}" destId="{CA8C38F3-1C27-4556-BF79-C2B7014B8213}" srcOrd="6" destOrd="0" parTransId="{C292D245-3261-491A-8AEB-D40EFB57E27F}" sibTransId="{EB969E79-76C0-4B29-9C5D-63EAB6B681A4}"/>
    <dgm:cxn modelId="{CD62A38D-8C0E-493F-8DA2-4B6431F4E38B}" srcId="{BDD455D4-FEAA-4E30-8D4E-48E00088B3B6}" destId="{7B3DF310-5919-409E-9CEB-78168F05B2CD}" srcOrd="9" destOrd="0" parTransId="{8984C65D-A27B-48F5-8D36-3723E15155B6}" sibTransId="{C70BD5B7-052C-4996-9C66-F5595E14F7F6}"/>
    <dgm:cxn modelId="{63F60555-D30E-4C2A-903B-D645B3CBC57A}" srcId="{BDD455D4-FEAA-4E30-8D4E-48E00088B3B6}" destId="{A52A10AB-DAEF-4ECB-8CE7-6748D063D3CB}" srcOrd="10" destOrd="0" parTransId="{2A191A58-EF9E-4AE2-9608-41D0EBFC39EE}" sibTransId="{6885A976-4497-4601-A14E-A811E5BDC996}"/>
    <dgm:cxn modelId="{7BC3E48C-E1C0-4B5F-A0D7-9CD884EF0D78}" srcId="{BDD455D4-FEAA-4E30-8D4E-48E00088B3B6}" destId="{62F41540-EC4D-42B2-A3A9-7814D8861455}" srcOrd="13" destOrd="0" parTransId="{5398AF67-6AE9-4E70-A3C4-27D3EF53633E}" sibTransId="{D4827BA3-23C4-4EFB-A2E3-2C6C4E539D49}"/>
    <dgm:cxn modelId="{46520AE1-E322-469B-B5C3-34C05E17691F}" srcId="{BDD455D4-FEAA-4E30-8D4E-48E00088B3B6}" destId="{4821E1A4-AF7A-4A3E-B926-D10603EAB49A}" srcOrd="12" destOrd="0" parTransId="{67A970D3-2EA9-4DA1-BF48-4C10DCEF0C3E}" sibTransId="{8D205F42-D9BD-4920-825D-9EC3A1451C16}"/>
    <dgm:cxn modelId="{F1784D7A-9902-4AFF-8DD2-C7120B1B3D4A}" type="presOf" srcId="{12141673-DD4E-4CAB-AEEA-11E722C3D393}" destId="{64B152F4-D0CC-4AD1-A2CD-030335589089}" srcOrd="0" destOrd="0" presId="urn:microsoft.com/office/officeart/2005/8/layout/default#42"/>
    <dgm:cxn modelId="{EDDCD72A-0FC7-4532-A263-16D0D8878EC2}" type="presOf" srcId="{D020948C-160C-4F88-B9D6-F603C0040363}" destId="{19D889F4-852B-45F4-ABB4-3FB9D9149D0D}" srcOrd="0" destOrd="0" presId="urn:microsoft.com/office/officeart/2005/8/layout/default#42"/>
    <dgm:cxn modelId="{69752D01-17ED-4229-B739-08938ACD3D9D}" type="presOf" srcId="{4821E1A4-AF7A-4A3E-B926-D10603EAB49A}" destId="{6EF44B0E-FD63-48DD-B258-1718CB589CBF}" srcOrd="0" destOrd="0" presId="urn:microsoft.com/office/officeart/2005/8/layout/default#42"/>
    <dgm:cxn modelId="{7B054F45-741F-4E74-B9A7-842E7E7E68D8}" srcId="{BDD455D4-FEAA-4E30-8D4E-48E00088B3B6}" destId="{12141673-DD4E-4CAB-AEEA-11E722C3D393}" srcOrd="4" destOrd="0" parTransId="{016EFE68-B851-49CD-882A-42E53BFE3432}" sibTransId="{7FCB3632-2D8A-4CC3-9AA1-CC829E4FECD5}"/>
    <dgm:cxn modelId="{4AD53B33-11EC-480E-8528-C175FD1CCBDF}" srcId="{BDD455D4-FEAA-4E30-8D4E-48E00088B3B6}" destId="{D8F71D07-E92E-48BE-A77B-5CFF26184E98}" srcOrd="0" destOrd="0" parTransId="{F8FA8A8C-4721-48FA-ABD7-E53A44043A0F}" sibTransId="{B73A2BB2-292E-43E9-A2DF-420BFDB21B17}"/>
    <dgm:cxn modelId="{D6D926AF-69D9-4731-B2E5-183698F01CDD}" srcId="{BDD455D4-FEAA-4E30-8D4E-48E00088B3B6}" destId="{910E125A-CEC2-4071-98B8-4A4AC0475287}" srcOrd="3" destOrd="0" parTransId="{16B5A62C-C31F-467C-B1E9-B9580E610E81}" sibTransId="{0526CC86-4D6C-4A98-8C6C-12C7748B2E1A}"/>
    <dgm:cxn modelId="{03421902-CA22-408E-AFA6-5B872A277594}" type="presParOf" srcId="{AD809960-376B-4D64-9FAD-AB4E4B175F53}" destId="{418F5F6B-B643-4A91-871E-4CF1BD34A817}" srcOrd="0" destOrd="0" presId="urn:microsoft.com/office/officeart/2005/8/layout/default#42"/>
    <dgm:cxn modelId="{BFE8B3D5-7D3F-4012-AB94-1AFA2999BEB0}" type="presParOf" srcId="{AD809960-376B-4D64-9FAD-AB4E4B175F53}" destId="{DA6FFB36-AC31-4788-B4C7-CE1B4FDE18AB}" srcOrd="1" destOrd="0" presId="urn:microsoft.com/office/officeart/2005/8/layout/default#42"/>
    <dgm:cxn modelId="{E1BFA61D-F8A6-4FD2-8D53-81288DFE10C9}" type="presParOf" srcId="{AD809960-376B-4D64-9FAD-AB4E4B175F53}" destId="{56324F85-D8A0-4D19-B7E5-505E39939296}" srcOrd="2" destOrd="0" presId="urn:microsoft.com/office/officeart/2005/8/layout/default#42"/>
    <dgm:cxn modelId="{F8B73D4D-1080-4E3F-9F60-CEBD739D86AB}" type="presParOf" srcId="{AD809960-376B-4D64-9FAD-AB4E4B175F53}" destId="{02E608B4-FFDD-41DA-9500-E0CA0D7B39C3}" srcOrd="3" destOrd="0" presId="urn:microsoft.com/office/officeart/2005/8/layout/default#42"/>
    <dgm:cxn modelId="{9C2DC16D-E970-41FB-BFCF-7E8438DE15FB}" type="presParOf" srcId="{AD809960-376B-4D64-9FAD-AB4E4B175F53}" destId="{935F1000-FC37-4CBB-AA90-81B1C8E9AAC9}" srcOrd="4" destOrd="0" presId="urn:microsoft.com/office/officeart/2005/8/layout/default#42"/>
    <dgm:cxn modelId="{EC9A5281-CA07-4B45-AA2B-1502A2CC3A53}" type="presParOf" srcId="{AD809960-376B-4D64-9FAD-AB4E4B175F53}" destId="{3CA04B13-177A-4116-9B47-C3DF49349C0E}" srcOrd="5" destOrd="0" presId="urn:microsoft.com/office/officeart/2005/8/layout/default#42"/>
    <dgm:cxn modelId="{F1F14A6D-C96F-47FB-AE69-9F2837AFB802}" type="presParOf" srcId="{AD809960-376B-4D64-9FAD-AB4E4B175F53}" destId="{8385C82B-A7AD-4BF2-ABB2-F4F1C32759E3}" srcOrd="6" destOrd="0" presId="urn:microsoft.com/office/officeart/2005/8/layout/default#42"/>
    <dgm:cxn modelId="{6D3816C8-4C7A-4D69-A4A3-3488BEAB0C82}" type="presParOf" srcId="{AD809960-376B-4D64-9FAD-AB4E4B175F53}" destId="{F048C813-4510-4C39-875C-DE953C2DFE51}" srcOrd="7" destOrd="0" presId="urn:microsoft.com/office/officeart/2005/8/layout/default#42"/>
    <dgm:cxn modelId="{82C49E4A-9C62-4081-8569-91AF20C6F7E2}" type="presParOf" srcId="{AD809960-376B-4D64-9FAD-AB4E4B175F53}" destId="{64B152F4-D0CC-4AD1-A2CD-030335589089}" srcOrd="8" destOrd="0" presId="urn:microsoft.com/office/officeart/2005/8/layout/default#42"/>
    <dgm:cxn modelId="{713F45E6-E7EE-4604-846B-FD245523375E}" type="presParOf" srcId="{AD809960-376B-4D64-9FAD-AB4E4B175F53}" destId="{7D634488-4F50-46E5-8CAF-FC895D591238}" srcOrd="9" destOrd="0" presId="urn:microsoft.com/office/officeart/2005/8/layout/default#42"/>
    <dgm:cxn modelId="{062FF59E-E73F-4BB6-B36A-1F3A7A689B00}" type="presParOf" srcId="{AD809960-376B-4D64-9FAD-AB4E4B175F53}" destId="{19D889F4-852B-45F4-ABB4-3FB9D9149D0D}" srcOrd="10" destOrd="0" presId="urn:microsoft.com/office/officeart/2005/8/layout/default#42"/>
    <dgm:cxn modelId="{18FA6BD0-1E60-4933-9986-DBA299C61D2A}" type="presParOf" srcId="{AD809960-376B-4D64-9FAD-AB4E4B175F53}" destId="{426A404E-DE41-4861-BE0E-E5010BCFE1BD}" srcOrd="11" destOrd="0" presId="urn:microsoft.com/office/officeart/2005/8/layout/default#42"/>
    <dgm:cxn modelId="{8BC5FD43-1926-4A54-983D-CDF37B7FFD26}" type="presParOf" srcId="{AD809960-376B-4D64-9FAD-AB4E4B175F53}" destId="{E2EEADF4-2D44-4465-8B59-3BB8155AB208}" srcOrd="12" destOrd="0" presId="urn:microsoft.com/office/officeart/2005/8/layout/default#42"/>
    <dgm:cxn modelId="{8B0D66B4-1665-4AF0-A13A-265FD372412F}" type="presParOf" srcId="{AD809960-376B-4D64-9FAD-AB4E4B175F53}" destId="{0EDCA7D9-39AB-49A0-B2E1-B6012BCA4DD6}" srcOrd="13" destOrd="0" presId="urn:microsoft.com/office/officeart/2005/8/layout/default#42"/>
    <dgm:cxn modelId="{EF63D70D-9E79-453B-8A29-8FE30FC84F5C}" type="presParOf" srcId="{AD809960-376B-4D64-9FAD-AB4E4B175F53}" destId="{F220199B-2BF8-4944-B2B5-B2D17CCD958B}" srcOrd="14" destOrd="0" presId="urn:microsoft.com/office/officeart/2005/8/layout/default#42"/>
    <dgm:cxn modelId="{33821969-EDE5-4411-8769-D6F78A868ECC}" type="presParOf" srcId="{AD809960-376B-4D64-9FAD-AB4E4B175F53}" destId="{4BE1A293-5F89-4616-A975-DE30977E0550}" srcOrd="15" destOrd="0" presId="urn:microsoft.com/office/officeart/2005/8/layout/default#42"/>
    <dgm:cxn modelId="{7515D5F8-C911-4E27-BDBF-C008CF226CE7}" type="presParOf" srcId="{AD809960-376B-4D64-9FAD-AB4E4B175F53}" destId="{195451DC-4B40-416A-BC5F-4F05A47E5C86}" srcOrd="16" destOrd="0" presId="urn:microsoft.com/office/officeart/2005/8/layout/default#42"/>
    <dgm:cxn modelId="{52A86730-A3FB-476F-91FD-B274BA4F1214}" type="presParOf" srcId="{AD809960-376B-4D64-9FAD-AB4E4B175F53}" destId="{7D34A129-738C-4A09-A815-8D9EC09F3924}" srcOrd="17" destOrd="0" presId="urn:microsoft.com/office/officeart/2005/8/layout/default#42"/>
    <dgm:cxn modelId="{EFB79F6B-A5F6-4FC9-A53A-6182D53A8F0F}" type="presParOf" srcId="{AD809960-376B-4D64-9FAD-AB4E4B175F53}" destId="{29D5F7DC-34B9-4230-9FDB-0A2C8BAC95DF}" srcOrd="18" destOrd="0" presId="urn:microsoft.com/office/officeart/2005/8/layout/default#42"/>
    <dgm:cxn modelId="{91BCC0E0-CDA4-4C5E-AFF9-7D8B2863C89E}" type="presParOf" srcId="{AD809960-376B-4D64-9FAD-AB4E4B175F53}" destId="{4DF337DE-1522-4AC9-A3BB-05F728271D2B}" srcOrd="19" destOrd="0" presId="urn:microsoft.com/office/officeart/2005/8/layout/default#42"/>
    <dgm:cxn modelId="{11925AC6-DFF3-4909-9796-1F7E1299AE61}" type="presParOf" srcId="{AD809960-376B-4D64-9FAD-AB4E4B175F53}" destId="{761FDF24-1C4E-4999-BCE5-732F33C480CD}" srcOrd="20" destOrd="0" presId="urn:microsoft.com/office/officeart/2005/8/layout/default#42"/>
    <dgm:cxn modelId="{1E5A4DE9-2EBC-4721-8EEE-F50A6C1A689F}" type="presParOf" srcId="{AD809960-376B-4D64-9FAD-AB4E4B175F53}" destId="{ABF19736-8E57-495D-8FEC-1CCAC898A8BC}" srcOrd="21" destOrd="0" presId="urn:microsoft.com/office/officeart/2005/8/layout/default#42"/>
    <dgm:cxn modelId="{AAD551D2-1E32-43F6-85A3-4017F4C486EA}" type="presParOf" srcId="{AD809960-376B-4D64-9FAD-AB4E4B175F53}" destId="{B2632136-AB2D-4040-88B2-708062BC9F65}" srcOrd="22" destOrd="0" presId="urn:microsoft.com/office/officeart/2005/8/layout/default#42"/>
    <dgm:cxn modelId="{CC226E11-6424-4189-8F98-D1276807D42A}" type="presParOf" srcId="{AD809960-376B-4D64-9FAD-AB4E4B175F53}" destId="{00096D89-FBB4-49AA-B66A-A619D0D45B9A}" srcOrd="23" destOrd="0" presId="urn:microsoft.com/office/officeart/2005/8/layout/default#42"/>
    <dgm:cxn modelId="{FA1FD805-2110-4DA9-B805-59A8C9E01EDD}" type="presParOf" srcId="{AD809960-376B-4D64-9FAD-AB4E4B175F53}" destId="{6EF44B0E-FD63-48DD-B258-1718CB589CBF}" srcOrd="24" destOrd="0" presId="urn:microsoft.com/office/officeart/2005/8/layout/default#42"/>
    <dgm:cxn modelId="{A6B215C6-59C4-44EA-B160-7B4AD0CB3F23}" type="presParOf" srcId="{AD809960-376B-4D64-9FAD-AB4E4B175F53}" destId="{96916EF6-5BC0-43A8-BA80-B6BE0C6DB56C}" srcOrd="25" destOrd="0" presId="urn:microsoft.com/office/officeart/2005/8/layout/default#42"/>
    <dgm:cxn modelId="{5DA42ADD-CCC7-450C-9FC5-F57E6530F98D}" type="presParOf" srcId="{AD809960-376B-4D64-9FAD-AB4E4B175F53}" destId="{0B644EFA-73D3-44D9-BD0B-1F8C2CD790E5}" srcOrd="26" destOrd="0" presId="urn:microsoft.com/office/officeart/2005/8/layout/default#42"/>
    <dgm:cxn modelId="{62A00554-FCD4-412A-86A0-8E4D8EFCF9B4}" type="presParOf" srcId="{AD809960-376B-4D64-9FAD-AB4E4B175F53}" destId="{79C3EAA1-3113-400C-8EC7-303F8E191FEE}" srcOrd="27" destOrd="0" presId="urn:microsoft.com/office/officeart/2005/8/layout/default#42"/>
    <dgm:cxn modelId="{8AF9D57B-1368-4B96-8DEE-06BA7876B7CA}" type="presParOf" srcId="{AD809960-376B-4D64-9FAD-AB4E4B175F53}" destId="{5A1E3288-573F-4C18-AF93-A2A62BD7968E}" srcOrd="28" destOrd="0" presId="urn:microsoft.com/office/officeart/2005/8/layout/default#42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9E4CE37-50AD-49E9-AA9F-29E6E7D4862F}" type="doc">
      <dgm:prSet loTypeId="urn:microsoft.com/office/officeart/2005/8/layout/vList2" loCatId="list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en-US"/>
        </a:p>
      </dgm:t>
    </dgm:pt>
    <dgm:pt modelId="{D1A74DB9-8C97-44F8-B13E-B89EC9FAE735}">
      <dgm:prSet/>
      <dgm:spPr/>
      <dgm:t>
        <a:bodyPr/>
        <a:lstStyle/>
        <a:p>
          <a:r>
            <a:rPr lang="en-US" b="1" dirty="0" smtClean="0">
              <a:solidFill>
                <a:srgbClr val="A52439"/>
              </a:solidFill>
            </a:rPr>
            <a:t>Text messaging</a:t>
          </a:r>
          <a:r>
            <a:rPr lang="en-US" b="0" dirty="0" smtClean="0">
              <a:solidFill>
                <a:srgbClr val="A52439"/>
              </a:solidFill>
            </a:rPr>
            <a:t>  </a:t>
          </a:r>
          <a:r>
            <a:rPr lang="en-US" b="0" dirty="0" smtClean="0">
              <a:solidFill>
                <a:schemeClr val="tx1"/>
              </a:solidFill>
            </a:rPr>
            <a:t>(</a:t>
          </a:r>
          <a:r>
            <a:rPr lang="en-US" b="1" dirty="0" smtClean="0">
              <a:solidFill>
                <a:srgbClr val="A52439"/>
              </a:solidFill>
            </a:rPr>
            <a:t>SMS</a:t>
          </a:r>
          <a:r>
            <a:rPr lang="en-US" b="0" dirty="0" smtClean="0">
              <a:solidFill>
                <a:schemeClr val="tx1"/>
              </a:solidFill>
            </a:rPr>
            <a:t>)</a:t>
          </a:r>
          <a:r>
            <a:rPr lang="en-US" b="0" dirty="0" smtClean="0">
              <a:solidFill>
                <a:srgbClr val="A52439"/>
              </a:solidFill>
            </a:rPr>
            <a:t> </a:t>
          </a:r>
          <a:r>
            <a:rPr lang="en-US" b="0" dirty="0" smtClean="0"/>
            <a:t>allows users to send and receive short text messages on a phone or other mobile device or computer</a:t>
          </a:r>
          <a:endParaRPr lang="en-US" b="1" dirty="0"/>
        </a:p>
      </dgm:t>
    </dgm:pt>
    <dgm:pt modelId="{CDA57479-BA5D-4311-816E-C8FC477328BB}" type="parTrans" cxnId="{2A798BA5-3DB7-4D27-B441-3BAE8A092641}">
      <dgm:prSet/>
      <dgm:spPr/>
      <dgm:t>
        <a:bodyPr/>
        <a:lstStyle/>
        <a:p>
          <a:endParaRPr lang="en-US"/>
        </a:p>
      </dgm:t>
    </dgm:pt>
    <dgm:pt modelId="{B4BD3144-332F-45A5-9B9C-EAABFB426211}" type="sibTrans" cxnId="{2A798BA5-3DB7-4D27-B441-3BAE8A092641}">
      <dgm:prSet/>
      <dgm:spPr/>
      <dgm:t>
        <a:bodyPr/>
        <a:lstStyle/>
        <a:p>
          <a:endParaRPr lang="en-US"/>
        </a:p>
      </dgm:t>
    </dgm:pt>
    <dgm:pt modelId="{164106D4-CCD6-4A48-8AFB-34ED96E81A25}">
      <dgm:prSet/>
      <dgm:spPr/>
      <dgm:t>
        <a:bodyPr/>
        <a:lstStyle/>
        <a:p>
          <a:r>
            <a:rPr lang="en-US" b="1" dirty="0" smtClean="0">
              <a:solidFill>
                <a:srgbClr val="A52439"/>
              </a:solidFill>
            </a:rPr>
            <a:t>Picture messaging</a:t>
          </a:r>
          <a:r>
            <a:rPr lang="en-US" b="0" dirty="0" smtClean="0">
              <a:solidFill>
                <a:srgbClr val="A52439"/>
              </a:solidFill>
            </a:rPr>
            <a:t> </a:t>
          </a:r>
          <a:r>
            <a:rPr lang="en-US" b="0" dirty="0" smtClean="0"/>
            <a:t>allows users to send pictures and sound files</a:t>
          </a:r>
          <a:endParaRPr lang="en-US" b="1" dirty="0"/>
        </a:p>
      </dgm:t>
    </dgm:pt>
    <dgm:pt modelId="{5E0F2B26-BAC3-40D8-85D2-9BB36ADFF496}" type="parTrans" cxnId="{73B9D9FB-61B1-4518-8022-FEB009CAAF33}">
      <dgm:prSet/>
      <dgm:spPr/>
      <dgm:t>
        <a:bodyPr/>
        <a:lstStyle/>
        <a:p>
          <a:endParaRPr lang="en-US"/>
        </a:p>
      </dgm:t>
    </dgm:pt>
    <dgm:pt modelId="{1435A36F-910E-4679-82E0-932CB71EEF4F}" type="sibTrans" cxnId="{73B9D9FB-61B1-4518-8022-FEB009CAAF33}">
      <dgm:prSet/>
      <dgm:spPr/>
      <dgm:t>
        <a:bodyPr/>
        <a:lstStyle/>
        <a:p>
          <a:endParaRPr lang="en-US"/>
        </a:p>
      </dgm:t>
    </dgm:pt>
    <dgm:pt modelId="{2D8E1C51-6879-412B-A0D7-76FB49D01605}">
      <dgm:prSet/>
      <dgm:spPr/>
      <dgm:t>
        <a:bodyPr/>
        <a:lstStyle/>
        <a:p>
          <a:r>
            <a:rPr lang="en-US" b="1" dirty="0" smtClean="0">
              <a:solidFill>
                <a:srgbClr val="A52439"/>
              </a:solidFill>
            </a:rPr>
            <a:t>Video messaging </a:t>
          </a:r>
          <a:r>
            <a:rPr lang="en-US" b="0" dirty="0" smtClean="0"/>
            <a:t>allows users to send short video clips</a:t>
          </a:r>
          <a:endParaRPr lang="en-US" b="1" dirty="0"/>
        </a:p>
      </dgm:t>
    </dgm:pt>
    <dgm:pt modelId="{B4412E63-3BDC-4FC3-A4B2-3D90B896383D}" type="parTrans" cxnId="{84FE02B8-409F-4F92-9866-23F8A4664B30}">
      <dgm:prSet/>
      <dgm:spPr/>
      <dgm:t>
        <a:bodyPr/>
        <a:lstStyle/>
        <a:p>
          <a:endParaRPr lang="en-US"/>
        </a:p>
      </dgm:t>
    </dgm:pt>
    <dgm:pt modelId="{7442E578-1DCC-4275-ACF5-4F3F14770D62}" type="sibTrans" cxnId="{84FE02B8-409F-4F92-9866-23F8A4664B30}">
      <dgm:prSet/>
      <dgm:spPr/>
      <dgm:t>
        <a:bodyPr/>
        <a:lstStyle/>
        <a:p>
          <a:endParaRPr lang="en-US"/>
        </a:p>
      </dgm:t>
    </dgm:pt>
    <dgm:pt modelId="{CD569442-58F1-45C3-8E5A-70022B1989B7}">
      <dgm:prSet/>
      <dgm:spPr/>
      <dgm:t>
        <a:bodyPr/>
        <a:lstStyle/>
        <a:p>
          <a:r>
            <a:rPr lang="en-US" b="0" dirty="0" smtClean="0"/>
            <a:t>Wireless instant messaging allows wireless users to exchange real-time messages with one or more other users</a:t>
          </a:r>
          <a:endParaRPr lang="en-US" b="0" dirty="0"/>
        </a:p>
      </dgm:t>
    </dgm:pt>
    <dgm:pt modelId="{3D085E90-B887-47EC-86FF-F98D81C4FB7A}" type="parTrans" cxnId="{78C69C0E-566D-48E2-9D54-EA5DBC2E2967}">
      <dgm:prSet/>
      <dgm:spPr/>
      <dgm:t>
        <a:bodyPr/>
        <a:lstStyle/>
        <a:p>
          <a:endParaRPr lang="en-US"/>
        </a:p>
      </dgm:t>
    </dgm:pt>
    <dgm:pt modelId="{DB822C6A-2ED4-4E1A-BC9A-644450E397F6}" type="sibTrans" cxnId="{78C69C0E-566D-48E2-9D54-EA5DBC2E2967}">
      <dgm:prSet/>
      <dgm:spPr/>
      <dgm:t>
        <a:bodyPr/>
        <a:lstStyle/>
        <a:p>
          <a:endParaRPr lang="en-US"/>
        </a:p>
      </dgm:t>
    </dgm:pt>
    <dgm:pt modelId="{82062134-1C89-4DE2-BA29-7CB879C93DFC}" type="pres">
      <dgm:prSet presAssocID="{B9E4CE37-50AD-49E9-AA9F-29E6E7D4862F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D1933DA5-1B4D-41E7-91F4-5573D8825EF7}" type="pres">
      <dgm:prSet presAssocID="{D1A74DB9-8C97-44F8-B13E-B89EC9FAE735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0A98F76-4221-4AEC-A2F4-05AE3672DB64}" type="pres">
      <dgm:prSet presAssocID="{B4BD3144-332F-45A5-9B9C-EAABFB426211}" presName="spacer" presStyleCnt="0"/>
      <dgm:spPr/>
    </dgm:pt>
    <dgm:pt modelId="{2DB98FDB-4129-451F-BBF5-AD2BBB4FD7EB}" type="pres">
      <dgm:prSet presAssocID="{164106D4-CCD6-4A48-8AFB-34ED96E81A25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F77F742-ED2A-4B10-B28E-05A19FB26B47}" type="pres">
      <dgm:prSet presAssocID="{1435A36F-910E-4679-82E0-932CB71EEF4F}" presName="spacer" presStyleCnt="0"/>
      <dgm:spPr/>
    </dgm:pt>
    <dgm:pt modelId="{E86B084E-D165-402E-ABB2-9B47831A601D}" type="pres">
      <dgm:prSet presAssocID="{2D8E1C51-6879-412B-A0D7-76FB49D01605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C5A4DB8-7D4D-4836-8372-DE5C40F50F44}" type="pres">
      <dgm:prSet presAssocID="{7442E578-1DCC-4275-ACF5-4F3F14770D62}" presName="spacer" presStyleCnt="0"/>
      <dgm:spPr/>
    </dgm:pt>
    <dgm:pt modelId="{ABC1BAF0-76A4-4C1C-BFDA-2925CB670379}" type="pres">
      <dgm:prSet presAssocID="{CD569442-58F1-45C3-8E5A-70022B1989B7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0F707D9-6782-4D27-BD99-450DEE6A3D32}" type="presOf" srcId="{CD569442-58F1-45C3-8E5A-70022B1989B7}" destId="{ABC1BAF0-76A4-4C1C-BFDA-2925CB670379}" srcOrd="0" destOrd="0" presId="urn:microsoft.com/office/officeart/2005/8/layout/vList2"/>
    <dgm:cxn modelId="{8EBF1150-2AF9-4B13-8F9A-27E611ABFD12}" type="presOf" srcId="{D1A74DB9-8C97-44F8-B13E-B89EC9FAE735}" destId="{D1933DA5-1B4D-41E7-91F4-5573D8825EF7}" srcOrd="0" destOrd="0" presId="urn:microsoft.com/office/officeart/2005/8/layout/vList2"/>
    <dgm:cxn modelId="{C1A1DC8A-540B-40C8-BD73-D18087EABB57}" type="presOf" srcId="{164106D4-CCD6-4A48-8AFB-34ED96E81A25}" destId="{2DB98FDB-4129-451F-BBF5-AD2BBB4FD7EB}" srcOrd="0" destOrd="0" presId="urn:microsoft.com/office/officeart/2005/8/layout/vList2"/>
    <dgm:cxn modelId="{78C69C0E-566D-48E2-9D54-EA5DBC2E2967}" srcId="{B9E4CE37-50AD-49E9-AA9F-29E6E7D4862F}" destId="{CD569442-58F1-45C3-8E5A-70022B1989B7}" srcOrd="3" destOrd="0" parTransId="{3D085E90-B887-47EC-86FF-F98D81C4FB7A}" sibTransId="{DB822C6A-2ED4-4E1A-BC9A-644450E397F6}"/>
    <dgm:cxn modelId="{65BC66FD-87E4-4D5F-B8BD-77131DFFFF76}" type="presOf" srcId="{B9E4CE37-50AD-49E9-AA9F-29E6E7D4862F}" destId="{82062134-1C89-4DE2-BA29-7CB879C93DFC}" srcOrd="0" destOrd="0" presId="urn:microsoft.com/office/officeart/2005/8/layout/vList2"/>
    <dgm:cxn modelId="{315CE93C-F338-4A1F-9EDD-F18696CDF462}" type="presOf" srcId="{2D8E1C51-6879-412B-A0D7-76FB49D01605}" destId="{E86B084E-D165-402E-ABB2-9B47831A601D}" srcOrd="0" destOrd="0" presId="urn:microsoft.com/office/officeart/2005/8/layout/vList2"/>
    <dgm:cxn modelId="{73B9D9FB-61B1-4518-8022-FEB009CAAF33}" srcId="{B9E4CE37-50AD-49E9-AA9F-29E6E7D4862F}" destId="{164106D4-CCD6-4A48-8AFB-34ED96E81A25}" srcOrd="1" destOrd="0" parTransId="{5E0F2B26-BAC3-40D8-85D2-9BB36ADFF496}" sibTransId="{1435A36F-910E-4679-82E0-932CB71EEF4F}"/>
    <dgm:cxn modelId="{84FE02B8-409F-4F92-9866-23F8A4664B30}" srcId="{B9E4CE37-50AD-49E9-AA9F-29E6E7D4862F}" destId="{2D8E1C51-6879-412B-A0D7-76FB49D01605}" srcOrd="2" destOrd="0" parTransId="{B4412E63-3BDC-4FC3-A4B2-3D90B896383D}" sibTransId="{7442E578-1DCC-4275-ACF5-4F3F14770D62}"/>
    <dgm:cxn modelId="{2A798BA5-3DB7-4D27-B441-3BAE8A092641}" srcId="{B9E4CE37-50AD-49E9-AA9F-29E6E7D4862F}" destId="{D1A74DB9-8C97-44F8-B13E-B89EC9FAE735}" srcOrd="0" destOrd="0" parTransId="{CDA57479-BA5D-4311-816E-C8FC477328BB}" sibTransId="{B4BD3144-332F-45A5-9B9C-EAABFB426211}"/>
    <dgm:cxn modelId="{0E91F019-EF07-4EA6-97C9-BBFFA51708DD}" type="presParOf" srcId="{82062134-1C89-4DE2-BA29-7CB879C93DFC}" destId="{D1933DA5-1B4D-41E7-91F4-5573D8825EF7}" srcOrd="0" destOrd="0" presId="urn:microsoft.com/office/officeart/2005/8/layout/vList2"/>
    <dgm:cxn modelId="{9DA64DF5-73FB-4838-A35E-3BEB61802B84}" type="presParOf" srcId="{82062134-1C89-4DE2-BA29-7CB879C93DFC}" destId="{B0A98F76-4221-4AEC-A2F4-05AE3672DB64}" srcOrd="1" destOrd="0" presId="urn:microsoft.com/office/officeart/2005/8/layout/vList2"/>
    <dgm:cxn modelId="{4435E747-3094-4F11-A8C5-46B119722C32}" type="presParOf" srcId="{82062134-1C89-4DE2-BA29-7CB879C93DFC}" destId="{2DB98FDB-4129-451F-BBF5-AD2BBB4FD7EB}" srcOrd="2" destOrd="0" presId="urn:microsoft.com/office/officeart/2005/8/layout/vList2"/>
    <dgm:cxn modelId="{7D73DF31-2AF0-4303-B81B-B8CDFA5BF7E8}" type="presParOf" srcId="{82062134-1C89-4DE2-BA29-7CB879C93DFC}" destId="{4F77F742-ED2A-4B10-B28E-05A19FB26B47}" srcOrd="3" destOrd="0" presId="urn:microsoft.com/office/officeart/2005/8/layout/vList2"/>
    <dgm:cxn modelId="{785341B6-EE5E-44CC-AEB1-73B1B71A93A4}" type="presParOf" srcId="{82062134-1C89-4DE2-BA29-7CB879C93DFC}" destId="{E86B084E-D165-402E-ABB2-9B47831A601D}" srcOrd="4" destOrd="0" presId="urn:microsoft.com/office/officeart/2005/8/layout/vList2"/>
    <dgm:cxn modelId="{E38144C6-7A56-4640-B73C-7B07C903CB17}" type="presParOf" srcId="{82062134-1C89-4DE2-BA29-7CB879C93DFC}" destId="{8C5A4DB8-7D4D-4836-8372-DE5C40F50F44}" srcOrd="5" destOrd="0" presId="urn:microsoft.com/office/officeart/2005/8/layout/vList2"/>
    <dgm:cxn modelId="{3439C3FE-F300-40CE-8B34-10A1B2C3B5F2}" type="presParOf" srcId="{82062134-1C89-4DE2-BA29-7CB879C93DFC}" destId="{ABC1BAF0-76A4-4C1C-BFDA-2925CB67037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986BACD-79CD-4C79-B13A-A97D34FEAAEF}" type="doc">
      <dgm:prSet loTypeId="urn:microsoft.com/office/officeart/2005/8/layout/default#43" loCatId="list" qsTypeId="urn:microsoft.com/office/officeart/2005/8/quickstyle/simple3" qsCatId="simple" csTypeId="urn:microsoft.com/office/officeart/2005/8/colors/accent2_4" csCatId="accent2" phldr="1"/>
      <dgm:spPr/>
      <dgm:t>
        <a:bodyPr/>
        <a:lstStyle/>
        <a:p>
          <a:endParaRPr lang="en-US"/>
        </a:p>
      </dgm:t>
    </dgm:pt>
    <dgm:pt modelId="{6E939734-8349-45FE-AB95-8DFAFCFEEC83}">
      <dgm:prSet phldrT="[Text]"/>
      <dgm:spPr/>
      <dgm:t>
        <a:bodyPr/>
        <a:lstStyle/>
        <a:p>
          <a:r>
            <a:rPr lang="en-US" dirty="0" smtClean="0"/>
            <a:t>Built into many mobile devices</a:t>
          </a:r>
          <a:endParaRPr lang="en-US" dirty="0"/>
        </a:p>
      </dgm:t>
    </dgm:pt>
    <dgm:pt modelId="{591467A1-6B99-4FBB-87A0-56A080B609FF}" type="parTrans" cxnId="{6D8008D0-FDB0-4CD9-A324-FCB5BEA18F1D}">
      <dgm:prSet/>
      <dgm:spPr/>
      <dgm:t>
        <a:bodyPr/>
        <a:lstStyle/>
        <a:p>
          <a:endParaRPr lang="en-US"/>
        </a:p>
      </dgm:t>
    </dgm:pt>
    <dgm:pt modelId="{62A89FE8-7C74-4B3F-AE32-836727AA8735}" type="sibTrans" cxnId="{6D8008D0-FDB0-4CD9-A324-FCB5BEA18F1D}">
      <dgm:prSet/>
      <dgm:spPr/>
      <dgm:t>
        <a:bodyPr/>
        <a:lstStyle/>
        <a:p>
          <a:endParaRPr lang="en-US"/>
        </a:p>
      </dgm:t>
    </dgm:pt>
    <dgm:pt modelId="{AE722D5C-FBF0-440B-9741-44365C8E9B29}">
      <dgm:prSet phldrT="[Text]"/>
      <dgm:spPr/>
      <dgm:t>
        <a:bodyPr/>
        <a:lstStyle/>
        <a:p>
          <a:r>
            <a:rPr lang="en-US" dirty="0" smtClean="0"/>
            <a:t>Available as a handheld device</a:t>
          </a:r>
          <a:endParaRPr lang="en-US" dirty="0"/>
        </a:p>
      </dgm:t>
    </dgm:pt>
    <dgm:pt modelId="{645499F6-A0ED-474A-9C2C-AE66522705D9}" type="parTrans" cxnId="{09EF4747-1D93-4A05-81A0-6467440098E7}">
      <dgm:prSet/>
      <dgm:spPr/>
      <dgm:t>
        <a:bodyPr/>
        <a:lstStyle/>
        <a:p>
          <a:endParaRPr lang="en-US"/>
        </a:p>
      </dgm:t>
    </dgm:pt>
    <dgm:pt modelId="{FFAE6386-332D-45C2-9006-2A9ABF845540}" type="sibTrans" cxnId="{09EF4747-1D93-4A05-81A0-6467440098E7}">
      <dgm:prSet/>
      <dgm:spPr/>
      <dgm:t>
        <a:bodyPr/>
        <a:lstStyle/>
        <a:p>
          <a:endParaRPr lang="en-US"/>
        </a:p>
      </dgm:t>
    </dgm:pt>
    <dgm:pt modelId="{E4C8DC80-55E5-486A-9E29-6BA1F49ACB7F}">
      <dgm:prSet phldrT="[Text]"/>
      <dgm:spPr/>
      <dgm:t>
        <a:bodyPr/>
        <a:lstStyle/>
        <a:p>
          <a:r>
            <a:rPr lang="en-US" dirty="0" smtClean="0"/>
            <a:t>Available with new vehicles</a:t>
          </a:r>
          <a:endParaRPr lang="en-US" dirty="0"/>
        </a:p>
      </dgm:t>
    </dgm:pt>
    <dgm:pt modelId="{43E62A38-4500-4101-B9EC-FC72847B1690}" type="parTrans" cxnId="{538AA094-D211-479F-BFA2-E3B3C07993A2}">
      <dgm:prSet/>
      <dgm:spPr/>
      <dgm:t>
        <a:bodyPr/>
        <a:lstStyle/>
        <a:p>
          <a:endParaRPr lang="en-US"/>
        </a:p>
      </dgm:t>
    </dgm:pt>
    <dgm:pt modelId="{CD0AB08E-8ACB-48F6-A730-B27EFE29650B}" type="sibTrans" cxnId="{538AA094-D211-479F-BFA2-E3B3C07993A2}">
      <dgm:prSet/>
      <dgm:spPr/>
      <dgm:t>
        <a:bodyPr/>
        <a:lstStyle/>
        <a:p>
          <a:endParaRPr lang="en-US"/>
        </a:p>
      </dgm:t>
    </dgm:pt>
    <dgm:pt modelId="{EECDE464-DA61-4279-9684-90A0C7887C6B}" type="pres">
      <dgm:prSet presAssocID="{B986BACD-79CD-4C79-B13A-A97D34FEAAEF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3E00BB15-8B10-4BF5-BE15-908E3C1C0A5F}" type="pres">
      <dgm:prSet presAssocID="{6E939734-8349-45FE-AB95-8DFAFCFEEC83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674E181-30E0-40A0-BFA2-593D2AEA43CF}" type="pres">
      <dgm:prSet presAssocID="{62A89FE8-7C74-4B3F-AE32-836727AA8735}" presName="sibTrans" presStyleCnt="0"/>
      <dgm:spPr/>
    </dgm:pt>
    <dgm:pt modelId="{32804B6C-B89D-4E8F-A150-90956286375B}" type="pres">
      <dgm:prSet presAssocID="{AE722D5C-FBF0-440B-9741-44365C8E9B29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EEE03FD-8495-4DA5-9B09-E9504445938E}" type="pres">
      <dgm:prSet presAssocID="{FFAE6386-332D-45C2-9006-2A9ABF845540}" presName="sibTrans" presStyleCnt="0"/>
      <dgm:spPr/>
    </dgm:pt>
    <dgm:pt modelId="{F6C7FA76-7502-478D-A763-A05C6E2FC04F}" type="pres">
      <dgm:prSet presAssocID="{E4C8DC80-55E5-486A-9E29-6BA1F49ACB7F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6BDC210-4E62-48E0-857C-C752AAB7A67D}" type="presOf" srcId="{6E939734-8349-45FE-AB95-8DFAFCFEEC83}" destId="{3E00BB15-8B10-4BF5-BE15-908E3C1C0A5F}" srcOrd="0" destOrd="0" presId="urn:microsoft.com/office/officeart/2005/8/layout/default#43"/>
    <dgm:cxn modelId="{6D8008D0-FDB0-4CD9-A324-FCB5BEA18F1D}" srcId="{B986BACD-79CD-4C79-B13A-A97D34FEAAEF}" destId="{6E939734-8349-45FE-AB95-8DFAFCFEEC83}" srcOrd="0" destOrd="0" parTransId="{591467A1-6B99-4FBB-87A0-56A080B609FF}" sibTransId="{62A89FE8-7C74-4B3F-AE32-836727AA8735}"/>
    <dgm:cxn modelId="{1446305C-5245-4078-A29D-FAF07025F410}" type="presOf" srcId="{E4C8DC80-55E5-486A-9E29-6BA1F49ACB7F}" destId="{F6C7FA76-7502-478D-A763-A05C6E2FC04F}" srcOrd="0" destOrd="0" presId="urn:microsoft.com/office/officeart/2005/8/layout/default#43"/>
    <dgm:cxn modelId="{09EF4747-1D93-4A05-81A0-6467440098E7}" srcId="{B986BACD-79CD-4C79-B13A-A97D34FEAAEF}" destId="{AE722D5C-FBF0-440B-9741-44365C8E9B29}" srcOrd="1" destOrd="0" parTransId="{645499F6-A0ED-474A-9C2C-AE66522705D9}" sibTransId="{FFAE6386-332D-45C2-9006-2A9ABF845540}"/>
    <dgm:cxn modelId="{511354E5-3FAE-435E-9B40-D76772C141A6}" type="presOf" srcId="{AE722D5C-FBF0-440B-9741-44365C8E9B29}" destId="{32804B6C-B89D-4E8F-A150-90956286375B}" srcOrd="0" destOrd="0" presId="urn:microsoft.com/office/officeart/2005/8/layout/default#43"/>
    <dgm:cxn modelId="{207F2F1A-87E3-4464-A669-08342C4160C6}" type="presOf" srcId="{B986BACD-79CD-4C79-B13A-A97D34FEAAEF}" destId="{EECDE464-DA61-4279-9684-90A0C7887C6B}" srcOrd="0" destOrd="0" presId="urn:microsoft.com/office/officeart/2005/8/layout/default#43"/>
    <dgm:cxn modelId="{538AA094-D211-479F-BFA2-E3B3C07993A2}" srcId="{B986BACD-79CD-4C79-B13A-A97D34FEAAEF}" destId="{E4C8DC80-55E5-486A-9E29-6BA1F49ACB7F}" srcOrd="2" destOrd="0" parTransId="{43E62A38-4500-4101-B9EC-FC72847B1690}" sibTransId="{CD0AB08E-8ACB-48F6-A730-B27EFE29650B}"/>
    <dgm:cxn modelId="{021AB05F-06F7-4499-A321-BB6F0E697E0C}" type="presParOf" srcId="{EECDE464-DA61-4279-9684-90A0C7887C6B}" destId="{3E00BB15-8B10-4BF5-BE15-908E3C1C0A5F}" srcOrd="0" destOrd="0" presId="urn:microsoft.com/office/officeart/2005/8/layout/default#43"/>
    <dgm:cxn modelId="{F491C7B5-77CD-48B7-A012-B22DFA044671}" type="presParOf" srcId="{EECDE464-DA61-4279-9684-90A0C7887C6B}" destId="{6674E181-30E0-40A0-BFA2-593D2AEA43CF}" srcOrd="1" destOrd="0" presId="urn:microsoft.com/office/officeart/2005/8/layout/default#43"/>
    <dgm:cxn modelId="{2A4AEAB1-DB0D-4D68-81CD-BC5AB3060C81}" type="presParOf" srcId="{EECDE464-DA61-4279-9684-90A0C7887C6B}" destId="{32804B6C-B89D-4E8F-A150-90956286375B}" srcOrd="2" destOrd="0" presId="urn:microsoft.com/office/officeart/2005/8/layout/default#43"/>
    <dgm:cxn modelId="{27BA3EA9-EFA7-4E0F-90B2-1D952C72F191}" type="presParOf" srcId="{EECDE464-DA61-4279-9684-90A0C7887C6B}" destId="{7EEE03FD-8495-4DA5-9B09-E9504445938E}" srcOrd="3" destOrd="0" presId="urn:microsoft.com/office/officeart/2005/8/layout/default#43"/>
    <dgm:cxn modelId="{31F01EA6-1555-4D9D-8D1E-0212B5C0AF1B}" type="presParOf" srcId="{EECDE464-DA61-4279-9684-90A0C7887C6B}" destId="{F6C7FA76-7502-478D-A763-A05C6E2FC04F}" srcOrd="4" destOrd="0" presId="urn:microsoft.com/office/officeart/2005/8/layout/default#43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84C8917-BB9D-441B-A61E-82CD57EABB5C}" type="doc">
      <dgm:prSet loTypeId="urn:microsoft.com/office/officeart/2005/8/layout/default#44" loCatId="list" qsTypeId="urn:microsoft.com/office/officeart/2005/8/quickstyle/3d1" qsCatId="3D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28D30D62-EFE4-4CF5-A2DC-30D80B630A4F}">
      <dgm:prSet phldrT="[Text]"/>
      <dgm:spPr/>
      <dgm:t>
        <a:bodyPr/>
        <a:lstStyle/>
        <a:p>
          <a:r>
            <a:rPr lang="en-US" dirty="0" smtClean="0"/>
            <a:t>Online meetings</a:t>
          </a:r>
          <a:endParaRPr lang="en-US" dirty="0"/>
        </a:p>
      </dgm:t>
    </dgm:pt>
    <dgm:pt modelId="{AD380FC2-899E-4665-A486-0583DF88A557}" type="parTrans" cxnId="{59BD6116-0370-4FDC-B874-A0E3FCADB0CA}">
      <dgm:prSet/>
      <dgm:spPr/>
      <dgm:t>
        <a:bodyPr/>
        <a:lstStyle/>
        <a:p>
          <a:endParaRPr lang="en-US"/>
        </a:p>
      </dgm:t>
    </dgm:pt>
    <dgm:pt modelId="{B4F75B69-D545-4C23-857A-232BEA252C1F}" type="sibTrans" cxnId="{59BD6116-0370-4FDC-B874-A0E3FCADB0CA}">
      <dgm:prSet/>
      <dgm:spPr/>
      <dgm:t>
        <a:bodyPr/>
        <a:lstStyle/>
        <a:p>
          <a:endParaRPr lang="en-US"/>
        </a:p>
      </dgm:t>
    </dgm:pt>
    <dgm:pt modelId="{81FE4BD7-9D34-4F2F-B6FC-6033C461511D}">
      <dgm:prSet phldrT="[Text]"/>
      <dgm:spPr/>
      <dgm:t>
        <a:bodyPr/>
        <a:lstStyle/>
        <a:p>
          <a:r>
            <a:rPr lang="en-US" b="1" dirty="0" smtClean="0"/>
            <a:t>Web conferences</a:t>
          </a:r>
          <a:endParaRPr lang="en-US" b="1" dirty="0"/>
        </a:p>
      </dgm:t>
    </dgm:pt>
    <dgm:pt modelId="{9F717DF8-A0FD-45F3-93B4-73C270FB01C0}" type="parTrans" cxnId="{094562E1-CF11-48EF-95CC-A90AA6F26BC6}">
      <dgm:prSet/>
      <dgm:spPr/>
      <dgm:t>
        <a:bodyPr/>
        <a:lstStyle/>
        <a:p>
          <a:endParaRPr lang="en-US"/>
        </a:p>
      </dgm:t>
    </dgm:pt>
    <dgm:pt modelId="{C0BC1660-F131-4F23-BD63-74FF42DFF455}" type="sibTrans" cxnId="{094562E1-CF11-48EF-95CC-A90AA6F26BC6}">
      <dgm:prSet/>
      <dgm:spPr/>
      <dgm:t>
        <a:bodyPr/>
        <a:lstStyle/>
        <a:p>
          <a:endParaRPr lang="en-US"/>
        </a:p>
      </dgm:t>
    </dgm:pt>
    <dgm:pt modelId="{6AE2ECEC-5C41-4DB4-B5C5-A3889E6980FD}">
      <dgm:prSet phldrT="[Text]"/>
      <dgm:spPr/>
      <dgm:t>
        <a:bodyPr/>
        <a:lstStyle/>
        <a:p>
          <a:r>
            <a:rPr lang="en-US" b="0" dirty="0" smtClean="0"/>
            <a:t>Document management systems</a:t>
          </a:r>
          <a:endParaRPr lang="en-US" b="0" dirty="0"/>
        </a:p>
      </dgm:t>
    </dgm:pt>
    <dgm:pt modelId="{3800EFA0-036F-4840-BEDD-6C8B8A680951}" type="parTrans" cxnId="{431FCE53-9A6E-4794-B834-737036818ECC}">
      <dgm:prSet/>
      <dgm:spPr/>
      <dgm:t>
        <a:bodyPr/>
        <a:lstStyle/>
        <a:p>
          <a:endParaRPr lang="en-US"/>
        </a:p>
      </dgm:t>
    </dgm:pt>
    <dgm:pt modelId="{CBEC4A42-65E2-4277-83CA-FE64E5D30EAC}" type="sibTrans" cxnId="{431FCE53-9A6E-4794-B834-737036818ECC}">
      <dgm:prSet/>
      <dgm:spPr/>
      <dgm:t>
        <a:bodyPr/>
        <a:lstStyle/>
        <a:p>
          <a:endParaRPr lang="en-US"/>
        </a:p>
      </dgm:t>
    </dgm:pt>
    <dgm:pt modelId="{74023026-F66E-4F4F-B6DA-B62731AC12E0}" type="pres">
      <dgm:prSet presAssocID="{884C8917-BB9D-441B-A61E-82CD57EABB5C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447C6DE8-1BD1-4C3D-955D-C4807BB7D69A}" type="pres">
      <dgm:prSet presAssocID="{28D30D62-EFE4-4CF5-A2DC-30D80B630A4F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828F28E-4E77-4D3F-B557-D6D3F199CE96}" type="pres">
      <dgm:prSet presAssocID="{B4F75B69-D545-4C23-857A-232BEA252C1F}" presName="sibTrans" presStyleCnt="0"/>
      <dgm:spPr/>
    </dgm:pt>
    <dgm:pt modelId="{0AFEB9E7-6678-42FF-87CF-DD014473D21E}" type="pres">
      <dgm:prSet presAssocID="{81FE4BD7-9D34-4F2F-B6FC-6033C461511D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5BFAFE1-FE7C-4837-9C03-5CA4F9C2A286}" type="pres">
      <dgm:prSet presAssocID="{C0BC1660-F131-4F23-BD63-74FF42DFF455}" presName="sibTrans" presStyleCnt="0"/>
      <dgm:spPr/>
    </dgm:pt>
    <dgm:pt modelId="{17C471F3-CBE0-46B0-8BE6-7628CA5C79E9}" type="pres">
      <dgm:prSet presAssocID="{6AE2ECEC-5C41-4DB4-B5C5-A3889E6980FD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BF19583B-7C00-40B2-B6EB-DC67F5194FEC}" type="presOf" srcId="{28D30D62-EFE4-4CF5-A2DC-30D80B630A4F}" destId="{447C6DE8-1BD1-4C3D-955D-C4807BB7D69A}" srcOrd="0" destOrd="0" presId="urn:microsoft.com/office/officeart/2005/8/layout/default#44"/>
    <dgm:cxn modelId="{59BD6116-0370-4FDC-B874-A0E3FCADB0CA}" srcId="{884C8917-BB9D-441B-A61E-82CD57EABB5C}" destId="{28D30D62-EFE4-4CF5-A2DC-30D80B630A4F}" srcOrd="0" destOrd="0" parTransId="{AD380FC2-899E-4665-A486-0583DF88A557}" sibTransId="{B4F75B69-D545-4C23-857A-232BEA252C1F}"/>
    <dgm:cxn modelId="{094562E1-CF11-48EF-95CC-A90AA6F26BC6}" srcId="{884C8917-BB9D-441B-A61E-82CD57EABB5C}" destId="{81FE4BD7-9D34-4F2F-B6FC-6033C461511D}" srcOrd="1" destOrd="0" parTransId="{9F717DF8-A0FD-45F3-93B4-73C270FB01C0}" sibTransId="{C0BC1660-F131-4F23-BD63-74FF42DFF455}"/>
    <dgm:cxn modelId="{431FCE53-9A6E-4794-B834-737036818ECC}" srcId="{884C8917-BB9D-441B-A61E-82CD57EABB5C}" destId="{6AE2ECEC-5C41-4DB4-B5C5-A3889E6980FD}" srcOrd="2" destOrd="0" parTransId="{3800EFA0-036F-4840-BEDD-6C8B8A680951}" sibTransId="{CBEC4A42-65E2-4277-83CA-FE64E5D30EAC}"/>
    <dgm:cxn modelId="{F936373E-90A6-4D7D-B7A1-BE6692BFAADA}" type="presOf" srcId="{884C8917-BB9D-441B-A61E-82CD57EABB5C}" destId="{74023026-F66E-4F4F-B6DA-B62731AC12E0}" srcOrd="0" destOrd="0" presId="urn:microsoft.com/office/officeart/2005/8/layout/default#44"/>
    <dgm:cxn modelId="{055A1ED9-8194-4836-B2B9-CCACB52996BE}" type="presOf" srcId="{81FE4BD7-9D34-4F2F-B6FC-6033C461511D}" destId="{0AFEB9E7-6678-42FF-87CF-DD014473D21E}" srcOrd="0" destOrd="0" presId="urn:microsoft.com/office/officeart/2005/8/layout/default#44"/>
    <dgm:cxn modelId="{A4FE2025-FE90-410D-BFC1-27DB4115EECF}" type="presOf" srcId="{6AE2ECEC-5C41-4DB4-B5C5-A3889E6980FD}" destId="{17C471F3-CBE0-46B0-8BE6-7628CA5C79E9}" srcOrd="0" destOrd="0" presId="urn:microsoft.com/office/officeart/2005/8/layout/default#44"/>
    <dgm:cxn modelId="{A7CE75A8-A356-46C7-861D-0A3EB5F997D3}" type="presParOf" srcId="{74023026-F66E-4F4F-B6DA-B62731AC12E0}" destId="{447C6DE8-1BD1-4C3D-955D-C4807BB7D69A}" srcOrd="0" destOrd="0" presId="urn:microsoft.com/office/officeart/2005/8/layout/default#44"/>
    <dgm:cxn modelId="{8A08EFF6-40E5-44A3-BAE2-86F7F48BB6D5}" type="presParOf" srcId="{74023026-F66E-4F4F-B6DA-B62731AC12E0}" destId="{8828F28E-4E77-4D3F-B557-D6D3F199CE96}" srcOrd="1" destOrd="0" presId="urn:microsoft.com/office/officeart/2005/8/layout/default#44"/>
    <dgm:cxn modelId="{E3B67A71-E50A-41BB-9982-274C768409CD}" type="presParOf" srcId="{74023026-F66E-4F4F-B6DA-B62731AC12E0}" destId="{0AFEB9E7-6678-42FF-87CF-DD014473D21E}" srcOrd="2" destOrd="0" presId="urn:microsoft.com/office/officeart/2005/8/layout/default#44"/>
    <dgm:cxn modelId="{2B78F4DA-5BEF-490F-8404-EF1C1B07FFA8}" type="presParOf" srcId="{74023026-F66E-4F4F-B6DA-B62731AC12E0}" destId="{95BFAFE1-FE7C-4837-9C03-5CA4F9C2A286}" srcOrd="3" destOrd="0" presId="urn:microsoft.com/office/officeart/2005/8/layout/default#44"/>
    <dgm:cxn modelId="{56810B59-02DE-4FAA-95FC-27383E448B1B}" type="presParOf" srcId="{74023026-F66E-4F4F-B6DA-B62731AC12E0}" destId="{17C471F3-CBE0-46B0-8BE6-7628CA5C79E9}" srcOrd="4" destOrd="0" presId="urn:microsoft.com/office/officeart/2005/8/layout/default#44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FE4270D-A9B4-4F10-8E27-6E73E1A9DD6D}" type="doc">
      <dgm:prSet loTypeId="urn:microsoft.com/office/officeart/2005/8/layout/default#45" loCatId="list" qsTypeId="urn:microsoft.com/office/officeart/2005/8/quickstyle/simple5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4163DBCB-8936-4F51-B849-9E23F46F0A3E}">
      <dgm:prSet phldrT="[Text]"/>
      <dgm:spPr/>
      <dgm:t>
        <a:bodyPr/>
        <a:lstStyle/>
        <a:p>
          <a:r>
            <a:rPr lang="en-US" dirty="0" smtClean="0"/>
            <a:t>Facilitating communications</a:t>
          </a:r>
          <a:endParaRPr lang="en-US" dirty="0"/>
        </a:p>
      </dgm:t>
    </dgm:pt>
    <dgm:pt modelId="{1DC89102-ED7E-4DFA-87B1-36998049FB17}" type="parTrans" cxnId="{EF6503A8-D916-4CC2-B711-1B6426173047}">
      <dgm:prSet/>
      <dgm:spPr/>
      <dgm:t>
        <a:bodyPr/>
        <a:lstStyle/>
        <a:p>
          <a:endParaRPr lang="en-US"/>
        </a:p>
      </dgm:t>
    </dgm:pt>
    <dgm:pt modelId="{004FF328-B19D-4D45-8935-F04E6DB6BD84}" type="sibTrans" cxnId="{EF6503A8-D916-4CC2-B711-1B6426173047}">
      <dgm:prSet/>
      <dgm:spPr/>
      <dgm:t>
        <a:bodyPr/>
        <a:lstStyle/>
        <a:p>
          <a:endParaRPr lang="en-US"/>
        </a:p>
      </dgm:t>
    </dgm:pt>
    <dgm:pt modelId="{86D60753-8C6B-441C-8EA2-54D30174B40E}">
      <dgm:prSet phldrT="[Text]"/>
      <dgm:spPr/>
      <dgm:t>
        <a:bodyPr/>
        <a:lstStyle/>
        <a:p>
          <a:r>
            <a:rPr lang="en-US" dirty="0" smtClean="0"/>
            <a:t>Sharing hardware</a:t>
          </a:r>
          <a:endParaRPr lang="en-US" dirty="0"/>
        </a:p>
      </dgm:t>
    </dgm:pt>
    <dgm:pt modelId="{E971D4E2-830E-4AED-877B-BB58B6C064A9}" type="parTrans" cxnId="{99DAA350-8420-48A2-87B5-8F659064FD13}">
      <dgm:prSet/>
      <dgm:spPr/>
      <dgm:t>
        <a:bodyPr/>
        <a:lstStyle/>
        <a:p>
          <a:endParaRPr lang="en-US"/>
        </a:p>
      </dgm:t>
    </dgm:pt>
    <dgm:pt modelId="{A2E67890-BF84-408D-936D-32F7162D89A3}" type="sibTrans" cxnId="{99DAA350-8420-48A2-87B5-8F659064FD13}">
      <dgm:prSet/>
      <dgm:spPr/>
      <dgm:t>
        <a:bodyPr/>
        <a:lstStyle/>
        <a:p>
          <a:endParaRPr lang="en-US"/>
        </a:p>
      </dgm:t>
    </dgm:pt>
    <dgm:pt modelId="{A1A2B8F9-330F-4D19-BCF9-8A54035B06E6}">
      <dgm:prSet phldrT="[Text]"/>
      <dgm:spPr/>
      <dgm:t>
        <a:bodyPr/>
        <a:lstStyle/>
        <a:p>
          <a:r>
            <a:rPr lang="en-US" dirty="0" smtClean="0"/>
            <a:t>Sharing data and information</a:t>
          </a:r>
          <a:endParaRPr lang="en-US" dirty="0"/>
        </a:p>
      </dgm:t>
    </dgm:pt>
    <dgm:pt modelId="{7D79BE4B-70B0-4CE0-B8C1-5757D87CB388}" type="parTrans" cxnId="{B8ECA360-CBA2-468B-86DF-829CC5F69E2F}">
      <dgm:prSet/>
      <dgm:spPr/>
      <dgm:t>
        <a:bodyPr/>
        <a:lstStyle/>
        <a:p>
          <a:endParaRPr lang="en-US"/>
        </a:p>
      </dgm:t>
    </dgm:pt>
    <dgm:pt modelId="{D0EA1D8A-9BC3-4360-9D8A-C942C25BC436}" type="sibTrans" cxnId="{B8ECA360-CBA2-468B-86DF-829CC5F69E2F}">
      <dgm:prSet/>
      <dgm:spPr/>
      <dgm:t>
        <a:bodyPr/>
        <a:lstStyle/>
        <a:p>
          <a:endParaRPr lang="en-US"/>
        </a:p>
      </dgm:t>
    </dgm:pt>
    <dgm:pt modelId="{61F1253F-9190-46C1-94EF-E59B5382914D}">
      <dgm:prSet phldrT="[Text]"/>
      <dgm:spPr/>
      <dgm:t>
        <a:bodyPr/>
        <a:lstStyle/>
        <a:p>
          <a:r>
            <a:rPr lang="en-US" dirty="0" smtClean="0"/>
            <a:t>Sharing software</a:t>
          </a:r>
          <a:endParaRPr lang="en-US" dirty="0"/>
        </a:p>
      </dgm:t>
    </dgm:pt>
    <dgm:pt modelId="{599D1834-7847-4E5D-B017-1557AFF3C98B}" type="parTrans" cxnId="{01929F03-4D7C-4FF4-A161-402C1ACF5452}">
      <dgm:prSet/>
      <dgm:spPr/>
      <dgm:t>
        <a:bodyPr/>
        <a:lstStyle/>
        <a:p>
          <a:endParaRPr lang="en-US"/>
        </a:p>
      </dgm:t>
    </dgm:pt>
    <dgm:pt modelId="{54819E42-1306-485F-804E-2F24D7DAD4EE}" type="sibTrans" cxnId="{01929F03-4D7C-4FF4-A161-402C1ACF5452}">
      <dgm:prSet/>
      <dgm:spPr/>
      <dgm:t>
        <a:bodyPr/>
        <a:lstStyle/>
        <a:p>
          <a:endParaRPr lang="en-US"/>
        </a:p>
      </dgm:t>
    </dgm:pt>
    <dgm:pt modelId="{A5ACD710-D44C-4070-8A30-4357B4C0025E}">
      <dgm:prSet phldrT="[Text]"/>
      <dgm:spPr/>
      <dgm:t>
        <a:bodyPr/>
        <a:lstStyle/>
        <a:p>
          <a:r>
            <a:rPr lang="en-US" dirty="0" smtClean="0"/>
            <a:t>Transferring funds</a:t>
          </a:r>
          <a:endParaRPr lang="en-US" dirty="0"/>
        </a:p>
      </dgm:t>
    </dgm:pt>
    <dgm:pt modelId="{AF98D4B8-1544-4B53-BC37-4DF3BF723F54}" type="parTrans" cxnId="{CC8E866E-424B-4522-B120-E1E5168B5577}">
      <dgm:prSet/>
      <dgm:spPr/>
      <dgm:t>
        <a:bodyPr/>
        <a:lstStyle/>
        <a:p>
          <a:endParaRPr lang="en-US"/>
        </a:p>
      </dgm:t>
    </dgm:pt>
    <dgm:pt modelId="{2CA330A7-A286-48EC-9B8D-17A93C763E1F}" type="sibTrans" cxnId="{CC8E866E-424B-4522-B120-E1E5168B5577}">
      <dgm:prSet/>
      <dgm:spPr/>
      <dgm:t>
        <a:bodyPr/>
        <a:lstStyle/>
        <a:p>
          <a:endParaRPr lang="en-US"/>
        </a:p>
      </dgm:t>
    </dgm:pt>
    <dgm:pt modelId="{56EB6B26-81E2-4CAC-9228-239E2ECF522D}" type="pres">
      <dgm:prSet presAssocID="{9FE4270D-A9B4-4F10-8E27-6E73E1A9DD6D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307CF857-C0AD-443F-A459-1A3DAE3C0A05}" type="pres">
      <dgm:prSet presAssocID="{4163DBCB-8936-4F51-B849-9E23F46F0A3E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27CB19B-25F2-4F6E-83A2-BF8881FEE08F}" type="pres">
      <dgm:prSet presAssocID="{004FF328-B19D-4D45-8935-F04E6DB6BD84}" presName="sibTrans" presStyleCnt="0"/>
      <dgm:spPr/>
    </dgm:pt>
    <dgm:pt modelId="{C9D0DC9D-AA10-42D3-937C-25952647E4E1}" type="pres">
      <dgm:prSet presAssocID="{86D60753-8C6B-441C-8EA2-54D30174B40E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6A5ED4D-27EF-4BD6-8C6E-7CEF18956D84}" type="pres">
      <dgm:prSet presAssocID="{A2E67890-BF84-408D-936D-32F7162D89A3}" presName="sibTrans" presStyleCnt="0"/>
      <dgm:spPr/>
    </dgm:pt>
    <dgm:pt modelId="{39422C50-D217-498E-8C3C-F4A08F1AD491}" type="pres">
      <dgm:prSet presAssocID="{A1A2B8F9-330F-4D19-BCF9-8A54035B06E6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6E95F8C-E920-41D5-A756-3EA3777DDC2C}" type="pres">
      <dgm:prSet presAssocID="{D0EA1D8A-9BC3-4360-9D8A-C942C25BC436}" presName="sibTrans" presStyleCnt="0"/>
      <dgm:spPr/>
    </dgm:pt>
    <dgm:pt modelId="{B10C7A7D-C5E4-4435-B184-9604E0ABCCFD}" type="pres">
      <dgm:prSet presAssocID="{61F1253F-9190-46C1-94EF-E59B5382914D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CF46C06-6453-4EB1-B789-F7B701186DAB}" type="pres">
      <dgm:prSet presAssocID="{54819E42-1306-485F-804E-2F24D7DAD4EE}" presName="sibTrans" presStyleCnt="0"/>
      <dgm:spPr/>
    </dgm:pt>
    <dgm:pt modelId="{6CE80390-8573-4DB8-83F5-DA8A3F37AC9D}" type="pres">
      <dgm:prSet presAssocID="{A5ACD710-D44C-4070-8A30-4357B4C0025E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55459488-BF93-4E9C-89D5-16EB78DCAEAB}" type="presOf" srcId="{A5ACD710-D44C-4070-8A30-4357B4C0025E}" destId="{6CE80390-8573-4DB8-83F5-DA8A3F37AC9D}" srcOrd="0" destOrd="0" presId="urn:microsoft.com/office/officeart/2005/8/layout/default#45"/>
    <dgm:cxn modelId="{CC5B92B7-6E64-45C8-85BD-AF71E7289B33}" type="presOf" srcId="{61F1253F-9190-46C1-94EF-E59B5382914D}" destId="{B10C7A7D-C5E4-4435-B184-9604E0ABCCFD}" srcOrd="0" destOrd="0" presId="urn:microsoft.com/office/officeart/2005/8/layout/default#45"/>
    <dgm:cxn modelId="{CDF885BA-4D4E-4696-8EFA-3087A76130C8}" type="presOf" srcId="{4163DBCB-8936-4F51-B849-9E23F46F0A3E}" destId="{307CF857-C0AD-443F-A459-1A3DAE3C0A05}" srcOrd="0" destOrd="0" presId="urn:microsoft.com/office/officeart/2005/8/layout/default#45"/>
    <dgm:cxn modelId="{FFF19CA5-D205-4E84-9C91-9E3DEC33AABC}" type="presOf" srcId="{A1A2B8F9-330F-4D19-BCF9-8A54035B06E6}" destId="{39422C50-D217-498E-8C3C-F4A08F1AD491}" srcOrd="0" destOrd="0" presId="urn:microsoft.com/office/officeart/2005/8/layout/default#45"/>
    <dgm:cxn modelId="{EDD79496-1FB7-4D1E-90DE-238489598379}" type="presOf" srcId="{86D60753-8C6B-441C-8EA2-54D30174B40E}" destId="{C9D0DC9D-AA10-42D3-937C-25952647E4E1}" srcOrd="0" destOrd="0" presId="urn:microsoft.com/office/officeart/2005/8/layout/default#45"/>
    <dgm:cxn modelId="{01929F03-4D7C-4FF4-A161-402C1ACF5452}" srcId="{9FE4270D-A9B4-4F10-8E27-6E73E1A9DD6D}" destId="{61F1253F-9190-46C1-94EF-E59B5382914D}" srcOrd="3" destOrd="0" parTransId="{599D1834-7847-4E5D-B017-1557AFF3C98B}" sibTransId="{54819E42-1306-485F-804E-2F24D7DAD4EE}"/>
    <dgm:cxn modelId="{438FC053-91BF-42D7-B45D-5233F5393D42}" type="presOf" srcId="{9FE4270D-A9B4-4F10-8E27-6E73E1A9DD6D}" destId="{56EB6B26-81E2-4CAC-9228-239E2ECF522D}" srcOrd="0" destOrd="0" presId="urn:microsoft.com/office/officeart/2005/8/layout/default#45"/>
    <dgm:cxn modelId="{CC8E866E-424B-4522-B120-E1E5168B5577}" srcId="{9FE4270D-A9B4-4F10-8E27-6E73E1A9DD6D}" destId="{A5ACD710-D44C-4070-8A30-4357B4C0025E}" srcOrd="4" destOrd="0" parTransId="{AF98D4B8-1544-4B53-BC37-4DF3BF723F54}" sibTransId="{2CA330A7-A286-48EC-9B8D-17A93C763E1F}"/>
    <dgm:cxn modelId="{99DAA350-8420-48A2-87B5-8F659064FD13}" srcId="{9FE4270D-A9B4-4F10-8E27-6E73E1A9DD6D}" destId="{86D60753-8C6B-441C-8EA2-54D30174B40E}" srcOrd="1" destOrd="0" parTransId="{E971D4E2-830E-4AED-877B-BB58B6C064A9}" sibTransId="{A2E67890-BF84-408D-936D-32F7162D89A3}"/>
    <dgm:cxn modelId="{B8ECA360-CBA2-468B-86DF-829CC5F69E2F}" srcId="{9FE4270D-A9B4-4F10-8E27-6E73E1A9DD6D}" destId="{A1A2B8F9-330F-4D19-BCF9-8A54035B06E6}" srcOrd="2" destOrd="0" parTransId="{7D79BE4B-70B0-4CE0-B8C1-5757D87CB388}" sibTransId="{D0EA1D8A-9BC3-4360-9D8A-C942C25BC436}"/>
    <dgm:cxn modelId="{EF6503A8-D916-4CC2-B711-1B6426173047}" srcId="{9FE4270D-A9B4-4F10-8E27-6E73E1A9DD6D}" destId="{4163DBCB-8936-4F51-B849-9E23F46F0A3E}" srcOrd="0" destOrd="0" parTransId="{1DC89102-ED7E-4DFA-87B1-36998049FB17}" sibTransId="{004FF328-B19D-4D45-8935-F04E6DB6BD84}"/>
    <dgm:cxn modelId="{725DBEFA-E58E-4FF8-B11B-79F871B6F673}" type="presParOf" srcId="{56EB6B26-81E2-4CAC-9228-239E2ECF522D}" destId="{307CF857-C0AD-443F-A459-1A3DAE3C0A05}" srcOrd="0" destOrd="0" presId="urn:microsoft.com/office/officeart/2005/8/layout/default#45"/>
    <dgm:cxn modelId="{DC6BA21D-08DF-436C-9199-37690B2B0B66}" type="presParOf" srcId="{56EB6B26-81E2-4CAC-9228-239E2ECF522D}" destId="{827CB19B-25F2-4F6E-83A2-BF8881FEE08F}" srcOrd="1" destOrd="0" presId="urn:microsoft.com/office/officeart/2005/8/layout/default#45"/>
    <dgm:cxn modelId="{82A7D24B-878F-4BDA-8272-CF4308FB9842}" type="presParOf" srcId="{56EB6B26-81E2-4CAC-9228-239E2ECF522D}" destId="{C9D0DC9D-AA10-42D3-937C-25952647E4E1}" srcOrd="2" destOrd="0" presId="urn:microsoft.com/office/officeart/2005/8/layout/default#45"/>
    <dgm:cxn modelId="{4470C3CF-DB8B-42B8-9C01-07A42E06FBCA}" type="presParOf" srcId="{56EB6B26-81E2-4CAC-9228-239E2ECF522D}" destId="{E6A5ED4D-27EF-4BD6-8C6E-7CEF18956D84}" srcOrd="3" destOrd="0" presId="urn:microsoft.com/office/officeart/2005/8/layout/default#45"/>
    <dgm:cxn modelId="{1699B19C-7542-46C3-A195-EBAEC8354FC9}" type="presParOf" srcId="{56EB6B26-81E2-4CAC-9228-239E2ECF522D}" destId="{39422C50-D217-498E-8C3C-F4A08F1AD491}" srcOrd="4" destOrd="0" presId="urn:microsoft.com/office/officeart/2005/8/layout/default#45"/>
    <dgm:cxn modelId="{77513D90-FAC5-4A60-917A-F5251A87530A}" type="presParOf" srcId="{56EB6B26-81E2-4CAC-9228-239E2ECF522D}" destId="{F6E95F8C-E920-41D5-A756-3EA3777DDC2C}" srcOrd="5" destOrd="0" presId="urn:microsoft.com/office/officeart/2005/8/layout/default#45"/>
    <dgm:cxn modelId="{6051C0B6-5379-4E20-B763-862C20CDA626}" type="presParOf" srcId="{56EB6B26-81E2-4CAC-9228-239E2ECF522D}" destId="{B10C7A7D-C5E4-4435-B184-9604E0ABCCFD}" srcOrd="6" destOrd="0" presId="urn:microsoft.com/office/officeart/2005/8/layout/default#45"/>
    <dgm:cxn modelId="{DCF06CAA-4FAF-4B4E-828D-28A2F437CFEB}" type="presParOf" srcId="{56EB6B26-81E2-4CAC-9228-239E2ECF522D}" destId="{5CF46C06-6453-4EB1-B789-F7B701186DAB}" srcOrd="7" destOrd="0" presId="urn:microsoft.com/office/officeart/2005/8/layout/default#45"/>
    <dgm:cxn modelId="{B9CF4D57-F8DF-41EC-AA1A-0C743738D370}" type="presParOf" srcId="{56EB6B26-81E2-4CAC-9228-239E2ECF522D}" destId="{6CE80390-8573-4DB8-83F5-DA8A3F37AC9D}" srcOrd="8" destOrd="0" presId="urn:microsoft.com/office/officeart/2005/8/layout/default#45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CFDFED2-A7CF-4CF3-8BF9-FB128E5D0F61}" type="doc">
      <dgm:prSet loTypeId="urn:microsoft.com/office/officeart/2005/8/layout/arrow1" loCatId="relationship" qsTypeId="urn:microsoft.com/office/officeart/2005/8/quickstyle/3d1" qsCatId="3D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F3D7C17C-8D6B-48CD-AB23-5940C9E35F7D}">
      <dgm:prSet phldrT="[Text]"/>
      <dgm:spPr/>
      <dgm:t>
        <a:bodyPr/>
        <a:lstStyle/>
        <a:p>
          <a:r>
            <a:rPr lang="en-US" dirty="0" smtClean="0"/>
            <a:t>An </a:t>
          </a:r>
          <a:r>
            <a:rPr lang="en-US" b="0" dirty="0" smtClean="0"/>
            <a:t>intranet</a:t>
          </a:r>
          <a:r>
            <a:rPr lang="en-US" b="1" dirty="0" smtClean="0"/>
            <a:t> </a:t>
          </a:r>
          <a:r>
            <a:rPr lang="en-US" b="0" dirty="0" smtClean="0"/>
            <a:t>is an internal network that uses Internet technologies</a:t>
          </a:r>
          <a:endParaRPr lang="en-US" dirty="0"/>
        </a:p>
      </dgm:t>
    </dgm:pt>
    <dgm:pt modelId="{2AD74A4E-2577-40D1-A582-D98130EF4A43}" type="parTrans" cxnId="{6ACC663C-8E9E-4E1C-909E-32D8083AFA26}">
      <dgm:prSet/>
      <dgm:spPr/>
      <dgm:t>
        <a:bodyPr/>
        <a:lstStyle/>
        <a:p>
          <a:endParaRPr lang="en-US"/>
        </a:p>
      </dgm:t>
    </dgm:pt>
    <dgm:pt modelId="{FABAC0B4-1E50-4FED-9971-C925E91751C8}" type="sibTrans" cxnId="{6ACC663C-8E9E-4E1C-909E-32D8083AFA26}">
      <dgm:prSet/>
      <dgm:spPr/>
      <dgm:t>
        <a:bodyPr/>
        <a:lstStyle/>
        <a:p>
          <a:endParaRPr lang="en-US"/>
        </a:p>
      </dgm:t>
    </dgm:pt>
    <dgm:pt modelId="{676D7679-559D-4BCA-907D-27C0B948D33B}">
      <dgm:prSet phldrT="[Text]"/>
      <dgm:spPr/>
      <dgm:t>
        <a:bodyPr/>
        <a:lstStyle/>
        <a:p>
          <a:r>
            <a:rPr lang="en-US" dirty="0" smtClean="0"/>
            <a:t>An extranet allows customers or suppliers to access part of its intranet</a:t>
          </a:r>
          <a:endParaRPr lang="en-US" dirty="0"/>
        </a:p>
      </dgm:t>
    </dgm:pt>
    <dgm:pt modelId="{522B9D47-6AE1-405D-843E-D6FD63ED4D34}" type="parTrans" cxnId="{BBBFDB8F-74D5-41D7-9908-3225D8935516}">
      <dgm:prSet/>
      <dgm:spPr/>
      <dgm:t>
        <a:bodyPr/>
        <a:lstStyle/>
        <a:p>
          <a:endParaRPr lang="en-US"/>
        </a:p>
      </dgm:t>
    </dgm:pt>
    <dgm:pt modelId="{FC1735CA-63D6-4E52-B60F-CE774768B256}" type="sibTrans" cxnId="{BBBFDB8F-74D5-41D7-9908-3225D8935516}">
      <dgm:prSet/>
      <dgm:spPr/>
      <dgm:t>
        <a:bodyPr/>
        <a:lstStyle/>
        <a:p>
          <a:endParaRPr lang="en-US"/>
        </a:p>
      </dgm:t>
    </dgm:pt>
    <dgm:pt modelId="{943A4AA2-044A-4B87-855F-97139AF77842}" type="pres">
      <dgm:prSet presAssocID="{8CFDFED2-A7CF-4CF3-8BF9-FB128E5D0F61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7F17C6EF-0AF9-4C33-9C9F-232B93E83D0E}" type="pres">
      <dgm:prSet presAssocID="{F3D7C17C-8D6B-48CD-AB23-5940C9E35F7D}" presName="arrow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656BD17-587D-462B-8EC8-0121AA1191B8}" type="pres">
      <dgm:prSet presAssocID="{676D7679-559D-4BCA-907D-27C0B948D33B}" presName="arrow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ACC663C-8E9E-4E1C-909E-32D8083AFA26}" srcId="{8CFDFED2-A7CF-4CF3-8BF9-FB128E5D0F61}" destId="{F3D7C17C-8D6B-48CD-AB23-5940C9E35F7D}" srcOrd="0" destOrd="0" parTransId="{2AD74A4E-2577-40D1-A582-D98130EF4A43}" sibTransId="{FABAC0B4-1E50-4FED-9971-C925E91751C8}"/>
    <dgm:cxn modelId="{BDAE58E5-1BC2-48D3-B792-5D335D5F8F7F}" type="presOf" srcId="{676D7679-559D-4BCA-907D-27C0B948D33B}" destId="{C656BD17-587D-462B-8EC8-0121AA1191B8}" srcOrd="0" destOrd="0" presId="urn:microsoft.com/office/officeart/2005/8/layout/arrow1"/>
    <dgm:cxn modelId="{BBBFDB8F-74D5-41D7-9908-3225D8935516}" srcId="{8CFDFED2-A7CF-4CF3-8BF9-FB128E5D0F61}" destId="{676D7679-559D-4BCA-907D-27C0B948D33B}" srcOrd="1" destOrd="0" parTransId="{522B9D47-6AE1-405D-843E-D6FD63ED4D34}" sibTransId="{FC1735CA-63D6-4E52-B60F-CE774768B256}"/>
    <dgm:cxn modelId="{A0E1FE66-9B3C-4007-9373-02E38544A9F2}" type="presOf" srcId="{F3D7C17C-8D6B-48CD-AB23-5940C9E35F7D}" destId="{7F17C6EF-0AF9-4C33-9C9F-232B93E83D0E}" srcOrd="0" destOrd="0" presId="urn:microsoft.com/office/officeart/2005/8/layout/arrow1"/>
    <dgm:cxn modelId="{8B5F9AED-217F-479A-BB3F-124D4B223087}" type="presOf" srcId="{8CFDFED2-A7CF-4CF3-8BF9-FB128E5D0F61}" destId="{943A4AA2-044A-4B87-855F-97139AF77842}" srcOrd="0" destOrd="0" presId="urn:microsoft.com/office/officeart/2005/8/layout/arrow1"/>
    <dgm:cxn modelId="{92E388AF-1A16-446D-87E1-48ED91C0FD11}" type="presParOf" srcId="{943A4AA2-044A-4B87-855F-97139AF77842}" destId="{7F17C6EF-0AF9-4C33-9C9F-232B93E83D0E}" srcOrd="0" destOrd="0" presId="urn:microsoft.com/office/officeart/2005/8/layout/arrow1"/>
    <dgm:cxn modelId="{3B67E833-4C9F-4A0E-A224-799C760A2270}" type="presParOf" srcId="{943A4AA2-044A-4B87-855F-97139AF77842}" destId="{C656BD17-587D-462B-8EC8-0121AA1191B8}" srcOrd="1" destOrd="0" presId="urn:microsoft.com/office/officeart/2005/8/layout/arrow1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A2E60414-9F80-493F-B687-6AC81EEA692C}" type="doc">
      <dgm:prSet loTypeId="urn:microsoft.com/office/officeart/2005/8/layout/default#47" loCatId="list" qsTypeId="urn:microsoft.com/office/officeart/2005/8/quickstyle/3d2" qsCatId="3D" csTypeId="urn:microsoft.com/office/officeart/2005/8/colors/accent2_3" csCatId="accent2" phldr="1"/>
      <dgm:spPr/>
      <dgm:t>
        <a:bodyPr/>
        <a:lstStyle/>
        <a:p>
          <a:endParaRPr lang="en-US"/>
        </a:p>
      </dgm:t>
    </dgm:pt>
    <dgm:pt modelId="{732FCAFF-3305-42D9-87D3-C69744A862BE}">
      <dgm:prSet phldrT="[Text]"/>
      <dgm:spPr/>
      <dgm:t>
        <a:bodyPr/>
        <a:lstStyle/>
        <a:p>
          <a:r>
            <a:rPr lang="en-US" dirty="0" smtClean="0"/>
            <a:t>Help users establish a connection to another computer or network</a:t>
          </a:r>
          <a:endParaRPr lang="en-US" dirty="0"/>
        </a:p>
      </dgm:t>
    </dgm:pt>
    <dgm:pt modelId="{5FB4B9A7-CC0E-433B-BB58-95D1037CC681}" type="parTrans" cxnId="{6A550F46-8237-47DB-AD14-FD3524B8D23F}">
      <dgm:prSet/>
      <dgm:spPr/>
      <dgm:t>
        <a:bodyPr/>
        <a:lstStyle/>
        <a:p>
          <a:endParaRPr lang="en-US"/>
        </a:p>
      </dgm:t>
    </dgm:pt>
    <dgm:pt modelId="{FD163F34-F467-4786-9139-140FBFFA93CE}" type="sibTrans" cxnId="{6A550F46-8237-47DB-AD14-FD3524B8D23F}">
      <dgm:prSet/>
      <dgm:spPr/>
      <dgm:t>
        <a:bodyPr/>
        <a:lstStyle/>
        <a:p>
          <a:endParaRPr lang="en-US"/>
        </a:p>
      </dgm:t>
    </dgm:pt>
    <dgm:pt modelId="{7CDF04EA-1207-4BF3-A9C3-D202CEE88B96}">
      <dgm:prSet phldrT="[Text]"/>
      <dgm:spPr/>
      <dgm:t>
        <a:bodyPr/>
        <a:lstStyle/>
        <a:p>
          <a:r>
            <a:rPr lang="en-US" dirty="0" smtClean="0"/>
            <a:t>Manage the transmission of data, instructions, and information</a:t>
          </a:r>
          <a:endParaRPr lang="en-US" dirty="0"/>
        </a:p>
      </dgm:t>
    </dgm:pt>
    <dgm:pt modelId="{BFC8F8CE-5300-4A7D-902D-05BCAEC86805}" type="parTrans" cxnId="{7C73979E-2465-4879-96FB-B9759DF5ABE7}">
      <dgm:prSet/>
      <dgm:spPr/>
      <dgm:t>
        <a:bodyPr/>
        <a:lstStyle/>
        <a:p>
          <a:endParaRPr lang="en-US"/>
        </a:p>
      </dgm:t>
    </dgm:pt>
    <dgm:pt modelId="{E74656B7-A89A-4CE8-B644-6A23DAD4A4F6}" type="sibTrans" cxnId="{7C73979E-2465-4879-96FB-B9759DF5ABE7}">
      <dgm:prSet/>
      <dgm:spPr/>
      <dgm:t>
        <a:bodyPr/>
        <a:lstStyle/>
        <a:p>
          <a:endParaRPr lang="en-US"/>
        </a:p>
      </dgm:t>
    </dgm:pt>
    <dgm:pt modelId="{9E582E46-9028-459A-BEFC-810712988B0D}">
      <dgm:prSet phldrT="[Text]"/>
      <dgm:spPr/>
      <dgm:t>
        <a:bodyPr/>
        <a:lstStyle/>
        <a:p>
          <a:r>
            <a:rPr lang="en-US" dirty="0" smtClean="0"/>
            <a:t>Provide an interface for users to communicate with one another</a:t>
          </a:r>
          <a:endParaRPr lang="en-US" dirty="0"/>
        </a:p>
      </dgm:t>
    </dgm:pt>
    <dgm:pt modelId="{0CFC31B4-B609-4043-8D91-3D18A92EBF35}" type="parTrans" cxnId="{0245A121-9605-484F-99A7-25D457D24148}">
      <dgm:prSet/>
      <dgm:spPr/>
      <dgm:t>
        <a:bodyPr/>
        <a:lstStyle/>
        <a:p>
          <a:endParaRPr lang="en-US"/>
        </a:p>
      </dgm:t>
    </dgm:pt>
    <dgm:pt modelId="{7B20D226-F87A-4691-906A-0C0739BECB8B}" type="sibTrans" cxnId="{0245A121-9605-484F-99A7-25D457D24148}">
      <dgm:prSet/>
      <dgm:spPr/>
      <dgm:t>
        <a:bodyPr/>
        <a:lstStyle/>
        <a:p>
          <a:endParaRPr lang="en-US"/>
        </a:p>
      </dgm:t>
    </dgm:pt>
    <dgm:pt modelId="{BF0C9F82-950B-454D-90BE-D6FDF1F002CD}" type="pres">
      <dgm:prSet presAssocID="{A2E60414-9F80-493F-B687-6AC81EEA692C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928196BF-0DC1-4E78-ACD3-3A268624C96A}" type="pres">
      <dgm:prSet presAssocID="{732FCAFF-3305-42D9-87D3-C69744A862BE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79DCFD8-24E5-4CBF-BF1B-52E3E685C5C0}" type="pres">
      <dgm:prSet presAssocID="{FD163F34-F467-4786-9139-140FBFFA93CE}" presName="sibTrans" presStyleCnt="0"/>
      <dgm:spPr/>
    </dgm:pt>
    <dgm:pt modelId="{9B7B4F0C-31FC-4E60-BD94-5DD277AF6FE2}" type="pres">
      <dgm:prSet presAssocID="{7CDF04EA-1207-4BF3-A9C3-D202CEE88B96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F38C72D-8610-4446-9C15-A7A6B411980F}" type="pres">
      <dgm:prSet presAssocID="{E74656B7-A89A-4CE8-B644-6A23DAD4A4F6}" presName="sibTrans" presStyleCnt="0"/>
      <dgm:spPr/>
    </dgm:pt>
    <dgm:pt modelId="{D5EE9750-18AA-420B-B3C5-08E66B1B5DC0}" type="pres">
      <dgm:prSet presAssocID="{9E582E46-9028-459A-BEFC-810712988B0D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D7B4FED1-1EF8-431B-ABB2-94B8EDE6E007}" type="presOf" srcId="{732FCAFF-3305-42D9-87D3-C69744A862BE}" destId="{928196BF-0DC1-4E78-ACD3-3A268624C96A}" srcOrd="0" destOrd="0" presId="urn:microsoft.com/office/officeart/2005/8/layout/default#47"/>
    <dgm:cxn modelId="{7C73979E-2465-4879-96FB-B9759DF5ABE7}" srcId="{A2E60414-9F80-493F-B687-6AC81EEA692C}" destId="{7CDF04EA-1207-4BF3-A9C3-D202CEE88B96}" srcOrd="1" destOrd="0" parTransId="{BFC8F8CE-5300-4A7D-902D-05BCAEC86805}" sibTransId="{E74656B7-A89A-4CE8-B644-6A23DAD4A4F6}"/>
    <dgm:cxn modelId="{D8E48BD7-373B-49B3-8054-F184C27A323E}" type="presOf" srcId="{A2E60414-9F80-493F-B687-6AC81EEA692C}" destId="{BF0C9F82-950B-454D-90BE-D6FDF1F002CD}" srcOrd="0" destOrd="0" presId="urn:microsoft.com/office/officeart/2005/8/layout/default#47"/>
    <dgm:cxn modelId="{EEE0E36A-35C6-4015-9A70-0ACA69AE717F}" type="presOf" srcId="{9E582E46-9028-459A-BEFC-810712988B0D}" destId="{D5EE9750-18AA-420B-B3C5-08E66B1B5DC0}" srcOrd="0" destOrd="0" presId="urn:microsoft.com/office/officeart/2005/8/layout/default#47"/>
    <dgm:cxn modelId="{6A989255-B480-4F56-BAC7-312918B217C2}" type="presOf" srcId="{7CDF04EA-1207-4BF3-A9C3-D202CEE88B96}" destId="{9B7B4F0C-31FC-4E60-BD94-5DD277AF6FE2}" srcOrd="0" destOrd="0" presId="urn:microsoft.com/office/officeart/2005/8/layout/default#47"/>
    <dgm:cxn modelId="{6A550F46-8237-47DB-AD14-FD3524B8D23F}" srcId="{A2E60414-9F80-493F-B687-6AC81EEA692C}" destId="{732FCAFF-3305-42D9-87D3-C69744A862BE}" srcOrd="0" destOrd="0" parTransId="{5FB4B9A7-CC0E-433B-BB58-95D1037CC681}" sibTransId="{FD163F34-F467-4786-9139-140FBFFA93CE}"/>
    <dgm:cxn modelId="{0245A121-9605-484F-99A7-25D457D24148}" srcId="{A2E60414-9F80-493F-B687-6AC81EEA692C}" destId="{9E582E46-9028-459A-BEFC-810712988B0D}" srcOrd="2" destOrd="0" parTransId="{0CFC31B4-B609-4043-8D91-3D18A92EBF35}" sibTransId="{7B20D226-F87A-4691-906A-0C0739BECB8B}"/>
    <dgm:cxn modelId="{B152726E-28E2-45BF-ACE7-73077C01AE49}" type="presParOf" srcId="{BF0C9F82-950B-454D-90BE-D6FDF1F002CD}" destId="{928196BF-0DC1-4E78-ACD3-3A268624C96A}" srcOrd="0" destOrd="0" presId="urn:microsoft.com/office/officeart/2005/8/layout/default#47"/>
    <dgm:cxn modelId="{4662DCC6-C1B5-451F-9623-2BBB337134BA}" type="presParOf" srcId="{BF0C9F82-950B-454D-90BE-D6FDF1F002CD}" destId="{279DCFD8-24E5-4CBF-BF1B-52E3E685C5C0}" srcOrd="1" destOrd="0" presId="urn:microsoft.com/office/officeart/2005/8/layout/default#47"/>
    <dgm:cxn modelId="{5F2B3EC9-1DDD-4FAA-8B11-B43002374B6B}" type="presParOf" srcId="{BF0C9F82-950B-454D-90BE-D6FDF1F002CD}" destId="{9B7B4F0C-31FC-4E60-BD94-5DD277AF6FE2}" srcOrd="2" destOrd="0" presId="urn:microsoft.com/office/officeart/2005/8/layout/default#47"/>
    <dgm:cxn modelId="{9366C61B-9571-4DAA-8FBE-8A4AAA050DF3}" type="presParOf" srcId="{BF0C9F82-950B-454D-90BE-D6FDF1F002CD}" destId="{EF38C72D-8610-4446-9C15-A7A6B411980F}" srcOrd="3" destOrd="0" presId="urn:microsoft.com/office/officeart/2005/8/layout/default#47"/>
    <dgm:cxn modelId="{98CCBA7D-3294-4916-B9A7-DEB5F7DFA4F9}" type="presParOf" srcId="{BF0C9F82-950B-454D-90BE-D6FDF1F002CD}" destId="{D5EE9750-18AA-420B-B3C5-08E66B1B5DC0}" srcOrd="4" destOrd="0" presId="urn:microsoft.com/office/officeart/2005/8/layout/default#47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B3C147CF-5242-4290-A151-4999340FEB42}" type="doc">
      <dgm:prSet loTypeId="urn:microsoft.com/office/officeart/2005/8/layout/default#48" loCatId="list" qsTypeId="urn:microsoft.com/office/officeart/2005/8/quickstyle/simple3" qsCatId="simple" csTypeId="urn:microsoft.com/office/officeart/2005/8/colors/accent4_5" csCatId="accent4" phldr="1"/>
      <dgm:spPr/>
      <dgm:t>
        <a:bodyPr/>
        <a:lstStyle/>
        <a:p>
          <a:endParaRPr lang="en-US"/>
        </a:p>
      </dgm:t>
    </dgm:pt>
    <dgm:pt modelId="{BC0CF20C-2722-4CCF-AD4B-DFDE2469AE8B}">
      <dgm:prSet phldrT="[Text]"/>
      <dgm:spPr/>
      <dgm:t>
        <a:bodyPr/>
        <a:lstStyle/>
        <a:p>
          <a:r>
            <a:rPr lang="en-US" b="1" dirty="0" smtClean="0">
              <a:solidFill>
                <a:srgbClr val="A52439"/>
              </a:solidFill>
            </a:rPr>
            <a:t>Dial-up lines</a:t>
          </a:r>
          <a:endParaRPr lang="en-US" b="1" dirty="0">
            <a:solidFill>
              <a:srgbClr val="A52439"/>
            </a:solidFill>
          </a:endParaRPr>
        </a:p>
      </dgm:t>
    </dgm:pt>
    <dgm:pt modelId="{D2320FE5-7F1A-478A-A880-81E22D6F8BF6}" type="parTrans" cxnId="{3FA306BF-3055-46CE-B57A-974E83B51A83}">
      <dgm:prSet/>
      <dgm:spPr/>
      <dgm:t>
        <a:bodyPr/>
        <a:lstStyle/>
        <a:p>
          <a:endParaRPr lang="en-US"/>
        </a:p>
      </dgm:t>
    </dgm:pt>
    <dgm:pt modelId="{B5416E7D-09D3-47E3-9D0B-648E2B0793A2}" type="sibTrans" cxnId="{3FA306BF-3055-46CE-B57A-974E83B51A83}">
      <dgm:prSet/>
      <dgm:spPr/>
      <dgm:t>
        <a:bodyPr/>
        <a:lstStyle/>
        <a:p>
          <a:endParaRPr lang="en-US"/>
        </a:p>
      </dgm:t>
    </dgm:pt>
    <dgm:pt modelId="{D63B9E76-B0B3-4A9F-BA8E-74D7D0D6749C}">
      <dgm:prSet phldrT="[Text]"/>
      <dgm:spPr/>
      <dgm:t>
        <a:bodyPr/>
        <a:lstStyle/>
        <a:p>
          <a:r>
            <a:rPr lang="en-US" b="1" dirty="0" smtClean="0">
              <a:solidFill>
                <a:srgbClr val="A52439"/>
              </a:solidFill>
            </a:rPr>
            <a:t>Dedicated line</a:t>
          </a:r>
          <a:endParaRPr lang="en-US" b="1" dirty="0">
            <a:solidFill>
              <a:srgbClr val="A52439"/>
            </a:solidFill>
          </a:endParaRPr>
        </a:p>
      </dgm:t>
    </dgm:pt>
    <dgm:pt modelId="{71D6886E-72A7-4CD0-9780-5431E89EAEA7}" type="parTrans" cxnId="{DB923BB0-CC5D-4BE5-A882-2C44DE89F141}">
      <dgm:prSet/>
      <dgm:spPr/>
      <dgm:t>
        <a:bodyPr/>
        <a:lstStyle/>
        <a:p>
          <a:endParaRPr lang="en-US"/>
        </a:p>
      </dgm:t>
    </dgm:pt>
    <dgm:pt modelId="{4A757201-53A1-4E83-8A67-041E026B6DBA}" type="sibTrans" cxnId="{DB923BB0-CC5D-4BE5-A882-2C44DE89F141}">
      <dgm:prSet/>
      <dgm:spPr/>
      <dgm:t>
        <a:bodyPr/>
        <a:lstStyle/>
        <a:p>
          <a:endParaRPr lang="en-US"/>
        </a:p>
      </dgm:t>
    </dgm:pt>
    <dgm:pt modelId="{2B4E8536-E627-4896-9C3E-2B64D2184280}">
      <dgm:prSet phldrT="[Text]"/>
      <dgm:spPr/>
      <dgm:t>
        <a:bodyPr/>
        <a:lstStyle/>
        <a:p>
          <a:r>
            <a:rPr lang="en-US" b="0" dirty="0" smtClean="0"/>
            <a:t>ISDN line</a:t>
          </a:r>
          <a:endParaRPr lang="en-US" b="0" dirty="0"/>
        </a:p>
      </dgm:t>
    </dgm:pt>
    <dgm:pt modelId="{48FA88CA-5F22-42BD-A62F-6D9308413B0F}" type="parTrans" cxnId="{294A931A-39E8-4463-8506-1177BB516A1F}">
      <dgm:prSet/>
      <dgm:spPr/>
      <dgm:t>
        <a:bodyPr/>
        <a:lstStyle/>
        <a:p>
          <a:endParaRPr lang="en-US"/>
        </a:p>
      </dgm:t>
    </dgm:pt>
    <dgm:pt modelId="{B6E8F38F-C0C8-4B42-83C5-DF92CA4B832F}" type="sibTrans" cxnId="{294A931A-39E8-4463-8506-1177BB516A1F}">
      <dgm:prSet/>
      <dgm:spPr/>
      <dgm:t>
        <a:bodyPr/>
        <a:lstStyle/>
        <a:p>
          <a:endParaRPr lang="en-US"/>
        </a:p>
      </dgm:t>
    </dgm:pt>
    <dgm:pt modelId="{0D4C3F64-1FAC-4344-8477-A58282D895BC}">
      <dgm:prSet phldrT="[Text]"/>
      <dgm:spPr/>
      <dgm:t>
        <a:bodyPr/>
        <a:lstStyle/>
        <a:p>
          <a:r>
            <a:rPr lang="en-US" b="1" dirty="0" smtClean="0">
              <a:solidFill>
                <a:srgbClr val="A52439"/>
              </a:solidFill>
            </a:rPr>
            <a:t>DSL</a:t>
          </a:r>
          <a:endParaRPr lang="en-US" b="1" dirty="0">
            <a:solidFill>
              <a:srgbClr val="A52439"/>
            </a:solidFill>
          </a:endParaRPr>
        </a:p>
      </dgm:t>
    </dgm:pt>
    <dgm:pt modelId="{C78CEFAF-E084-47C3-9C9A-BFD4408B2DA6}" type="parTrans" cxnId="{7374F054-C008-4171-A2B7-0C72FE3E18CA}">
      <dgm:prSet/>
      <dgm:spPr/>
      <dgm:t>
        <a:bodyPr/>
        <a:lstStyle/>
        <a:p>
          <a:endParaRPr lang="en-US"/>
        </a:p>
      </dgm:t>
    </dgm:pt>
    <dgm:pt modelId="{370B2D46-246A-4B72-8CE6-081CE39BCF6F}" type="sibTrans" cxnId="{7374F054-C008-4171-A2B7-0C72FE3E18CA}">
      <dgm:prSet/>
      <dgm:spPr/>
      <dgm:t>
        <a:bodyPr/>
        <a:lstStyle/>
        <a:p>
          <a:endParaRPr lang="en-US"/>
        </a:p>
      </dgm:t>
    </dgm:pt>
    <dgm:pt modelId="{8A6F3925-D40F-4950-9F43-233B5DFFC0F4}">
      <dgm:prSet phldrT="[Text]"/>
      <dgm:spPr/>
      <dgm:t>
        <a:bodyPr/>
        <a:lstStyle/>
        <a:p>
          <a:r>
            <a:rPr lang="en-US" b="1" dirty="0" smtClean="0">
              <a:solidFill>
                <a:srgbClr val="A52439"/>
              </a:solidFill>
            </a:rPr>
            <a:t>FTTP</a:t>
          </a:r>
          <a:endParaRPr lang="en-US" b="1" dirty="0">
            <a:solidFill>
              <a:srgbClr val="A52439"/>
            </a:solidFill>
          </a:endParaRPr>
        </a:p>
      </dgm:t>
    </dgm:pt>
    <dgm:pt modelId="{6AE7D7B4-BBFD-476E-B874-FA0DEE0F8C82}" type="parTrans" cxnId="{6492F6E7-04A2-4239-AD2F-CE79E3BBFC7B}">
      <dgm:prSet/>
      <dgm:spPr/>
      <dgm:t>
        <a:bodyPr/>
        <a:lstStyle/>
        <a:p>
          <a:endParaRPr lang="en-US"/>
        </a:p>
      </dgm:t>
    </dgm:pt>
    <dgm:pt modelId="{35780A62-215D-4414-BD98-78956D576F52}" type="sibTrans" cxnId="{6492F6E7-04A2-4239-AD2F-CE79E3BBFC7B}">
      <dgm:prSet/>
      <dgm:spPr/>
      <dgm:t>
        <a:bodyPr/>
        <a:lstStyle/>
        <a:p>
          <a:endParaRPr lang="en-US"/>
        </a:p>
      </dgm:t>
    </dgm:pt>
    <dgm:pt modelId="{F8001EBD-3E1B-43E8-BE76-035732615DAC}">
      <dgm:prSet phldrT="[Text]"/>
      <dgm:spPr/>
      <dgm:t>
        <a:bodyPr/>
        <a:lstStyle/>
        <a:p>
          <a:r>
            <a:rPr lang="en-US" b="1" dirty="0" smtClean="0">
              <a:solidFill>
                <a:srgbClr val="A52439"/>
              </a:solidFill>
            </a:rPr>
            <a:t>T-carrier line</a:t>
          </a:r>
          <a:endParaRPr lang="en-US" b="1" dirty="0">
            <a:solidFill>
              <a:srgbClr val="A52439"/>
            </a:solidFill>
          </a:endParaRPr>
        </a:p>
      </dgm:t>
    </dgm:pt>
    <dgm:pt modelId="{308A59A5-BD57-4932-ACD0-CA0ED60EDF66}" type="parTrans" cxnId="{1AE948FF-7060-4645-A294-589E2FEFC761}">
      <dgm:prSet/>
      <dgm:spPr/>
      <dgm:t>
        <a:bodyPr/>
        <a:lstStyle/>
        <a:p>
          <a:endParaRPr lang="en-US"/>
        </a:p>
      </dgm:t>
    </dgm:pt>
    <dgm:pt modelId="{5ED2B34D-4136-4CC5-8088-666AB69F76E4}" type="sibTrans" cxnId="{1AE948FF-7060-4645-A294-589E2FEFC761}">
      <dgm:prSet/>
      <dgm:spPr/>
      <dgm:t>
        <a:bodyPr/>
        <a:lstStyle/>
        <a:p>
          <a:endParaRPr lang="en-US"/>
        </a:p>
      </dgm:t>
    </dgm:pt>
    <dgm:pt modelId="{5DD89D61-47BF-4CC4-B283-4FC335A3948A}">
      <dgm:prSet phldrT="[Text]"/>
      <dgm:spPr/>
      <dgm:t>
        <a:bodyPr/>
        <a:lstStyle/>
        <a:p>
          <a:r>
            <a:rPr lang="en-US" b="1" dirty="0" smtClean="0">
              <a:solidFill>
                <a:srgbClr val="A52439"/>
              </a:solidFill>
            </a:rPr>
            <a:t>ATM</a:t>
          </a:r>
          <a:endParaRPr lang="en-US" b="1" dirty="0">
            <a:solidFill>
              <a:srgbClr val="A52439"/>
            </a:solidFill>
          </a:endParaRPr>
        </a:p>
      </dgm:t>
    </dgm:pt>
    <dgm:pt modelId="{27E50A71-DC16-4740-91C9-7EAF6BE0CAC7}" type="parTrans" cxnId="{C961FF9C-5092-4D05-9BED-4505C4F3876F}">
      <dgm:prSet/>
      <dgm:spPr/>
      <dgm:t>
        <a:bodyPr/>
        <a:lstStyle/>
        <a:p>
          <a:endParaRPr lang="en-US"/>
        </a:p>
      </dgm:t>
    </dgm:pt>
    <dgm:pt modelId="{44E85AF5-E3F7-49D4-8AD3-C91023244B4D}" type="sibTrans" cxnId="{C961FF9C-5092-4D05-9BED-4505C4F3876F}">
      <dgm:prSet/>
      <dgm:spPr/>
      <dgm:t>
        <a:bodyPr/>
        <a:lstStyle/>
        <a:p>
          <a:endParaRPr lang="en-US"/>
        </a:p>
      </dgm:t>
    </dgm:pt>
    <dgm:pt modelId="{5DDEC9F5-CE04-479A-AB4F-B4EC1335A4E2}" type="pres">
      <dgm:prSet presAssocID="{B3C147CF-5242-4290-A151-4999340FEB42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32232618-24D8-4C3E-A5E7-B4C3E05457E2}" type="pres">
      <dgm:prSet presAssocID="{BC0CF20C-2722-4CCF-AD4B-DFDE2469AE8B}" presName="node" presStyleLbl="node1" presStyleIdx="0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0170803-3783-4D61-93A6-B110FE60CE77}" type="pres">
      <dgm:prSet presAssocID="{B5416E7D-09D3-47E3-9D0B-648E2B0793A2}" presName="sibTrans" presStyleCnt="0"/>
      <dgm:spPr/>
    </dgm:pt>
    <dgm:pt modelId="{BB599699-E142-4ED4-A7A4-74FBB5087FCF}" type="pres">
      <dgm:prSet presAssocID="{D63B9E76-B0B3-4A9F-BA8E-74D7D0D6749C}" presName="node" presStyleLbl="node1" presStyleIdx="1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B6F9763-0C87-4949-8E47-A4915C4A586F}" type="pres">
      <dgm:prSet presAssocID="{4A757201-53A1-4E83-8A67-041E026B6DBA}" presName="sibTrans" presStyleCnt="0"/>
      <dgm:spPr/>
    </dgm:pt>
    <dgm:pt modelId="{8B8E0D32-AD28-4B53-9606-0EF698B03648}" type="pres">
      <dgm:prSet presAssocID="{2B4E8536-E627-4896-9C3E-2B64D2184280}" presName="node" presStyleLbl="node1" presStyleIdx="2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BCEB372-5E37-4393-97D9-9574B74358F8}" type="pres">
      <dgm:prSet presAssocID="{B6E8F38F-C0C8-4B42-83C5-DF92CA4B832F}" presName="sibTrans" presStyleCnt="0"/>
      <dgm:spPr/>
    </dgm:pt>
    <dgm:pt modelId="{E0F4BB3D-4A96-4830-832B-9DD0DDB06FC9}" type="pres">
      <dgm:prSet presAssocID="{0D4C3F64-1FAC-4344-8477-A58282D895BC}" presName="node" presStyleLbl="node1" presStyleIdx="3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8D65664-4EE2-45CF-8E52-DAA616F05CA5}" type="pres">
      <dgm:prSet presAssocID="{370B2D46-246A-4B72-8CE6-081CE39BCF6F}" presName="sibTrans" presStyleCnt="0"/>
      <dgm:spPr/>
    </dgm:pt>
    <dgm:pt modelId="{390F2365-0958-4874-98B9-62970DABD561}" type="pres">
      <dgm:prSet presAssocID="{8A6F3925-D40F-4950-9F43-233B5DFFC0F4}" presName="node" presStyleLbl="node1" presStyleIdx="4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DF6D41A-287D-40CA-8F76-E678FDA65CAA}" type="pres">
      <dgm:prSet presAssocID="{35780A62-215D-4414-BD98-78956D576F52}" presName="sibTrans" presStyleCnt="0"/>
      <dgm:spPr/>
    </dgm:pt>
    <dgm:pt modelId="{A6421D9C-34D9-4152-B05B-352281011CEA}" type="pres">
      <dgm:prSet presAssocID="{F8001EBD-3E1B-43E8-BE76-035732615DAC}" presName="node" presStyleLbl="node1" presStyleIdx="5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D621AB9-ED9C-4EBC-BF7F-BDB010921393}" type="pres">
      <dgm:prSet presAssocID="{5ED2B34D-4136-4CC5-8088-666AB69F76E4}" presName="sibTrans" presStyleCnt="0"/>
      <dgm:spPr/>
    </dgm:pt>
    <dgm:pt modelId="{B40735CC-7506-41F1-97ED-3214F030B0B7}" type="pres">
      <dgm:prSet presAssocID="{5DD89D61-47BF-4CC4-B283-4FC335A3948A}" presName="node" presStyleLbl="node1" presStyleIdx="6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961FF9C-5092-4D05-9BED-4505C4F3876F}" srcId="{B3C147CF-5242-4290-A151-4999340FEB42}" destId="{5DD89D61-47BF-4CC4-B283-4FC335A3948A}" srcOrd="6" destOrd="0" parTransId="{27E50A71-DC16-4740-91C9-7EAF6BE0CAC7}" sibTransId="{44E85AF5-E3F7-49D4-8AD3-C91023244B4D}"/>
    <dgm:cxn modelId="{9C5AFB18-401C-4F1D-A48C-CD915597F366}" type="presOf" srcId="{F8001EBD-3E1B-43E8-BE76-035732615DAC}" destId="{A6421D9C-34D9-4152-B05B-352281011CEA}" srcOrd="0" destOrd="0" presId="urn:microsoft.com/office/officeart/2005/8/layout/default#48"/>
    <dgm:cxn modelId="{1AE948FF-7060-4645-A294-589E2FEFC761}" srcId="{B3C147CF-5242-4290-A151-4999340FEB42}" destId="{F8001EBD-3E1B-43E8-BE76-035732615DAC}" srcOrd="5" destOrd="0" parTransId="{308A59A5-BD57-4932-ACD0-CA0ED60EDF66}" sibTransId="{5ED2B34D-4136-4CC5-8088-666AB69F76E4}"/>
    <dgm:cxn modelId="{DB923BB0-CC5D-4BE5-A882-2C44DE89F141}" srcId="{B3C147CF-5242-4290-A151-4999340FEB42}" destId="{D63B9E76-B0B3-4A9F-BA8E-74D7D0D6749C}" srcOrd="1" destOrd="0" parTransId="{71D6886E-72A7-4CD0-9780-5431E89EAEA7}" sibTransId="{4A757201-53A1-4E83-8A67-041E026B6DBA}"/>
    <dgm:cxn modelId="{3FA306BF-3055-46CE-B57A-974E83B51A83}" srcId="{B3C147CF-5242-4290-A151-4999340FEB42}" destId="{BC0CF20C-2722-4CCF-AD4B-DFDE2469AE8B}" srcOrd="0" destOrd="0" parTransId="{D2320FE5-7F1A-478A-A880-81E22D6F8BF6}" sibTransId="{B5416E7D-09D3-47E3-9D0B-648E2B0793A2}"/>
    <dgm:cxn modelId="{C698FA63-7BB7-4AEF-8090-F1DFCC5D7A32}" type="presOf" srcId="{0D4C3F64-1FAC-4344-8477-A58282D895BC}" destId="{E0F4BB3D-4A96-4830-832B-9DD0DDB06FC9}" srcOrd="0" destOrd="0" presId="urn:microsoft.com/office/officeart/2005/8/layout/default#48"/>
    <dgm:cxn modelId="{123E129A-0E2F-475D-A623-0449E6809FEF}" type="presOf" srcId="{B3C147CF-5242-4290-A151-4999340FEB42}" destId="{5DDEC9F5-CE04-479A-AB4F-B4EC1335A4E2}" srcOrd="0" destOrd="0" presId="urn:microsoft.com/office/officeart/2005/8/layout/default#48"/>
    <dgm:cxn modelId="{7374F054-C008-4171-A2B7-0C72FE3E18CA}" srcId="{B3C147CF-5242-4290-A151-4999340FEB42}" destId="{0D4C3F64-1FAC-4344-8477-A58282D895BC}" srcOrd="3" destOrd="0" parTransId="{C78CEFAF-E084-47C3-9C9A-BFD4408B2DA6}" sibTransId="{370B2D46-246A-4B72-8CE6-081CE39BCF6F}"/>
    <dgm:cxn modelId="{DF3B2EB2-5896-4DB0-9716-94B894B35725}" type="presOf" srcId="{D63B9E76-B0B3-4A9F-BA8E-74D7D0D6749C}" destId="{BB599699-E142-4ED4-A7A4-74FBB5087FCF}" srcOrd="0" destOrd="0" presId="urn:microsoft.com/office/officeart/2005/8/layout/default#48"/>
    <dgm:cxn modelId="{16F8F0BC-D5AF-42DC-9092-228DBE932526}" type="presOf" srcId="{5DD89D61-47BF-4CC4-B283-4FC335A3948A}" destId="{B40735CC-7506-41F1-97ED-3214F030B0B7}" srcOrd="0" destOrd="0" presId="urn:microsoft.com/office/officeart/2005/8/layout/default#48"/>
    <dgm:cxn modelId="{D386FE14-5684-4355-AC73-26F412EF9A70}" type="presOf" srcId="{2B4E8536-E627-4896-9C3E-2B64D2184280}" destId="{8B8E0D32-AD28-4B53-9606-0EF698B03648}" srcOrd="0" destOrd="0" presId="urn:microsoft.com/office/officeart/2005/8/layout/default#48"/>
    <dgm:cxn modelId="{6492F6E7-04A2-4239-AD2F-CE79E3BBFC7B}" srcId="{B3C147CF-5242-4290-A151-4999340FEB42}" destId="{8A6F3925-D40F-4950-9F43-233B5DFFC0F4}" srcOrd="4" destOrd="0" parTransId="{6AE7D7B4-BBFD-476E-B874-FA0DEE0F8C82}" sibTransId="{35780A62-215D-4414-BD98-78956D576F52}"/>
    <dgm:cxn modelId="{A19105A9-5828-48BF-9BB4-232344B4DE0A}" type="presOf" srcId="{8A6F3925-D40F-4950-9F43-233B5DFFC0F4}" destId="{390F2365-0958-4874-98B9-62970DABD561}" srcOrd="0" destOrd="0" presId="urn:microsoft.com/office/officeart/2005/8/layout/default#48"/>
    <dgm:cxn modelId="{CD97C5BD-CEC5-4468-AC3C-F422E028F592}" type="presOf" srcId="{BC0CF20C-2722-4CCF-AD4B-DFDE2469AE8B}" destId="{32232618-24D8-4C3E-A5E7-B4C3E05457E2}" srcOrd="0" destOrd="0" presId="urn:microsoft.com/office/officeart/2005/8/layout/default#48"/>
    <dgm:cxn modelId="{294A931A-39E8-4463-8506-1177BB516A1F}" srcId="{B3C147CF-5242-4290-A151-4999340FEB42}" destId="{2B4E8536-E627-4896-9C3E-2B64D2184280}" srcOrd="2" destOrd="0" parTransId="{48FA88CA-5F22-42BD-A62F-6D9308413B0F}" sibTransId="{B6E8F38F-C0C8-4B42-83C5-DF92CA4B832F}"/>
    <dgm:cxn modelId="{CE8F8332-CEBD-4806-B959-CF5C60B86CF6}" type="presParOf" srcId="{5DDEC9F5-CE04-479A-AB4F-B4EC1335A4E2}" destId="{32232618-24D8-4C3E-A5E7-B4C3E05457E2}" srcOrd="0" destOrd="0" presId="urn:microsoft.com/office/officeart/2005/8/layout/default#48"/>
    <dgm:cxn modelId="{87076FAA-2C74-4CE5-B561-2414B3EB04C8}" type="presParOf" srcId="{5DDEC9F5-CE04-479A-AB4F-B4EC1335A4E2}" destId="{80170803-3783-4D61-93A6-B110FE60CE77}" srcOrd="1" destOrd="0" presId="urn:microsoft.com/office/officeart/2005/8/layout/default#48"/>
    <dgm:cxn modelId="{B6505DBB-A3B9-4B2E-B9E9-6D8B4CCFA6D6}" type="presParOf" srcId="{5DDEC9F5-CE04-479A-AB4F-B4EC1335A4E2}" destId="{BB599699-E142-4ED4-A7A4-74FBB5087FCF}" srcOrd="2" destOrd="0" presId="urn:microsoft.com/office/officeart/2005/8/layout/default#48"/>
    <dgm:cxn modelId="{84F3C35C-BADE-40B2-A5D3-922066DF4E69}" type="presParOf" srcId="{5DDEC9F5-CE04-479A-AB4F-B4EC1335A4E2}" destId="{DB6F9763-0C87-4949-8E47-A4915C4A586F}" srcOrd="3" destOrd="0" presId="urn:microsoft.com/office/officeart/2005/8/layout/default#48"/>
    <dgm:cxn modelId="{5D6343DB-B1B8-4E16-A181-F8F00B03340B}" type="presParOf" srcId="{5DDEC9F5-CE04-479A-AB4F-B4EC1335A4E2}" destId="{8B8E0D32-AD28-4B53-9606-0EF698B03648}" srcOrd="4" destOrd="0" presId="urn:microsoft.com/office/officeart/2005/8/layout/default#48"/>
    <dgm:cxn modelId="{A31074E6-D943-4A8C-B320-6926DBD88542}" type="presParOf" srcId="{5DDEC9F5-CE04-479A-AB4F-B4EC1335A4E2}" destId="{3BCEB372-5E37-4393-97D9-9574B74358F8}" srcOrd="5" destOrd="0" presId="urn:microsoft.com/office/officeart/2005/8/layout/default#48"/>
    <dgm:cxn modelId="{DE1F6364-1F26-47D2-8441-1FFBDC56A6AA}" type="presParOf" srcId="{5DDEC9F5-CE04-479A-AB4F-B4EC1335A4E2}" destId="{E0F4BB3D-4A96-4830-832B-9DD0DDB06FC9}" srcOrd="6" destOrd="0" presId="urn:microsoft.com/office/officeart/2005/8/layout/default#48"/>
    <dgm:cxn modelId="{DDA66D30-E3D7-4C9B-838D-D43625A193FF}" type="presParOf" srcId="{5DDEC9F5-CE04-479A-AB4F-B4EC1335A4E2}" destId="{88D65664-4EE2-45CF-8E52-DAA616F05CA5}" srcOrd="7" destOrd="0" presId="urn:microsoft.com/office/officeart/2005/8/layout/default#48"/>
    <dgm:cxn modelId="{37E80144-3B16-44BC-B88A-AA7946D7F5A1}" type="presParOf" srcId="{5DDEC9F5-CE04-479A-AB4F-B4EC1335A4E2}" destId="{390F2365-0958-4874-98B9-62970DABD561}" srcOrd="8" destOrd="0" presId="urn:microsoft.com/office/officeart/2005/8/layout/default#48"/>
    <dgm:cxn modelId="{186ED4EA-EA04-4CD7-B826-0642A5DEE8F9}" type="presParOf" srcId="{5DDEC9F5-CE04-479A-AB4F-B4EC1335A4E2}" destId="{7DF6D41A-287D-40CA-8F76-E678FDA65CAA}" srcOrd="9" destOrd="0" presId="urn:microsoft.com/office/officeart/2005/8/layout/default#48"/>
    <dgm:cxn modelId="{DAE4E01C-1C22-43CA-9243-0213EBDE8F0F}" type="presParOf" srcId="{5DDEC9F5-CE04-479A-AB4F-B4EC1335A4E2}" destId="{A6421D9C-34D9-4152-B05B-352281011CEA}" srcOrd="10" destOrd="0" presId="urn:microsoft.com/office/officeart/2005/8/layout/default#48"/>
    <dgm:cxn modelId="{776053DD-6CF5-4881-8FB6-89C2825D93C7}" type="presParOf" srcId="{5DDEC9F5-CE04-479A-AB4F-B4EC1335A4E2}" destId="{8D621AB9-ED9C-4EBC-BF7F-BDB010921393}" srcOrd="11" destOrd="0" presId="urn:microsoft.com/office/officeart/2005/8/layout/default#48"/>
    <dgm:cxn modelId="{23B3F153-1B94-4B83-B883-20D8B65DB58D}" type="presParOf" srcId="{5DDEC9F5-CE04-479A-AB4F-B4EC1335A4E2}" destId="{B40735CC-7506-41F1-97ED-3214F030B0B7}" srcOrd="12" destOrd="0" presId="urn:microsoft.com/office/officeart/2005/8/layout/default#48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CF85102C-52AA-4C9D-8775-2FF712ADBFCB}" type="doc">
      <dgm:prSet loTypeId="urn:microsoft.com/office/officeart/2005/8/layout/default#52" loCatId="list" qsTypeId="urn:microsoft.com/office/officeart/2005/8/quickstyle/simple5" qsCatId="simple" csTypeId="urn:microsoft.com/office/officeart/2005/8/colors/accent4_3" csCatId="accent4" phldr="1"/>
      <dgm:spPr/>
      <dgm:t>
        <a:bodyPr/>
        <a:lstStyle/>
        <a:p>
          <a:endParaRPr lang="en-US"/>
        </a:p>
      </dgm:t>
    </dgm:pt>
    <dgm:pt modelId="{4BE61A80-F514-4E80-B78E-1A2FBAB1DD95}">
      <dgm:prSet/>
      <dgm:spPr/>
      <dgm:t>
        <a:bodyPr/>
        <a:lstStyle/>
        <a:p>
          <a:r>
            <a:rPr lang="en-US" dirty="0" smtClean="0"/>
            <a:t>Overview of communications terminology and applications</a:t>
          </a:r>
          <a:endParaRPr lang="en-US" dirty="0"/>
        </a:p>
      </dgm:t>
    </dgm:pt>
    <dgm:pt modelId="{C03EAD1D-891A-4A33-B670-78A09894B497}" type="parTrans" cxnId="{D19A9A1D-8F9E-49BD-A27D-5CCFF51CF7C4}">
      <dgm:prSet/>
      <dgm:spPr/>
      <dgm:t>
        <a:bodyPr/>
        <a:lstStyle/>
        <a:p>
          <a:endParaRPr lang="en-US"/>
        </a:p>
      </dgm:t>
    </dgm:pt>
    <dgm:pt modelId="{67E33806-C16A-4992-B4F4-2D6B8D7A3ED2}" type="sibTrans" cxnId="{D19A9A1D-8F9E-49BD-A27D-5CCFF51CF7C4}">
      <dgm:prSet/>
      <dgm:spPr/>
      <dgm:t>
        <a:bodyPr/>
        <a:lstStyle/>
        <a:p>
          <a:endParaRPr lang="en-US"/>
        </a:p>
      </dgm:t>
    </dgm:pt>
    <dgm:pt modelId="{9F74EFCD-35DB-49E3-9585-279D7B40095F}">
      <dgm:prSet/>
      <dgm:spPr/>
      <dgm:t>
        <a:bodyPr/>
        <a:lstStyle/>
        <a:p>
          <a:r>
            <a:rPr lang="en-US" dirty="0" smtClean="0"/>
            <a:t>How to join computers into a network</a:t>
          </a:r>
          <a:endParaRPr lang="en-US" dirty="0"/>
        </a:p>
      </dgm:t>
    </dgm:pt>
    <dgm:pt modelId="{7FB61F1E-3983-4EC5-8FF1-9BBED9E0F5CB}" type="parTrans" cxnId="{AB302FA5-5AFC-4735-9C5B-0CFC842A0762}">
      <dgm:prSet/>
      <dgm:spPr/>
      <dgm:t>
        <a:bodyPr/>
        <a:lstStyle/>
        <a:p>
          <a:endParaRPr lang="en-US"/>
        </a:p>
      </dgm:t>
    </dgm:pt>
    <dgm:pt modelId="{5891AEDA-9F99-4CE8-AA05-222512626AFD}" type="sibTrans" cxnId="{AB302FA5-5AFC-4735-9C5B-0CFC842A0762}">
      <dgm:prSet/>
      <dgm:spPr/>
      <dgm:t>
        <a:bodyPr/>
        <a:lstStyle/>
        <a:p>
          <a:endParaRPr lang="en-US"/>
        </a:p>
      </dgm:t>
    </dgm:pt>
    <dgm:pt modelId="{89A84145-BDF5-4E27-B06C-22E04C1040D9}">
      <dgm:prSet/>
      <dgm:spPr/>
      <dgm:t>
        <a:bodyPr/>
        <a:lstStyle/>
        <a:p>
          <a:r>
            <a:rPr lang="en-US" dirty="0" smtClean="0"/>
            <a:t>Various communications devices, media, and procedures</a:t>
          </a:r>
          <a:endParaRPr lang="en-US" dirty="0"/>
        </a:p>
      </dgm:t>
    </dgm:pt>
    <dgm:pt modelId="{50DFF646-49CB-4F87-AC2D-697DED8E3BDE}" type="parTrans" cxnId="{7020165C-EB9D-4FDF-8E30-3F2B1E58E3C9}">
      <dgm:prSet/>
      <dgm:spPr/>
      <dgm:t>
        <a:bodyPr/>
        <a:lstStyle/>
        <a:p>
          <a:endParaRPr lang="en-US"/>
        </a:p>
      </dgm:t>
    </dgm:pt>
    <dgm:pt modelId="{5B0A88EA-F742-458E-B6E5-8DF60E6EFD56}" type="sibTrans" cxnId="{7020165C-EB9D-4FDF-8E30-3F2B1E58E3C9}">
      <dgm:prSet/>
      <dgm:spPr/>
      <dgm:t>
        <a:bodyPr/>
        <a:lstStyle/>
        <a:p>
          <a:endParaRPr lang="en-US"/>
        </a:p>
      </dgm:t>
    </dgm:pt>
    <dgm:pt modelId="{83D7DC62-EB60-457E-92F5-18866EA92871}" type="pres">
      <dgm:prSet presAssocID="{CF85102C-52AA-4C9D-8775-2FF712ADBFCB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A2320912-8D9A-492B-894B-23596CF49463}" type="pres">
      <dgm:prSet presAssocID="{4BE61A80-F514-4E80-B78E-1A2FBAB1DD95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563B308-9D7E-4AEF-8E39-DF2C5AADD5BC}" type="pres">
      <dgm:prSet presAssocID="{67E33806-C16A-4992-B4F4-2D6B8D7A3ED2}" presName="sibTrans" presStyleCnt="0"/>
      <dgm:spPr/>
    </dgm:pt>
    <dgm:pt modelId="{15ECBD65-5830-4B36-8E1E-869949183148}" type="pres">
      <dgm:prSet presAssocID="{9F74EFCD-35DB-49E3-9585-279D7B40095F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B35FF15-F3C2-434D-A6AA-D59B1AE95F42}" type="pres">
      <dgm:prSet presAssocID="{5891AEDA-9F99-4CE8-AA05-222512626AFD}" presName="sibTrans" presStyleCnt="0"/>
      <dgm:spPr/>
    </dgm:pt>
    <dgm:pt modelId="{EBA0745A-64FD-4C3B-A1AD-23FBAC251F6E}" type="pres">
      <dgm:prSet presAssocID="{89A84145-BDF5-4E27-B06C-22E04C1040D9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82995FA-8A9B-4344-8E40-841DAABCB802}" type="presOf" srcId="{4BE61A80-F514-4E80-B78E-1A2FBAB1DD95}" destId="{A2320912-8D9A-492B-894B-23596CF49463}" srcOrd="0" destOrd="0" presId="urn:microsoft.com/office/officeart/2005/8/layout/default#52"/>
    <dgm:cxn modelId="{7227A377-53F8-4132-A328-8A24CA1463CC}" type="presOf" srcId="{9F74EFCD-35DB-49E3-9585-279D7B40095F}" destId="{15ECBD65-5830-4B36-8E1E-869949183148}" srcOrd="0" destOrd="0" presId="urn:microsoft.com/office/officeart/2005/8/layout/default#52"/>
    <dgm:cxn modelId="{695704A1-EE10-4CFA-BB28-D5B97308189C}" type="presOf" srcId="{89A84145-BDF5-4E27-B06C-22E04C1040D9}" destId="{EBA0745A-64FD-4C3B-A1AD-23FBAC251F6E}" srcOrd="0" destOrd="0" presId="urn:microsoft.com/office/officeart/2005/8/layout/default#52"/>
    <dgm:cxn modelId="{B1CBB45F-DEC4-4D1C-9CA3-73D1476A590A}" type="presOf" srcId="{CF85102C-52AA-4C9D-8775-2FF712ADBFCB}" destId="{83D7DC62-EB60-457E-92F5-18866EA92871}" srcOrd="0" destOrd="0" presId="urn:microsoft.com/office/officeart/2005/8/layout/default#52"/>
    <dgm:cxn modelId="{AB302FA5-5AFC-4735-9C5B-0CFC842A0762}" srcId="{CF85102C-52AA-4C9D-8775-2FF712ADBFCB}" destId="{9F74EFCD-35DB-49E3-9585-279D7B40095F}" srcOrd="1" destOrd="0" parTransId="{7FB61F1E-3983-4EC5-8FF1-9BBED9E0F5CB}" sibTransId="{5891AEDA-9F99-4CE8-AA05-222512626AFD}"/>
    <dgm:cxn modelId="{7020165C-EB9D-4FDF-8E30-3F2B1E58E3C9}" srcId="{CF85102C-52AA-4C9D-8775-2FF712ADBFCB}" destId="{89A84145-BDF5-4E27-B06C-22E04C1040D9}" srcOrd="2" destOrd="0" parTransId="{50DFF646-49CB-4F87-AC2D-697DED8E3BDE}" sibTransId="{5B0A88EA-F742-458E-B6E5-8DF60E6EFD56}"/>
    <dgm:cxn modelId="{D19A9A1D-8F9E-49BD-A27D-5CCFF51CF7C4}" srcId="{CF85102C-52AA-4C9D-8775-2FF712ADBFCB}" destId="{4BE61A80-F514-4E80-B78E-1A2FBAB1DD95}" srcOrd="0" destOrd="0" parTransId="{C03EAD1D-891A-4A33-B670-78A09894B497}" sibTransId="{67E33806-C16A-4992-B4F4-2D6B8D7A3ED2}"/>
    <dgm:cxn modelId="{7ED626D1-2B5D-44C6-8667-8146B0AA4C94}" type="presParOf" srcId="{83D7DC62-EB60-457E-92F5-18866EA92871}" destId="{A2320912-8D9A-492B-894B-23596CF49463}" srcOrd="0" destOrd="0" presId="urn:microsoft.com/office/officeart/2005/8/layout/default#52"/>
    <dgm:cxn modelId="{60F190B6-B474-4562-8C55-148B042F57C2}" type="presParOf" srcId="{83D7DC62-EB60-457E-92F5-18866EA92871}" destId="{9563B308-9D7E-4AEF-8E39-DF2C5AADD5BC}" srcOrd="1" destOrd="0" presId="urn:microsoft.com/office/officeart/2005/8/layout/default#52"/>
    <dgm:cxn modelId="{2DAAC720-17D8-4C5E-8D74-C831A48DA67F}" type="presParOf" srcId="{83D7DC62-EB60-457E-92F5-18866EA92871}" destId="{15ECBD65-5830-4B36-8E1E-869949183148}" srcOrd="2" destOrd="0" presId="urn:microsoft.com/office/officeart/2005/8/layout/default#52"/>
    <dgm:cxn modelId="{B36D3D4D-38C0-4968-898F-71DD6F254D50}" type="presParOf" srcId="{83D7DC62-EB60-457E-92F5-18866EA92871}" destId="{8B35FF15-F3C2-434D-A6AA-D59B1AE95F42}" srcOrd="3" destOrd="0" presId="urn:microsoft.com/office/officeart/2005/8/layout/default#52"/>
    <dgm:cxn modelId="{D385D1AA-40F0-429E-9B9C-C46D5CD94A75}" type="presParOf" srcId="{83D7DC62-EB60-457E-92F5-18866EA92871}" destId="{EBA0745A-64FD-4C3B-A1AD-23FBAC251F6E}" srcOrd="4" destOrd="0" presId="urn:microsoft.com/office/officeart/2005/8/layout/default#52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B6EC4319-08B6-4D17-BB28-A45000243255}">
      <dsp:nvSpPr>
        <dsp:cNvPr id="0" name=""/>
        <dsp:cNvSpPr/>
      </dsp:nvSpPr>
      <dsp:spPr>
        <a:xfrm>
          <a:off x="1005843" y="0"/>
          <a:ext cx="6217920" cy="3403600"/>
        </a:xfrm>
        <a:prstGeom prst="right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84CF23C0-BEC0-4B04-8971-E5EE79822655}">
      <dsp:nvSpPr>
        <dsp:cNvPr id="0" name=""/>
        <dsp:cNvSpPr/>
      </dsp:nvSpPr>
      <dsp:spPr>
        <a:xfrm>
          <a:off x="7858" y="1021080"/>
          <a:ext cx="2354580" cy="136144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b="1" kern="1200" dirty="0" smtClean="0"/>
            <a:t>Sending device</a:t>
          </a:r>
          <a:endParaRPr lang="en-US" sz="2300" b="1" kern="1200" dirty="0"/>
        </a:p>
      </dsp:txBody>
      <dsp:txXfrm>
        <a:off x="7858" y="1021080"/>
        <a:ext cx="2354580" cy="1361440"/>
      </dsp:txXfrm>
    </dsp:sp>
    <dsp:sp modelId="{CD72B2BC-55CE-45BD-BC36-AF90FFCD3990}">
      <dsp:nvSpPr>
        <dsp:cNvPr id="0" name=""/>
        <dsp:cNvSpPr/>
      </dsp:nvSpPr>
      <dsp:spPr>
        <a:xfrm>
          <a:off x="2480309" y="1021080"/>
          <a:ext cx="2354580" cy="136144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b="1" kern="1200" dirty="0" smtClean="0"/>
            <a:t>Communications channel</a:t>
          </a:r>
          <a:endParaRPr lang="en-US" sz="2300" b="1" kern="1200" dirty="0"/>
        </a:p>
      </dsp:txBody>
      <dsp:txXfrm>
        <a:off x="2480309" y="1021080"/>
        <a:ext cx="2354580" cy="1361440"/>
      </dsp:txXfrm>
    </dsp:sp>
    <dsp:sp modelId="{9C80B527-C198-456B-8873-ABABB235B713}">
      <dsp:nvSpPr>
        <dsp:cNvPr id="0" name=""/>
        <dsp:cNvSpPr/>
      </dsp:nvSpPr>
      <dsp:spPr>
        <a:xfrm>
          <a:off x="4952761" y="1021080"/>
          <a:ext cx="2354580" cy="136144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b="1" kern="1200" dirty="0" smtClean="0"/>
            <a:t>Receiving device</a:t>
          </a:r>
          <a:endParaRPr lang="en-US" sz="2300" b="1" kern="1200" dirty="0"/>
        </a:p>
      </dsp:txBody>
      <dsp:txXfrm>
        <a:off x="4952761" y="1021080"/>
        <a:ext cx="2354580" cy="1361440"/>
      </dsp:txXfrm>
    </dsp:sp>
  </dsp:spTree>
</dsp:drawing>
</file>

<file path=ppt/diagrams/drawing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418F5F6B-B643-4A91-871E-4CF1BD34A817}">
      <dsp:nvSpPr>
        <dsp:cNvPr id="0" name=""/>
        <dsp:cNvSpPr/>
      </dsp:nvSpPr>
      <dsp:spPr>
        <a:xfrm>
          <a:off x="871425" y="483"/>
          <a:ext cx="1721197" cy="1032718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Blogs</a:t>
          </a:r>
          <a:endParaRPr lang="en-US" sz="2300" kern="1200" dirty="0"/>
        </a:p>
      </dsp:txBody>
      <dsp:txXfrm>
        <a:off x="871425" y="483"/>
        <a:ext cx="1721197" cy="1032718"/>
      </dsp:txXfrm>
    </dsp:sp>
    <dsp:sp modelId="{56324F85-D8A0-4D19-B7E5-505E39939296}">
      <dsp:nvSpPr>
        <dsp:cNvPr id="0" name=""/>
        <dsp:cNvSpPr/>
      </dsp:nvSpPr>
      <dsp:spPr>
        <a:xfrm>
          <a:off x="2764742" y="483"/>
          <a:ext cx="1721197" cy="1032718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2611"/>
                <a:satOff val="-312"/>
                <a:lumOff val="1785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2611"/>
                <a:satOff val="-312"/>
                <a:lumOff val="1785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2611"/>
                <a:satOff val="-312"/>
                <a:lumOff val="178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Chat rooms</a:t>
          </a:r>
          <a:endParaRPr lang="en-US" sz="2300" kern="1200" dirty="0"/>
        </a:p>
      </dsp:txBody>
      <dsp:txXfrm>
        <a:off x="2764742" y="483"/>
        <a:ext cx="1721197" cy="1032718"/>
      </dsp:txXfrm>
    </dsp:sp>
    <dsp:sp modelId="{935F1000-FC37-4CBB-AA90-81B1C8E9AAC9}">
      <dsp:nvSpPr>
        <dsp:cNvPr id="0" name=""/>
        <dsp:cNvSpPr/>
      </dsp:nvSpPr>
      <dsp:spPr>
        <a:xfrm>
          <a:off x="4658059" y="483"/>
          <a:ext cx="1721197" cy="1032718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25223"/>
                <a:satOff val="-624"/>
                <a:lumOff val="3570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25223"/>
                <a:satOff val="-624"/>
                <a:lumOff val="3570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25223"/>
                <a:satOff val="-624"/>
                <a:lumOff val="357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E-mail</a:t>
          </a:r>
          <a:endParaRPr lang="en-US" sz="2300" kern="1200" dirty="0"/>
        </a:p>
      </dsp:txBody>
      <dsp:txXfrm>
        <a:off x="4658059" y="483"/>
        <a:ext cx="1721197" cy="1032718"/>
      </dsp:txXfrm>
    </dsp:sp>
    <dsp:sp modelId="{8385C82B-A7AD-4BF2-ABB2-F4F1C32759E3}">
      <dsp:nvSpPr>
        <dsp:cNvPr id="0" name=""/>
        <dsp:cNvSpPr/>
      </dsp:nvSpPr>
      <dsp:spPr>
        <a:xfrm>
          <a:off x="6551376" y="483"/>
          <a:ext cx="1721197" cy="1032718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37834"/>
                <a:satOff val="-935"/>
                <a:lumOff val="5355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37834"/>
                <a:satOff val="-935"/>
                <a:lumOff val="5355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37834"/>
                <a:satOff val="-935"/>
                <a:lumOff val="535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Fax</a:t>
          </a:r>
          <a:endParaRPr lang="en-US" sz="2300" kern="1200" dirty="0"/>
        </a:p>
      </dsp:txBody>
      <dsp:txXfrm>
        <a:off x="6551376" y="483"/>
        <a:ext cx="1721197" cy="1032718"/>
      </dsp:txXfrm>
    </dsp:sp>
    <dsp:sp modelId="{64B152F4-D0CC-4AD1-A2CD-030335589089}">
      <dsp:nvSpPr>
        <dsp:cNvPr id="0" name=""/>
        <dsp:cNvSpPr/>
      </dsp:nvSpPr>
      <dsp:spPr>
        <a:xfrm>
          <a:off x="871425" y="1205321"/>
          <a:ext cx="1721197" cy="1032718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50445"/>
                <a:satOff val="-1247"/>
                <a:lumOff val="7139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50445"/>
                <a:satOff val="-1247"/>
                <a:lumOff val="7139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50445"/>
                <a:satOff val="-1247"/>
                <a:lumOff val="7139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FTP</a:t>
          </a:r>
          <a:endParaRPr lang="en-US" sz="2300" kern="1200" dirty="0"/>
        </a:p>
      </dsp:txBody>
      <dsp:txXfrm>
        <a:off x="871425" y="1205321"/>
        <a:ext cx="1721197" cy="1032718"/>
      </dsp:txXfrm>
    </dsp:sp>
    <dsp:sp modelId="{19D889F4-852B-45F4-ABB4-3FB9D9149D0D}">
      <dsp:nvSpPr>
        <dsp:cNvPr id="0" name=""/>
        <dsp:cNvSpPr/>
      </dsp:nvSpPr>
      <dsp:spPr>
        <a:xfrm>
          <a:off x="2764742" y="1205321"/>
          <a:ext cx="1721197" cy="1032718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63056"/>
                <a:satOff val="-1559"/>
                <a:lumOff val="8924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63056"/>
                <a:satOff val="-1559"/>
                <a:lumOff val="8924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63056"/>
                <a:satOff val="-1559"/>
                <a:lumOff val="8924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Instant messaging</a:t>
          </a:r>
          <a:endParaRPr lang="en-US" sz="2300" kern="1200" dirty="0"/>
        </a:p>
      </dsp:txBody>
      <dsp:txXfrm>
        <a:off x="2764742" y="1205321"/>
        <a:ext cx="1721197" cy="1032718"/>
      </dsp:txXfrm>
    </dsp:sp>
    <dsp:sp modelId="{E2EEADF4-2D44-4465-8B59-3BB8155AB208}">
      <dsp:nvSpPr>
        <dsp:cNvPr id="0" name=""/>
        <dsp:cNvSpPr/>
      </dsp:nvSpPr>
      <dsp:spPr>
        <a:xfrm>
          <a:off x="4658059" y="1205321"/>
          <a:ext cx="1721197" cy="1032718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75668"/>
                <a:satOff val="-1871"/>
                <a:lumOff val="10709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75668"/>
                <a:satOff val="-1871"/>
                <a:lumOff val="10709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75668"/>
                <a:satOff val="-1871"/>
                <a:lumOff val="10709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Internet</a:t>
          </a:r>
          <a:endParaRPr lang="en-US" sz="2300" kern="1200" dirty="0"/>
        </a:p>
      </dsp:txBody>
      <dsp:txXfrm>
        <a:off x="4658059" y="1205321"/>
        <a:ext cx="1721197" cy="1032718"/>
      </dsp:txXfrm>
    </dsp:sp>
    <dsp:sp modelId="{F220199B-2BF8-4944-B2B5-B2D17CCD958B}">
      <dsp:nvSpPr>
        <dsp:cNvPr id="0" name=""/>
        <dsp:cNvSpPr/>
      </dsp:nvSpPr>
      <dsp:spPr>
        <a:xfrm>
          <a:off x="6551376" y="1205321"/>
          <a:ext cx="1721197" cy="1032718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88279"/>
                <a:satOff val="-2183"/>
                <a:lumOff val="12494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88279"/>
                <a:satOff val="-2183"/>
                <a:lumOff val="12494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88279"/>
                <a:satOff val="-2183"/>
                <a:lumOff val="12494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Newsgroups</a:t>
          </a:r>
          <a:endParaRPr lang="en-US" sz="2300" kern="1200" dirty="0"/>
        </a:p>
      </dsp:txBody>
      <dsp:txXfrm>
        <a:off x="6551376" y="1205321"/>
        <a:ext cx="1721197" cy="1032718"/>
      </dsp:txXfrm>
    </dsp:sp>
    <dsp:sp modelId="{195451DC-4B40-416A-BC5F-4F05A47E5C86}">
      <dsp:nvSpPr>
        <dsp:cNvPr id="0" name=""/>
        <dsp:cNvSpPr/>
      </dsp:nvSpPr>
      <dsp:spPr>
        <a:xfrm>
          <a:off x="871425" y="2410159"/>
          <a:ext cx="1721197" cy="1032718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00890"/>
                <a:satOff val="-2494"/>
                <a:lumOff val="14279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00890"/>
                <a:satOff val="-2494"/>
                <a:lumOff val="14279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00890"/>
                <a:satOff val="-2494"/>
                <a:lumOff val="14279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RSS</a:t>
          </a:r>
          <a:endParaRPr lang="en-US" sz="2300" kern="1200" dirty="0"/>
        </a:p>
      </dsp:txBody>
      <dsp:txXfrm>
        <a:off x="871425" y="2410159"/>
        <a:ext cx="1721197" cy="1032718"/>
      </dsp:txXfrm>
    </dsp:sp>
    <dsp:sp modelId="{29D5F7DC-34B9-4230-9FDB-0A2C8BAC95DF}">
      <dsp:nvSpPr>
        <dsp:cNvPr id="0" name=""/>
        <dsp:cNvSpPr/>
      </dsp:nvSpPr>
      <dsp:spPr>
        <a:xfrm>
          <a:off x="2764742" y="2410159"/>
          <a:ext cx="1721197" cy="1032718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13501"/>
                <a:satOff val="-2806"/>
                <a:lumOff val="16064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13501"/>
                <a:satOff val="-2806"/>
                <a:lumOff val="16064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13501"/>
                <a:satOff val="-2806"/>
                <a:lumOff val="16064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Video conferencing</a:t>
          </a:r>
          <a:endParaRPr lang="en-US" sz="2300" kern="1200" dirty="0"/>
        </a:p>
      </dsp:txBody>
      <dsp:txXfrm>
        <a:off x="2764742" y="2410159"/>
        <a:ext cx="1721197" cy="1032718"/>
      </dsp:txXfrm>
    </dsp:sp>
    <dsp:sp modelId="{761FDF24-1C4E-4999-BCE5-732F33C480CD}">
      <dsp:nvSpPr>
        <dsp:cNvPr id="0" name=""/>
        <dsp:cNvSpPr/>
      </dsp:nvSpPr>
      <dsp:spPr>
        <a:xfrm>
          <a:off x="4658059" y="2410159"/>
          <a:ext cx="1721197" cy="1032718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26113"/>
                <a:satOff val="-3118"/>
                <a:lumOff val="17849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26113"/>
                <a:satOff val="-3118"/>
                <a:lumOff val="17849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26113"/>
                <a:satOff val="-3118"/>
                <a:lumOff val="17849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VoIP</a:t>
          </a:r>
          <a:endParaRPr lang="en-US" sz="2300" kern="1200" dirty="0"/>
        </a:p>
      </dsp:txBody>
      <dsp:txXfrm>
        <a:off x="4658059" y="2410159"/>
        <a:ext cx="1721197" cy="1032718"/>
      </dsp:txXfrm>
    </dsp:sp>
    <dsp:sp modelId="{B2632136-AB2D-4040-88B2-708062BC9F65}">
      <dsp:nvSpPr>
        <dsp:cNvPr id="0" name=""/>
        <dsp:cNvSpPr/>
      </dsp:nvSpPr>
      <dsp:spPr>
        <a:xfrm>
          <a:off x="6551376" y="2410159"/>
          <a:ext cx="1721197" cy="1032718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38724"/>
                <a:satOff val="-3430"/>
                <a:lumOff val="19633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38724"/>
                <a:satOff val="-3430"/>
                <a:lumOff val="19633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38724"/>
                <a:satOff val="-3430"/>
                <a:lumOff val="19633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Web</a:t>
          </a:r>
          <a:endParaRPr lang="en-US" sz="2300" kern="1200" dirty="0"/>
        </a:p>
      </dsp:txBody>
      <dsp:txXfrm>
        <a:off x="6551376" y="2410159"/>
        <a:ext cx="1721197" cy="1032718"/>
      </dsp:txXfrm>
    </dsp:sp>
    <dsp:sp modelId="{6EF44B0E-FD63-48DD-B258-1718CB589CBF}">
      <dsp:nvSpPr>
        <dsp:cNvPr id="0" name=""/>
        <dsp:cNvSpPr/>
      </dsp:nvSpPr>
      <dsp:spPr>
        <a:xfrm>
          <a:off x="1818084" y="3614997"/>
          <a:ext cx="1721197" cy="1032718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51335"/>
                <a:satOff val="-3741"/>
                <a:lumOff val="21418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51335"/>
                <a:satOff val="-3741"/>
                <a:lumOff val="21418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51335"/>
                <a:satOff val="-3741"/>
                <a:lumOff val="2141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Web 2.0</a:t>
          </a:r>
          <a:endParaRPr lang="en-US" sz="2300" kern="1200" dirty="0"/>
        </a:p>
      </dsp:txBody>
      <dsp:txXfrm>
        <a:off x="1818084" y="3614997"/>
        <a:ext cx="1721197" cy="1032718"/>
      </dsp:txXfrm>
    </dsp:sp>
    <dsp:sp modelId="{0B644EFA-73D3-44D9-BD0B-1F8C2CD790E5}">
      <dsp:nvSpPr>
        <dsp:cNvPr id="0" name=""/>
        <dsp:cNvSpPr/>
      </dsp:nvSpPr>
      <dsp:spPr>
        <a:xfrm>
          <a:off x="3711401" y="3614997"/>
          <a:ext cx="1721197" cy="1032718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63946"/>
                <a:satOff val="-4053"/>
                <a:lumOff val="23203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63946"/>
                <a:satOff val="-4053"/>
                <a:lumOff val="23203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63946"/>
                <a:satOff val="-4053"/>
                <a:lumOff val="23203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Web folders</a:t>
          </a:r>
          <a:endParaRPr lang="en-US" sz="2300" kern="1200" dirty="0"/>
        </a:p>
      </dsp:txBody>
      <dsp:txXfrm>
        <a:off x="3711401" y="3614997"/>
        <a:ext cx="1721197" cy="1032718"/>
      </dsp:txXfrm>
    </dsp:sp>
    <dsp:sp modelId="{5A1E3288-573F-4C18-AF93-A2A62BD7968E}">
      <dsp:nvSpPr>
        <dsp:cNvPr id="0" name=""/>
        <dsp:cNvSpPr/>
      </dsp:nvSpPr>
      <dsp:spPr>
        <a:xfrm>
          <a:off x="5604718" y="3614997"/>
          <a:ext cx="1721197" cy="1032718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76558"/>
                <a:satOff val="-4365"/>
                <a:lumOff val="24988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76558"/>
                <a:satOff val="-4365"/>
                <a:lumOff val="24988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76558"/>
                <a:satOff val="-4365"/>
                <a:lumOff val="2498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Wikis</a:t>
          </a:r>
          <a:endParaRPr lang="en-US" sz="2300" kern="1200" dirty="0"/>
        </a:p>
      </dsp:txBody>
      <dsp:txXfrm>
        <a:off x="5604718" y="3614997"/>
        <a:ext cx="1721197" cy="1032718"/>
      </dsp:txXfrm>
    </dsp:sp>
  </dsp:spTree>
</dsp:drawing>
</file>

<file path=ppt/diagrams/drawing3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D1933DA5-1B4D-41E7-91F4-5573D8825EF7}">
      <dsp:nvSpPr>
        <dsp:cNvPr id="0" name=""/>
        <dsp:cNvSpPr/>
      </dsp:nvSpPr>
      <dsp:spPr>
        <a:xfrm>
          <a:off x="0" y="105119"/>
          <a:ext cx="8839200" cy="10342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b="1" kern="1200" dirty="0" smtClean="0">
              <a:solidFill>
                <a:srgbClr val="A52439"/>
              </a:solidFill>
            </a:rPr>
            <a:t>Text messaging</a:t>
          </a:r>
          <a:r>
            <a:rPr lang="en-US" sz="2600" b="0" kern="1200" dirty="0" smtClean="0">
              <a:solidFill>
                <a:srgbClr val="A52439"/>
              </a:solidFill>
            </a:rPr>
            <a:t>  </a:t>
          </a:r>
          <a:r>
            <a:rPr lang="en-US" sz="2600" b="0" kern="1200" dirty="0" smtClean="0">
              <a:solidFill>
                <a:schemeClr val="tx1"/>
              </a:solidFill>
            </a:rPr>
            <a:t>(</a:t>
          </a:r>
          <a:r>
            <a:rPr lang="en-US" sz="2600" b="1" kern="1200" dirty="0" smtClean="0">
              <a:solidFill>
                <a:srgbClr val="A52439"/>
              </a:solidFill>
            </a:rPr>
            <a:t>SMS</a:t>
          </a:r>
          <a:r>
            <a:rPr lang="en-US" sz="2600" b="0" kern="1200" dirty="0" smtClean="0">
              <a:solidFill>
                <a:schemeClr val="tx1"/>
              </a:solidFill>
            </a:rPr>
            <a:t>)</a:t>
          </a:r>
          <a:r>
            <a:rPr lang="en-US" sz="2600" b="0" kern="1200" dirty="0" smtClean="0">
              <a:solidFill>
                <a:srgbClr val="A52439"/>
              </a:solidFill>
            </a:rPr>
            <a:t> </a:t>
          </a:r>
          <a:r>
            <a:rPr lang="en-US" sz="2600" b="0" kern="1200" dirty="0" smtClean="0"/>
            <a:t>allows users to send and receive short text messages on a phone or other mobile device or computer</a:t>
          </a:r>
          <a:endParaRPr lang="en-US" sz="2600" b="1" kern="1200" dirty="0"/>
        </a:p>
      </dsp:txBody>
      <dsp:txXfrm>
        <a:off x="0" y="105119"/>
        <a:ext cx="8839200" cy="1034280"/>
      </dsp:txXfrm>
    </dsp:sp>
    <dsp:sp modelId="{2DB98FDB-4129-451F-BBF5-AD2BBB4FD7EB}">
      <dsp:nvSpPr>
        <dsp:cNvPr id="0" name=""/>
        <dsp:cNvSpPr/>
      </dsp:nvSpPr>
      <dsp:spPr>
        <a:xfrm>
          <a:off x="0" y="1214280"/>
          <a:ext cx="8839200" cy="10342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b="1" kern="1200" dirty="0" smtClean="0">
              <a:solidFill>
                <a:srgbClr val="A52439"/>
              </a:solidFill>
            </a:rPr>
            <a:t>Picture messaging</a:t>
          </a:r>
          <a:r>
            <a:rPr lang="en-US" sz="2600" b="0" kern="1200" dirty="0" smtClean="0">
              <a:solidFill>
                <a:srgbClr val="A52439"/>
              </a:solidFill>
            </a:rPr>
            <a:t> </a:t>
          </a:r>
          <a:r>
            <a:rPr lang="en-US" sz="2600" b="0" kern="1200" dirty="0" smtClean="0"/>
            <a:t>allows users to send pictures and sound files</a:t>
          </a:r>
          <a:endParaRPr lang="en-US" sz="2600" b="1" kern="1200" dirty="0"/>
        </a:p>
      </dsp:txBody>
      <dsp:txXfrm>
        <a:off x="0" y="1214280"/>
        <a:ext cx="8839200" cy="1034280"/>
      </dsp:txXfrm>
    </dsp:sp>
    <dsp:sp modelId="{E86B084E-D165-402E-ABB2-9B47831A601D}">
      <dsp:nvSpPr>
        <dsp:cNvPr id="0" name=""/>
        <dsp:cNvSpPr/>
      </dsp:nvSpPr>
      <dsp:spPr>
        <a:xfrm>
          <a:off x="0" y="2323439"/>
          <a:ext cx="8839200" cy="10342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b="1" kern="1200" dirty="0" smtClean="0">
              <a:solidFill>
                <a:srgbClr val="A52439"/>
              </a:solidFill>
            </a:rPr>
            <a:t>Video messaging </a:t>
          </a:r>
          <a:r>
            <a:rPr lang="en-US" sz="2600" b="0" kern="1200" dirty="0" smtClean="0"/>
            <a:t>allows users to send short video clips</a:t>
          </a:r>
          <a:endParaRPr lang="en-US" sz="2600" b="1" kern="1200" dirty="0"/>
        </a:p>
      </dsp:txBody>
      <dsp:txXfrm>
        <a:off x="0" y="2323439"/>
        <a:ext cx="8839200" cy="1034280"/>
      </dsp:txXfrm>
    </dsp:sp>
    <dsp:sp modelId="{ABC1BAF0-76A4-4C1C-BFDA-2925CB670379}">
      <dsp:nvSpPr>
        <dsp:cNvPr id="0" name=""/>
        <dsp:cNvSpPr/>
      </dsp:nvSpPr>
      <dsp:spPr>
        <a:xfrm>
          <a:off x="0" y="3432600"/>
          <a:ext cx="8839200" cy="10342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b="0" kern="1200" dirty="0" smtClean="0"/>
            <a:t>Wireless instant messaging allows wireless users to exchange real-time messages with one or more other users</a:t>
          </a:r>
          <a:endParaRPr lang="en-US" sz="2600" b="0" kern="1200" dirty="0"/>
        </a:p>
      </dsp:txBody>
      <dsp:txXfrm>
        <a:off x="0" y="3432600"/>
        <a:ext cx="8839200" cy="1034280"/>
      </dsp:txXfrm>
    </dsp:sp>
  </dsp:spTree>
</dsp:drawing>
</file>

<file path=ppt/diagrams/drawing4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3E00BB15-8B10-4BF5-BE15-908E3C1C0A5F}">
      <dsp:nvSpPr>
        <dsp:cNvPr id="0" name=""/>
        <dsp:cNvSpPr/>
      </dsp:nvSpPr>
      <dsp:spPr>
        <a:xfrm>
          <a:off x="0" y="242887"/>
          <a:ext cx="2238374" cy="1343025"/>
        </a:xfrm>
        <a:prstGeom prst="rect">
          <a:avLst/>
        </a:prstGeom>
        <a:gradFill rotWithShape="0">
          <a:gsLst>
            <a:gs pos="0">
              <a:schemeClr val="accent2">
                <a:shade val="5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shade val="5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shade val="5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 dirty="0" smtClean="0"/>
            <a:t>Built into many mobile devices</a:t>
          </a:r>
          <a:endParaRPr lang="en-US" sz="2700" kern="1200" dirty="0"/>
        </a:p>
      </dsp:txBody>
      <dsp:txXfrm>
        <a:off x="0" y="242887"/>
        <a:ext cx="2238374" cy="1343025"/>
      </dsp:txXfrm>
    </dsp:sp>
    <dsp:sp modelId="{32804B6C-B89D-4E8F-A150-90956286375B}">
      <dsp:nvSpPr>
        <dsp:cNvPr id="0" name=""/>
        <dsp:cNvSpPr/>
      </dsp:nvSpPr>
      <dsp:spPr>
        <a:xfrm>
          <a:off x="2462212" y="242887"/>
          <a:ext cx="2238374" cy="1343025"/>
        </a:xfrm>
        <a:prstGeom prst="rect">
          <a:avLst/>
        </a:prstGeom>
        <a:gradFill rotWithShape="0">
          <a:gsLst>
            <a:gs pos="0">
              <a:schemeClr val="accent2">
                <a:shade val="50000"/>
                <a:hueOff val="-27656"/>
                <a:satOff val="-5606"/>
                <a:lumOff val="30834"/>
                <a:alphaOff val="0"/>
                <a:tint val="50000"/>
                <a:satMod val="300000"/>
              </a:schemeClr>
            </a:gs>
            <a:gs pos="35000">
              <a:schemeClr val="accent2">
                <a:shade val="50000"/>
                <a:hueOff val="-27656"/>
                <a:satOff val="-5606"/>
                <a:lumOff val="30834"/>
                <a:alphaOff val="0"/>
                <a:tint val="37000"/>
                <a:satMod val="300000"/>
              </a:schemeClr>
            </a:gs>
            <a:gs pos="100000">
              <a:schemeClr val="accent2">
                <a:shade val="50000"/>
                <a:hueOff val="-27656"/>
                <a:satOff val="-5606"/>
                <a:lumOff val="30834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 dirty="0" smtClean="0"/>
            <a:t>Available as a handheld device</a:t>
          </a:r>
          <a:endParaRPr lang="en-US" sz="2700" kern="1200" dirty="0"/>
        </a:p>
      </dsp:txBody>
      <dsp:txXfrm>
        <a:off x="2462212" y="242887"/>
        <a:ext cx="2238374" cy="1343025"/>
      </dsp:txXfrm>
    </dsp:sp>
    <dsp:sp modelId="{F6C7FA76-7502-478D-A763-A05C6E2FC04F}">
      <dsp:nvSpPr>
        <dsp:cNvPr id="0" name=""/>
        <dsp:cNvSpPr/>
      </dsp:nvSpPr>
      <dsp:spPr>
        <a:xfrm>
          <a:off x="4924425" y="242887"/>
          <a:ext cx="2238374" cy="1343025"/>
        </a:xfrm>
        <a:prstGeom prst="rect">
          <a:avLst/>
        </a:prstGeom>
        <a:gradFill rotWithShape="0">
          <a:gsLst>
            <a:gs pos="0">
              <a:schemeClr val="accent2">
                <a:shade val="50000"/>
                <a:hueOff val="-27656"/>
                <a:satOff val="-5606"/>
                <a:lumOff val="30834"/>
                <a:alphaOff val="0"/>
                <a:tint val="50000"/>
                <a:satMod val="300000"/>
              </a:schemeClr>
            </a:gs>
            <a:gs pos="35000">
              <a:schemeClr val="accent2">
                <a:shade val="50000"/>
                <a:hueOff val="-27656"/>
                <a:satOff val="-5606"/>
                <a:lumOff val="30834"/>
                <a:alphaOff val="0"/>
                <a:tint val="37000"/>
                <a:satMod val="300000"/>
              </a:schemeClr>
            </a:gs>
            <a:gs pos="100000">
              <a:schemeClr val="accent2">
                <a:shade val="50000"/>
                <a:hueOff val="-27656"/>
                <a:satOff val="-5606"/>
                <a:lumOff val="30834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 dirty="0" smtClean="0"/>
            <a:t>Available with new vehicles</a:t>
          </a:r>
          <a:endParaRPr lang="en-US" sz="2700" kern="1200" dirty="0"/>
        </a:p>
      </dsp:txBody>
      <dsp:txXfrm>
        <a:off x="4924425" y="242887"/>
        <a:ext cx="2238374" cy="1343025"/>
      </dsp:txXfrm>
    </dsp:sp>
  </dsp:spTree>
</dsp:drawing>
</file>

<file path=ppt/diagrams/drawing5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447C6DE8-1BD1-4C3D-955D-C4807BB7D69A}">
      <dsp:nvSpPr>
        <dsp:cNvPr id="0" name=""/>
        <dsp:cNvSpPr/>
      </dsp:nvSpPr>
      <dsp:spPr>
        <a:xfrm>
          <a:off x="0" y="257174"/>
          <a:ext cx="2571749" cy="1543050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lvl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100" kern="1200" dirty="0" smtClean="0"/>
            <a:t>Online meetings</a:t>
          </a:r>
          <a:endParaRPr lang="en-US" sz="3100" kern="1200" dirty="0"/>
        </a:p>
      </dsp:txBody>
      <dsp:txXfrm>
        <a:off x="0" y="257174"/>
        <a:ext cx="2571749" cy="1543050"/>
      </dsp:txXfrm>
    </dsp:sp>
    <dsp:sp modelId="{0AFEB9E7-6678-42FF-87CF-DD014473D21E}">
      <dsp:nvSpPr>
        <dsp:cNvPr id="0" name=""/>
        <dsp:cNvSpPr/>
      </dsp:nvSpPr>
      <dsp:spPr>
        <a:xfrm>
          <a:off x="2828925" y="257174"/>
          <a:ext cx="2571749" cy="1543050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lvl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100" b="1" kern="1200" dirty="0" smtClean="0"/>
            <a:t>Web conferences</a:t>
          </a:r>
          <a:endParaRPr lang="en-US" sz="3100" b="1" kern="1200" dirty="0"/>
        </a:p>
      </dsp:txBody>
      <dsp:txXfrm>
        <a:off x="2828925" y="257174"/>
        <a:ext cx="2571749" cy="1543050"/>
      </dsp:txXfrm>
    </dsp:sp>
    <dsp:sp modelId="{17C471F3-CBE0-46B0-8BE6-7628CA5C79E9}">
      <dsp:nvSpPr>
        <dsp:cNvPr id="0" name=""/>
        <dsp:cNvSpPr/>
      </dsp:nvSpPr>
      <dsp:spPr>
        <a:xfrm>
          <a:off x="5657849" y="257174"/>
          <a:ext cx="2571749" cy="1543050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lvl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100" b="0" kern="1200" dirty="0" smtClean="0"/>
            <a:t>Document management systems</a:t>
          </a:r>
          <a:endParaRPr lang="en-US" sz="3100" b="0" kern="1200" dirty="0"/>
        </a:p>
      </dsp:txBody>
      <dsp:txXfrm>
        <a:off x="5657849" y="257174"/>
        <a:ext cx="2571749" cy="1543050"/>
      </dsp:txXfrm>
    </dsp:sp>
  </dsp:spTree>
</dsp:drawing>
</file>

<file path=ppt/diagrams/drawing6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307CF857-C0AD-443F-A459-1A3DAE3C0A05}">
      <dsp:nvSpPr>
        <dsp:cNvPr id="0" name=""/>
        <dsp:cNvSpPr/>
      </dsp:nvSpPr>
      <dsp:spPr>
        <a:xfrm>
          <a:off x="883443" y="917"/>
          <a:ext cx="1971972" cy="1183183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Facilitating communications</a:t>
          </a:r>
          <a:endParaRPr lang="en-US" sz="2100" kern="1200" dirty="0"/>
        </a:p>
      </dsp:txBody>
      <dsp:txXfrm>
        <a:off x="883443" y="917"/>
        <a:ext cx="1971972" cy="1183183"/>
      </dsp:txXfrm>
    </dsp:sp>
    <dsp:sp modelId="{C9D0DC9D-AA10-42D3-937C-25952647E4E1}">
      <dsp:nvSpPr>
        <dsp:cNvPr id="0" name=""/>
        <dsp:cNvSpPr/>
      </dsp:nvSpPr>
      <dsp:spPr>
        <a:xfrm>
          <a:off x="3052613" y="917"/>
          <a:ext cx="1971972" cy="1183183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Sharing hardware</a:t>
          </a:r>
          <a:endParaRPr lang="en-US" sz="2100" kern="1200" dirty="0"/>
        </a:p>
      </dsp:txBody>
      <dsp:txXfrm>
        <a:off x="3052613" y="917"/>
        <a:ext cx="1971972" cy="1183183"/>
      </dsp:txXfrm>
    </dsp:sp>
    <dsp:sp modelId="{39422C50-D217-498E-8C3C-F4A08F1AD491}">
      <dsp:nvSpPr>
        <dsp:cNvPr id="0" name=""/>
        <dsp:cNvSpPr/>
      </dsp:nvSpPr>
      <dsp:spPr>
        <a:xfrm>
          <a:off x="5221783" y="917"/>
          <a:ext cx="1971972" cy="1183183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Sharing data and information</a:t>
          </a:r>
          <a:endParaRPr lang="en-US" sz="2100" kern="1200" dirty="0"/>
        </a:p>
      </dsp:txBody>
      <dsp:txXfrm>
        <a:off x="5221783" y="917"/>
        <a:ext cx="1971972" cy="1183183"/>
      </dsp:txXfrm>
    </dsp:sp>
    <dsp:sp modelId="{B10C7A7D-C5E4-4435-B184-9604E0ABCCFD}">
      <dsp:nvSpPr>
        <dsp:cNvPr id="0" name=""/>
        <dsp:cNvSpPr/>
      </dsp:nvSpPr>
      <dsp:spPr>
        <a:xfrm>
          <a:off x="1968028" y="1381298"/>
          <a:ext cx="1971972" cy="1183183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Sharing software</a:t>
          </a:r>
          <a:endParaRPr lang="en-US" sz="2100" kern="1200" dirty="0"/>
        </a:p>
      </dsp:txBody>
      <dsp:txXfrm>
        <a:off x="1968028" y="1381298"/>
        <a:ext cx="1971972" cy="1183183"/>
      </dsp:txXfrm>
    </dsp:sp>
    <dsp:sp modelId="{6CE80390-8573-4DB8-83F5-DA8A3F37AC9D}">
      <dsp:nvSpPr>
        <dsp:cNvPr id="0" name=""/>
        <dsp:cNvSpPr/>
      </dsp:nvSpPr>
      <dsp:spPr>
        <a:xfrm>
          <a:off x="4137198" y="1381298"/>
          <a:ext cx="1971972" cy="1183183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Transferring funds</a:t>
          </a:r>
          <a:endParaRPr lang="en-US" sz="2100" kern="1200" dirty="0"/>
        </a:p>
      </dsp:txBody>
      <dsp:txXfrm>
        <a:off x="4137198" y="1381298"/>
        <a:ext cx="1971972" cy="1183183"/>
      </dsp:txXfrm>
    </dsp:sp>
  </dsp:spTree>
</dsp:drawing>
</file>

<file path=ppt/diagrams/drawing7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7F17C6EF-0AF9-4C33-9C9F-232B93E83D0E}">
      <dsp:nvSpPr>
        <dsp:cNvPr id="0" name=""/>
        <dsp:cNvSpPr/>
      </dsp:nvSpPr>
      <dsp:spPr>
        <a:xfrm rot="16200000">
          <a:off x="367" y="220042"/>
          <a:ext cx="4208115" cy="4208115"/>
        </a:xfrm>
        <a:prstGeom prst="up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 dirty="0" smtClean="0"/>
            <a:t>An </a:t>
          </a:r>
          <a:r>
            <a:rPr lang="en-US" sz="3000" b="0" kern="1200" dirty="0" smtClean="0"/>
            <a:t>intranet</a:t>
          </a:r>
          <a:r>
            <a:rPr lang="en-US" sz="3000" b="1" kern="1200" dirty="0" smtClean="0"/>
            <a:t> </a:t>
          </a:r>
          <a:r>
            <a:rPr lang="en-US" sz="3000" b="0" kern="1200" dirty="0" smtClean="0"/>
            <a:t>is an internal network that uses Internet technologies</a:t>
          </a:r>
          <a:endParaRPr lang="en-US" sz="3000" kern="1200" dirty="0"/>
        </a:p>
      </dsp:txBody>
      <dsp:txXfrm rot="16200000">
        <a:off x="367" y="220042"/>
        <a:ext cx="4208115" cy="4208115"/>
      </dsp:txXfrm>
    </dsp:sp>
    <dsp:sp modelId="{C656BD17-587D-462B-8EC8-0121AA1191B8}">
      <dsp:nvSpPr>
        <dsp:cNvPr id="0" name=""/>
        <dsp:cNvSpPr/>
      </dsp:nvSpPr>
      <dsp:spPr>
        <a:xfrm rot="5400000">
          <a:off x="4630717" y="220042"/>
          <a:ext cx="4208115" cy="4208115"/>
        </a:xfrm>
        <a:prstGeom prst="up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 dirty="0" smtClean="0"/>
            <a:t>An extranet allows customers or suppliers to access part of its intranet</a:t>
          </a:r>
          <a:endParaRPr lang="en-US" sz="3000" kern="1200" dirty="0"/>
        </a:p>
      </dsp:txBody>
      <dsp:txXfrm rot="5400000">
        <a:off x="4630717" y="220042"/>
        <a:ext cx="4208115" cy="4208115"/>
      </dsp:txXfrm>
    </dsp:sp>
  </dsp:spTree>
</dsp:drawing>
</file>

<file path=ppt/diagrams/drawing8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928196BF-0DC1-4E78-ACD3-3A268624C96A}">
      <dsp:nvSpPr>
        <dsp:cNvPr id="0" name=""/>
        <dsp:cNvSpPr/>
      </dsp:nvSpPr>
      <dsp:spPr>
        <a:xfrm>
          <a:off x="1108536" y="437"/>
          <a:ext cx="2754250" cy="1652550"/>
        </a:xfrm>
        <a:prstGeom prst="rect">
          <a:avLst/>
        </a:prstGeom>
        <a:gradFill rotWithShape="0">
          <a:gsLst>
            <a:gs pos="0">
              <a:schemeClr val="accent2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 smtClean="0"/>
            <a:t>Help users establish a connection to another computer or network</a:t>
          </a:r>
          <a:endParaRPr lang="en-US" sz="2500" kern="1200" dirty="0"/>
        </a:p>
      </dsp:txBody>
      <dsp:txXfrm>
        <a:off x="1108536" y="437"/>
        <a:ext cx="2754250" cy="1652550"/>
      </dsp:txXfrm>
    </dsp:sp>
    <dsp:sp modelId="{9B7B4F0C-31FC-4E60-BD94-5DD277AF6FE2}">
      <dsp:nvSpPr>
        <dsp:cNvPr id="0" name=""/>
        <dsp:cNvSpPr/>
      </dsp:nvSpPr>
      <dsp:spPr>
        <a:xfrm>
          <a:off x="4138212" y="437"/>
          <a:ext cx="2754250" cy="1652550"/>
        </a:xfrm>
        <a:prstGeom prst="rect">
          <a:avLst/>
        </a:prstGeom>
        <a:gradFill rotWithShape="0">
          <a:gsLst>
            <a:gs pos="0">
              <a:schemeClr val="accent2">
                <a:shade val="80000"/>
                <a:hueOff val="-17936"/>
                <a:satOff val="-2012"/>
                <a:lumOff val="12840"/>
                <a:alphaOff val="0"/>
                <a:shade val="51000"/>
                <a:satMod val="130000"/>
              </a:schemeClr>
            </a:gs>
            <a:gs pos="80000">
              <a:schemeClr val="accent2">
                <a:shade val="80000"/>
                <a:hueOff val="-17936"/>
                <a:satOff val="-2012"/>
                <a:lumOff val="12840"/>
                <a:alphaOff val="0"/>
                <a:shade val="93000"/>
                <a:satMod val="130000"/>
              </a:schemeClr>
            </a:gs>
            <a:gs pos="100000">
              <a:schemeClr val="accent2">
                <a:shade val="80000"/>
                <a:hueOff val="-17936"/>
                <a:satOff val="-2012"/>
                <a:lumOff val="1284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 smtClean="0"/>
            <a:t>Manage the transmission of data, instructions, and information</a:t>
          </a:r>
          <a:endParaRPr lang="en-US" sz="2500" kern="1200" dirty="0"/>
        </a:p>
      </dsp:txBody>
      <dsp:txXfrm>
        <a:off x="4138212" y="437"/>
        <a:ext cx="2754250" cy="1652550"/>
      </dsp:txXfrm>
    </dsp:sp>
    <dsp:sp modelId="{D5EE9750-18AA-420B-B3C5-08E66B1B5DC0}">
      <dsp:nvSpPr>
        <dsp:cNvPr id="0" name=""/>
        <dsp:cNvSpPr/>
      </dsp:nvSpPr>
      <dsp:spPr>
        <a:xfrm>
          <a:off x="2623374" y="1928412"/>
          <a:ext cx="2754250" cy="1652550"/>
        </a:xfrm>
        <a:prstGeom prst="rect">
          <a:avLst/>
        </a:prstGeom>
        <a:gradFill rotWithShape="0">
          <a:gsLst>
            <a:gs pos="0">
              <a:schemeClr val="accent2">
                <a:shade val="80000"/>
                <a:hueOff val="-35872"/>
                <a:satOff val="-4024"/>
                <a:lumOff val="25680"/>
                <a:alphaOff val="0"/>
                <a:shade val="51000"/>
                <a:satMod val="130000"/>
              </a:schemeClr>
            </a:gs>
            <a:gs pos="80000">
              <a:schemeClr val="accent2">
                <a:shade val="80000"/>
                <a:hueOff val="-35872"/>
                <a:satOff val="-4024"/>
                <a:lumOff val="25680"/>
                <a:alphaOff val="0"/>
                <a:shade val="93000"/>
                <a:satMod val="130000"/>
              </a:schemeClr>
            </a:gs>
            <a:gs pos="100000">
              <a:schemeClr val="accent2">
                <a:shade val="80000"/>
                <a:hueOff val="-35872"/>
                <a:satOff val="-4024"/>
                <a:lumOff val="2568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 smtClean="0"/>
            <a:t>Provide an interface for users to communicate with one another</a:t>
          </a:r>
          <a:endParaRPr lang="en-US" sz="2500" kern="1200" dirty="0"/>
        </a:p>
      </dsp:txBody>
      <dsp:txXfrm>
        <a:off x="2623374" y="1928412"/>
        <a:ext cx="2754250" cy="1652550"/>
      </dsp:txXfrm>
    </dsp:sp>
  </dsp:spTree>
</dsp:drawing>
</file>

<file path=ppt/diagrams/drawing9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32232618-24D8-4C3E-A5E7-B4C3E05457E2}">
      <dsp:nvSpPr>
        <dsp:cNvPr id="0" name=""/>
        <dsp:cNvSpPr/>
      </dsp:nvSpPr>
      <dsp:spPr>
        <a:xfrm>
          <a:off x="704373" y="2083"/>
          <a:ext cx="2322016" cy="1393209"/>
        </a:xfrm>
        <a:prstGeom prst="rect">
          <a:avLst/>
        </a:prstGeom>
        <a:gradFill rotWithShape="0">
          <a:gsLst>
            <a:gs pos="0">
              <a:schemeClr val="accent4">
                <a:alpha val="9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alpha val="9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alpha val="9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lvl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800" b="1" kern="1200" dirty="0" smtClean="0">
              <a:solidFill>
                <a:srgbClr val="A52439"/>
              </a:solidFill>
            </a:rPr>
            <a:t>Dial-up lines</a:t>
          </a:r>
          <a:endParaRPr lang="en-US" sz="3800" b="1" kern="1200" dirty="0">
            <a:solidFill>
              <a:srgbClr val="A52439"/>
            </a:solidFill>
          </a:endParaRPr>
        </a:p>
      </dsp:txBody>
      <dsp:txXfrm>
        <a:off x="704373" y="2083"/>
        <a:ext cx="2322016" cy="1393209"/>
      </dsp:txXfrm>
    </dsp:sp>
    <dsp:sp modelId="{BB599699-E142-4ED4-A7A4-74FBB5087FCF}">
      <dsp:nvSpPr>
        <dsp:cNvPr id="0" name=""/>
        <dsp:cNvSpPr/>
      </dsp:nvSpPr>
      <dsp:spPr>
        <a:xfrm>
          <a:off x="3258591" y="2083"/>
          <a:ext cx="2322016" cy="1393209"/>
        </a:xfrm>
        <a:prstGeom prst="rect">
          <a:avLst/>
        </a:prstGeom>
        <a:gradFill rotWithShape="0">
          <a:gsLst>
            <a:gs pos="0">
              <a:schemeClr val="accent4">
                <a:alpha val="90000"/>
                <a:hueOff val="0"/>
                <a:satOff val="0"/>
                <a:lumOff val="0"/>
                <a:alphaOff val="-6667"/>
                <a:tint val="50000"/>
                <a:satMod val="300000"/>
              </a:schemeClr>
            </a:gs>
            <a:gs pos="35000">
              <a:schemeClr val="accent4">
                <a:alpha val="90000"/>
                <a:hueOff val="0"/>
                <a:satOff val="0"/>
                <a:lumOff val="0"/>
                <a:alphaOff val="-6667"/>
                <a:tint val="37000"/>
                <a:satMod val="300000"/>
              </a:schemeClr>
            </a:gs>
            <a:gs pos="100000">
              <a:schemeClr val="accent4">
                <a:alpha val="90000"/>
                <a:hueOff val="0"/>
                <a:satOff val="0"/>
                <a:lumOff val="0"/>
                <a:alphaOff val="-6667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lvl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800" b="1" kern="1200" dirty="0" smtClean="0">
              <a:solidFill>
                <a:srgbClr val="A52439"/>
              </a:solidFill>
            </a:rPr>
            <a:t>Dedicated line</a:t>
          </a:r>
          <a:endParaRPr lang="en-US" sz="3800" b="1" kern="1200" dirty="0">
            <a:solidFill>
              <a:srgbClr val="A52439"/>
            </a:solidFill>
          </a:endParaRPr>
        </a:p>
      </dsp:txBody>
      <dsp:txXfrm>
        <a:off x="3258591" y="2083"/>
        <a:ext cx="2322016" cy="1393209"/>
      </dsp:txXfrm>
    </dsp:sp>
    <dsp:sp modelId="{8B8E0D32-AD28-4B53-9606-0EF698B03648}">
      <dsp:nvSpPr>
        <dsp:cNvPr id="0" name=""/>
        <dsp:cNvSpPr/>
      </dsp:nvSpPr>
      <dsp:spPr>
        <a:xfrm>
          <a:off x="5812809" y="2083"/>
          <a:ext cx="2322016" cy="1393209"/>
        </a:xfrm>
        <a:prstGeom prst="rect">
          <a:avLst/>
        </a:prstGeom>
        <a:gradFill rotWithShape="0">
          <a:gsLst>
            <a:gs pos="0">
              <a:schemeClr val="accent4">
                <a:alpha val="90000"/>
                <a:hueOff val="0"/>
                <a:satOff val="0"/>
                <a:lumOff val="0"/>
                <a:alphaOff val="-13333"/>
                <a:tint val="50000"/>
                <a:satMod val="300000"/>
              </a:schemeClr>
            </a:gs>
            <a:gs pos="35000">
              <a:schemeClr val="accent4">
                <a:alpha val="90000"/>
                <a:hueOff val="0"/>
                <a:satOff val="0"/>
                <a:lumOff val="0"/>
                <a:alphaOff val="-13333"/>
                <a:tint val="37000"/>
                <a:satMod val="300000"/>
              </a:schemeClr>
            </a:gs>
            <a:gs pos="100000">
              <a:schemeClr val="accent4">
                <a:alpha val="90000"/>
                <a:hueOff val="0"/>
                <a:satOff val="0"/>
                <a:lumOff val="0"/>
                <a:alphaOff val="-13333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lvl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800" b="0" kern="1200" dirty="0" smtClean="0"/>
            <a:t>ISDN line</a:t>
          </a:r>
          <a:endParaRPr lang="en-US" sz="3800" b="0" kern="1200" dirty="0"/>
        </a:p>
      </dsp:txBody>
      <dsp:txXfrm>
        <a:off x="5812809" y="2083"/>
        <a:ext cx="2322016" cy="1393209"/>
      </dsp:txXfrm>
    </dsp:sp>
    <dsp:sp modelId="{E0F4BB3D-4A96-4830-832B-9DD0DDB06FC9}">
      <dsp:nvSpPr>
        <dsp:cNvPr id="0" name=""/>
        <dsp:cNvSpPr/>
      </dsp:nvSpPr>
      <dsp:spPr>
        <a:xfrm>
          <a:off x="704373" y="1627495"/>
          <a:ext cx="2322016" cy="1393209"/>
        </a:xfrm>
        <a:prstGeom prst="rect">
          <a:avLst/>
        </a:prstGeom>
        <a:gradFill rotWithShape="0">
          <a:gsLst>
            <a:gs pos="0">
              <a:schemeClr val="accent4">
                <a:alpha val="90000"/>
                <a:hueOff val="0"/>
                <a:satOff val="0"/>
                <a:lumOff val="0"/>
                <a:alphaOff val="-20000"/>
                <a:tint val="50000"/>
                <a:satMod val="300000"/>
              </a:schemeClr>
            </a:gs>
            <a:gs pos="35000">
              <a:schemeClr val="accent4">
                <a:alpha val="90000"/>
                <a:hueOff val="0"/>
                <a:satOff val="0"/>
                <a:lumOff val="0"/>
                <a:alphaOff val="-20000"/>
                <a:tint val="37000"/>
                <a:satMod val="300000"/>
              </a:schemeClr>
            </a:gs>
            <a:gs pos="100000">
              <a:schemeClr val="accent4">
                <a:alpha val="90000"/>
                <a:hueOff val="0"/>
                <a:satOff val="0"/>
                <a:lumOff val="0"/>
                <a:alphaOff val="-2000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lvl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800" b="1" kern="1200" dirty="0" smtClean="0">
              <a:solidFill>
                <a:srgbClr val="A52439"/>
              </a:solidFill>
            </a:rPr>
            <a:t>DSL</a:t>
          </a:r>
          <a:endParaRPr lang="en-US" sz="3800" b="1" kern="1200" dirty="0">
            <a:solidFill>
              <a:srgbClr val="A52439"/>
            </a:solidFill>
          </a:endParaRPr>
        </a:p>
      </dsp:txBody>
      <dsp:txXfrm>
        <a:off x="704373" y="1627495"/>
        <a:ext cx="2322016" cy="1393209"/>
      </dsp:txXfrm>
    </dsp:sp>
    <dsp:sp modelId="{390F2365-0958-4874-98B9-62970DABD561}">
      <dsp:nvSpPr>
        <dsp:cNvPr id="0" name=""/>
        <dsp:cNvSpPr/>
      </dsp:nvSpPr>
      <dsp:spPr>
        <a:xfrm>
          <a:off x="3258591" y="1627495"/>
          <a:ext cx="2322016" cy="1393209"/>
        </a:xfrm>
        <a:prstGeom prst="rect">
          <a:avLst/>
        </a:prstGeom>
        <a:gradFill rotWithShape="0">
          <a:gsLst>
            <a:gs pos="0">
              <a:schemeClr val="accent4">
                <a:alpha val="90000"/>
                <a:hueOff val="0"/>
                <a:satOff val="0"/>
                <a:lumOff val="0"/>
                <a:alphaOff val="-26667"/>
                <a:tint val="50000"/>
                <a:satMod val="300000"/>
              </a:schemeClr>
            </a:gs>
            <a:gs pos="35000">
              <a:schemeClr val="accent4">
                <a:alpha val="90000"/>
                <a:hueOff val="0"/>
                <a:satOff val="0"/>
                <a:lumOff val="0"/>
                <a:alphaOff val="-26667"/>
                <a:tint val="37000"/>
                <a:satMod val="300000"/>
              </a:schemeClr>
            </a:gs>
            <a:gs pos="100000">
              <a:schemeClr val="accent4">
                <a:alpha val="90000"/>
                <a:hueOff val="0"/>
                <a:satOff val="0"/>
                <a:lumOff val="0"/>
                <a:alphaOff val="-26667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lvl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800" b="1" kern="1200" dirty="0" smtClean="0">
              <a:solidFill>
                <a:srgbClr val="A52439"/>
              </a:solidFill>
            </a:rPr>
            <a:t>FTTP</a:t>
          </a:r>
          <a:endParaRPr lang="en-US" sz="3800" b="1" kern="1200" dirty="0">
            <a:solidFill>
              <a:srgbClr val="A52439"/>
            </a:solidFill>
          </a:endParaRPr>
        </a:p>
      </dsp:txBody>
      <dsp:txXfrm>
        <a:off x="3258591" y="1627495"/>
        <a:ext cx="2322016" cy="1393209"/>
      </dsp:txXfrm>
    </dsp:sp>
    <dsp:sp modelId="{A6421D9C-34D9-4152-B05B-352281011CEA}">
      <dsp:nvSpPr>
        <dsp:cNvPr id="0" name=""/>
        <dsp:cNvSpPr/>
      </dsp:nvSpPr>
      <dsp:spPr>
        <a:xfrm>
          <a:off x="5812809" y="1627495"/>
          <a:ext cx="2322016" cy="1393209"/>
        </a:xfrm>
        <a:prstGeom prst="rect">
          <a:avLst/>
        </a:prstGeom>
        <a:gradFill rotWithShape="0">
          <a:gsLst>
            <a:gs pos="0">
              <a:schemeClr val="accent4">
                <a:alpha val="90000"/>
                <a:hueOff val="0"/>
                <a:satOff val="0"/>
                <a:lumOff val="0"/>
                <a:alphaOff val="-33333"/>
                <a:tint val="50000"/>
                <a:satMod val="300000"/>
              </a:schemeClr>
            </a:gs>
            <a:gs pos="35000">
              <a:schemeClr val="accent4">
                <a:alpha val="90000"/>
                <a:hueOff val="0"/>
                <a:satOff val="0"/>
                <a:lumOff val="0"/>
                <a:alphaOff val="-33333"/>
                <a:tint val="37000"/>
                <a:satMod val="300000"/>
              </a:schemeClr>
            </a:gs>
            <a:gs pos="100000">
              <a:schemeClr val="accent4">
                <a:alpha val="90000"/>
                <a:hueOff val="0"/>
                <a:satOff val="0"/>
                <a:lumOff val="0"/>
                <a:alphaOff val="-33333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lvl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800" b="1" kern="1200" dirty="0" smtClean="0">
              <a:solidFill>
                <a:srgbClr val="A52439"/>
              </a:solidFill>
            </a:rPr>
            <a:t>T-carrier line</a:t>
          </a:r>
          <a:endParaRPr lang="en-US" sz="3800" b="1" kern="1200" dirty="0">
            <a:solidFill>
              <a:srgbClr val="A52439"/>
            </a:solidFill>
          </a:endParaRPr>
        </a:p>
      </dsp:txBody>
      <dsp:txXfrm>
        <a:off x="5812809" y="1627495"/>
        <a:ext cx="2322016" cy="1393209"/>
      </dsp:txXfrm>
    </dsp:sp>
    <dsp:sp modelId="{B40735CC-7506-41F1-97ED-3214F030B0B7}">
      <dsp:nvSpPr>
        <dsp:cNvPr id="0" name=""/>
        <dsp:cNvSpPr/>
      </dsp:nvSpPr>
      <dsp:spPr>
        <a:xfrm>
          <a:off x="3258591" y="3252906"/>
          <a:ext cx="2322016" cy="1393209"/>
        </a:xfrm>
        <a:prstGeom prst="rect">
          <a:avLst/>
        </a:prstGeom>
        <a:gradFill rotWithShape="0">
          <a:gsLst>
            <a:gs pos="0">
              <a:schemeClr val="accent4">
                <a:alpha val="90000"/>
                <a:hueOff val="0"/>
                <a:satOff val="0"/>
                <a:lumOff val="0"/>
                <a:alphaOff val="-40000"/>
                <a:tint val="50000"/>
                <a:satMod val="300000"/>
              </a:schemeClr>
            </a:gs>
            <a:gs pos="35000">
              <a:schemeClr val="accent4">
                <a:alpha val="90000"/>
                <a:hueOff val="0"/>
                <a:satOff val="0"/>
                <a:lumOff val="0"/>
                <a:alphaOff val="-40000"/>
                <a:tint val="37000"/>
                <a:satMod val="300000"/>
              </a:schemeClr>
            </a:gs>
            <a:gs pos="100000">
              <a:schemeClr val="accent4">
                <a:alpha val="90000"/>
                <a:hueOff val="0"/>
                <a:satOff val="0"/>
                <a:lumOff val="0"/>
                <a:alphaOff val="-4000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lvl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800" b="1" kern="1200" dirty="0" smtClean="0">
              <a:solidFill>
                <a:srgbClr val="A52439"/>
              </a:solidFill>
            </a:rPr>
            <a:t>ATM</a:t>
          </a:r>
          <a:endParaRPr lang="en-US" sz="3800" b="1" kern="1200" dirty="0">
            <a:solidFill>
              <a:srgbClr val="A52439"/>
            </a:solidFill>
          </a:endParaRPr>
        </a:p>
      </dsp:txBody>
      <dsp:txXfrm>
        <a:off x="3258591" y="3252906"/>
        <a:ext cx="2322016" cy="1393209"/>
      </dsp:txXfrm>
    </dsp:sp>
  </dsp:spTree>
</dsp:drawing>
</file>

<file path=ppt/diagrams/drawing10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A2320912-8D9A-492B-894B-23596CF49463}">
      <dsp:nvSpPr>
        <dsp:cNvPr id="0" name=""/>
        <dsp:cNvSpPr/>
      </dsp:nvSpPr>
      <dsp:spPr>
        <a:xfrm>
          <a:off x="667256" y="1220"/>
          <a:ext cx="3573660" cy="2144196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lvl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300" kern="1200" dirty="0" smtClean="0"/>
            <a:t>Overview of communications terminology and applications</a:t>
          </a:r>
          <a:endParaRPr lang="en-US" sz="3300" kern="1200" dirty="0"/>
        </a:p>
      </dsp:txBody>
      <dsp:txXfrm>
        <a:off x="667256" y="1220"/>
        <a:ext cx="3573660" cy="2144196"/>
      </dsp:txXfrm>
    </dsp:sp>
    <dsp:sp modelId="{15ECBD65-5830-4B36-8E1E-869949183148}">
      <dsp:nvSpPr>
        <dsp:cNvPr id="0" name=""/>
        <dsp:cNvSpPr/>
      </dsp:nvSpPr>
      <dsp:spPr>
        <a:xfrm>
          <a:off x="4598283" y="1220"/>
          <a:ext cx="3573660" cy="2144196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88279"/>
                <a:satOff val="-2183"/>
                <a:lumOff val="12494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88279"/>
                <a:satOff val="-2183"/>
                <a:lumOff val="12494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88279"/>
                <a:satOff val="-2183"/>
                <a:lumOff val="12494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lvl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300" kern="1200" dirty="0" smtClean="0"/>
            <a:t>How to join computers into a network</a:t>
          </a:r>
          <a:endParaRPr lang="en-US" sz="3300" kern="1200" dirty="0"/>
        </a:p>
      </dsp:txBody>
      <dsp:txXfrm>
        <a:off x="4598283" y="1220"/>
        <a:ext cx="3573660" cy="2144196"/>
      </dsp:txXfrm>
    </dsp:sp>
    <dsp:sp modelId="{EBA0745A-64FD-4C3B-A1AD-23FBAC251F6E}">
      <dsp:nvSpPr>
        <dsp:cNvPr id="0" name=""/>
        <dsp:cNvSpPr/>
      </dsp:nvSpPr>
      <dsp:spPr>
        <a:xfrm>
          <a:off x="2632769" y="2502783"/>
          <a:ext cx="3573660" cy="2144196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76558"/>
                <a:satOff val="-4365"/>
                <a:lumOff val="24988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76558"/>
                <a:satOff val="-4365"/>
                <a:lumOff val="24988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76558"/>
                <a:satOff val="-4365"/>
                <a:lumOff val="2498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lvl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300" kern="1200" dirty="0" smtClean="0"/>
            <a:t>Various communications devices, media, and procedures</a:t>
          </a:r>
          <a:endParaRPr lang="en-US" sz="3300" kern="1200" dirty="0"/>
        </a:p>
      </dsp:txBody>
      <dsp:txXfrm>
        <a:off x="2632769" y="2502783"/>
        <a:ext cx="3573660" cy="21441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#42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#43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#44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default#45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arrow1">
  <dgm:title val=""/>
  <dgm:desc val=""/>
  <dgm:catLst>
    <dgm:cat type="relationship" pri="7000"/>
    <dgm:cat type="process" pri="3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axis="ch" ptType="node" func="cnt" op="equ" val="2">
        <dgm:choose name="Name2">
          <dgm:if name="Name3" func="var" arg="dir" op="equ" val="norm">
            <dgm:alg type="cycle">
              <dgm:param type="rotPath" val="alongPath"/>
              <dgm:param type="stAng" val="270"/>
            </dgm:alg>
          </dgm:if>
          <dgm:else name="Name4">
            <dgm:alg type="cycle">
              <dgm:param type="rotPath" val="alongPath"/>
              <dgm:param type="stAng" val="90"/>
              <dgm:param type="spanAng" val="-360"/>
            </dgm:alg>
          </dgm:else>
        </dgm:choose>
      </dgm:if>
      <dgm:else name="Name5">
        <dgm:choose name="Name6">
          <dgm:if name="Name7" func="var" arg="dir" op="equ" val="norm">
            <dgm:alg type="cycle">
              <dgm:param type="rotPath" val="alongPath"/>
            </dgm:alg>
          </dgm:if>
          <dgm:else name="Name8">
            <dgm:alg type="cycle">
              <dgm:param type="rotPath" val="alongPath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2">
        <dgm:constrLst>
          <dgm:constr type="primFontSz" for="ch" ptType="node" op="equ" val="65"/>
          <dgm:constr type="w" for="ch" ptType="node" refType="w"/>
          <dgm:constr type="h" for="ch" ptType="node" refType="w" refFor="ch" refPtType="node"/>
          <dgm:constr type="sibSp" refType="w" refFor="ch" refPtType="node" fact="0.1"/>
          <dgm:constr type="diam" refType="w" refFor="ch" refPtType="node" fact="1.1"/>
        </dgm:constrLst>
      </dgm:if>
      <dgm:if name="Name11" axis="ch" ptType="node" func="cnt" op="equ" val="5">
        <dgm:constrLst>
          <dgm:constr type="primFontSz" for="ch" ptType="node" op="equ" val="65"/>
          <dgm:constr type="w" for="ch" ptType="node" refType="w"/>
          <dgm:constr type="h" for="ch" ptType="node" refType="w" refFor="ch" refPtType="node"/>
          <dgm:constr type="sibSp" refType="w" refFor="ch" refPtType="node" fact="-0.24"/>
        </dgm:constrLst>
      </dgm:if>
      <dgm:if name="Name12" axis="ch" ptType="node" func="cnt" op="equ" val="6">
        <dgm:constrLst>
          <dgm:constr type="primFontSz" for="ch" ptType="node" op="equ" val="65"/>
          <dgm:constr type="w" for="ch" ptType="node" refType="w"/>
          <dgm:constr type="h" for="ch" ptType="node" refType="w" refFor="ch" refPtType="node"/>
          <dgm:constr type="sibSp" refType="w" refFor="ch" refPtType="node" fact="-0.2"/>
        </dgm:constrLst>
      </dgm:if>
      <dgm:if name="Name13" axis="ch" ptType="node" func="cnt" op="equ" val="8">
        <dgm:constrLst>
          <dgm:constr type="primFontSz" for="ch" ptType="node" op="equ" val="65"/>
          <dgm:constr type="w" for="ch" ptType="node" refType="w"/>
          <dgm:constr type="h" for="ch" ptType="node" refType="w" refFor="ch" refPtType="node"/>
          <dgm:constr type="sibSp" refType="w" refFor="ch" refPtType="node" fact="-0.15"/>
        </dgm:constrLst>
      </dgm:if>
      <dgm:if name="Name14" axis="ch" ptType="node" func="cnt" op="equ" val="10">
        <dgm:constrLst>
          <dgm:constr type="primFontSz" for="ch" ptType="node" op="lte" val="65"/>
          <dgm:constr type="w" for="ch" ptType="node" refType="w"/>
          <dgm:constr type="h" for="ch" ptType="node" refType="w" refFor="ch" refPtType="node"/>
          <dgm:constr type="sibSp" refType="w" refFor="ch" refPtType="node" fact="-0.24"/>
        </dgm:constrLst>
      </dgm:if>
      <dgm:else name="Name15">
        <dgm:constrLst>
          <dgm:constr type="primFontSz" for="ch" ptType="node" op="equ" val="65"/>
          <dgm:constr type="w" for="ch" ptType="node" refType="w"/>
          <dgm:constr type="h" for="ch" ptType="node" refType="w" refFor="ch" refPtType="node"/>
          <dgm:constr type="sibSp" refType="w" refFor="ch" refPtType="node" fact="-0.35"/>
        </dgm:constrLst>
      </dgm:else>
    </dgm:choose>
    <dgm:ruleLst/>
    <dgm:forEach name="Name16" axis="ch" ptType="node">
      <dgm:layoutNode name="arrow">
        <dgm:varLst>
          <dgm:bulletEnabled val="1"/>
        </dgm:varLst>
        <dgm:alg type="tx"/>
        <dgm:shape xmlns:r="http://schemas.openxmlformats.org/officeDocument/2006/relationships" type="upArrow" r:blip="">
          <dgm:adjLst>
            <dgm:adj idx="2" val="0.35"/>
          </dgm:adjLst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default#47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default#48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default#52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0FA158-E23A-49A2-B41F-E805834C0589}" type="datetimeFigureOut">
              <a:rPr lang="en-US" smtClean="0"/>
              <a:pPr/>
              <a:t>1/28/2016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D9EF2A-E281-47C6-BE76-7517B9DEEF6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27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29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34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42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43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44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46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47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48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55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56</a:t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57</a:t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58</a:t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59</a:t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64</a:t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69</a:t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70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187E1-C159-446B-8377-DBF6CF884E3B}" type="datetimeFigureOut">
              <a:rPr lang="en-US" smtClean="0"/>
              <a:pPr/>
              <a:t>1/28/2016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A2CF3-039B-4B33-B48C-EED657F5BF3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187E1-C159-446B-8377-DBF6CF884E3B}" type="datetimeFigureOut">
              <a:rPr lang="en-US" smtClean="0"/>
              <a:pPr/>
              <a:t>1/28/2016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A2CF3-039B-4B33-B48C-EED657F5BF3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187E1-C159-446B-8377-DBF6CF884E3B}" type="datetimeFigureOut">
              <a:rPr lang="en-US" smtClean="0"/>
              <a:pPr/>
              <a:t>1/28/2016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A2CF3-039B-4B33-B48C-EED657F5BF3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187E1-C159-446B-8377-DBF6CF884E3B}" type="datetimeFigureOut">
              <a:rPr lang="en-US" smtClean="0"/>
              <a:pPr/>
              <a:t>1/28/2016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A2CF3-039B-4B33-B48C-EED657F5BF3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187E1-C159-446B-8377-DBF6CF884E3B}" type="datetimeFigureOut">
              <a:rPr lang="en-US" smtClean="0"/>
              <a:pPr/>
              <a:t>1/28/2016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A2CF3-039B-4B33-B48C-EED657F5BF3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187E1-C159-446B-8377-DBF6CF884E3B}" type="datetimeFigureOut">
              <a:rPr lang="en-US" smtClean="0"/>
              <a:pPr/>
              <a:t>1/28/2016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A2CF3-039B-4B33-B48C-EED657F5BF3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187E1-C159-446B-8377-DBF6CF884E3B}" type="datetimeFigureOut">
              <a:rPr lang="en-US" smtClean="0"/>
              <a:pPr/>
              <a:t>1/28/2016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A2CF3-039B-4B33-B48C-EED657F5BF3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187E1-C159-446B-8377-DBF6CF884E3B}" type="datetimeFigureOut">
              <a:rPr lang="en-US" smtClean="0"/>
              <a:pPr/>
              <a:t>1/28/2016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A2CF3-039B-4B33-B48C-EED657F5BF3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187E1-C159-446B-8377-DBF6CF884E3B}" type="datetimeFigureOut">
              <a:rPr lang="en-US" smtClean="0"/>
              <a:pPr/>
              <a:t>1/28/2016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A2CF3-039B-4B33-B48C-EED657F5BF3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187E1-C159-446B-8377-DBF6CF884E3B}" type="datetimeFigureOut">
              <a:rPr lang="en-US" smtClean="0"/>
              <a:pPr/>
              <a:t>1/28/2016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A2CF3-039B-4B33-B48C-EED657F5BF3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187E1-C159-446B-8377-DBF6CF884E3B}" type="datetimeFigureOut">
              <a:rPr lang="en-US" smtClean="0"/>
              <a:pPr/>
              <a:t>1/28/2016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A2CF3-039B-4B33-B48C-EED657F5BF3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64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200" y="6324600"/>
            <a:ext cx="3810000" cy="4572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Discovering Computers 2012: Chapter 9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 smtClean="0"/>
              <a:t>Page 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64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200" y="6324600"/>
            <a:ext cx="3810000" cy="4572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Discovering Computers 2012: Chapter 9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 smtClean="0"/>
              <a:t>Page 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64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200" y="6324600"/>
            <a:ext cx="3810000" cy="4572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Discovering Computers 2012: Chapter 9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 smtClean="0"/>
              <a:t>Page 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64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200" y="6324600"/>
            <a:ext cx="3810000" cy="4572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Discovering Computers 2012: Chapter 9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 smtClean="0"/>
              <a:t>Page 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64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200" y="6324600"/>
            <a:ext cx="3810000" cy="4572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Discovering Computers 2012: Chapter 9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 smtClean="0"/>
              <a:t>Page 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64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200" y="6324600"/>
            <a:ext cx="3810000" cy="4572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Discovering Computers 2012: Chapter 9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 smtClean="0"/>
              <a:t>Page 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64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200" y="6324600"/>
            <a:ext cx="3810000" cy="4572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Discovering Computers 2012: Chapter 9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 smtClean="0"/>
              <a:t>Page 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64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200" y="6324600"/>
            <a:ext cx="3810000" cy="4572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Discovering Computers 2012: Chapter 9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 smtClean="0"/>
              <a:t>Page 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64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200" y="6324600"/>
            <a:ext cx="3810000" cy="4572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Discovering Computers 2012: Chapter 9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 smtClean="0"/>
              <a:t>Page 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64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200" y="6324600"/>
            <a:ext cx="3810000" cy="4572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Discovering Computers 2012: Chapter 9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 smtClean="0"/>
              <a:t>Page 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743200" y="6400800"/>
            <a:ext cx="3810000" cy="4572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Discovering Computers 2012: Chapter 9</a:t>
            </a:r>
            <a:endParaRPr lang="en-US" dirty="0" smtClean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 smtClean="0"/>
              <a:t>Page </a:t>
            </a:r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64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200" y="6324600"/>
            <a:ext cx="3810000" cy="4572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Discovering Computers 2012: Chapter 9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 smtClean="0"/>
              <a:t>Page 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64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200" y="6324600"/>
            <a:ext cx="3810000" cy="4572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Discovering Computers 2012: Chapter 9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 smtClean="0"/>
              <a:t>Page 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743200" y="6400800"/>
            <a:ext cx="3810000" cy="4572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Discovering Computers 2012: Chapter 9</a:t>
            </a:r>
            <a:endParaRPr lang="en-US" dirty="0" smtClean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 smtClean="0"/>
              <a:t>Page </a:t>
            </a:r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64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200" y="6324600"/>
            <a:ext cx="3810000" cy="4572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Discovering Computers 2012: Chapter 9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 smtClean="0"/>
              <a:t>Page 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64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200" y="6324600"/>
            <a:ext cx="3810000" cy="4572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Discovering Computers 2012: Chapter 9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 smtClean="0"/>
              <a:t>Page 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64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200" y="6324600"/>
            <a:ext cx="3810000" cy="4572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Discovering Computers 2012: Chapter 9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 smtClean="0"/>
              <a:t>Page 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64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200" y="6324600"/>
            <a:ext cx="3810000" cy="4572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Discovering Computers 2012: Chapter 9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 smtClean="0"/>
              <a:t>Page 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64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200" y="6324600"/>
            <a:ext cx="3810000" cy="4572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Discovering Computers 2012: Chapter 9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 smtClean="0"/>
              <a:t>Page 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64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200" y="6324600"/>
            <a:ext cx="3810000" cy="4572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Discovering Computers 2012: Chapter 9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 smtClean="0"/>
              <a:t>Page 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743200" y="6400800"/>
            <a:ext cx="3810000" cy="4572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Discovering Computers 2012: Chapter 9</a:t>
            </a:r>
            <a:endParaRPr lang="en-US" dirty="0" smtClean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 smtClean="0"/>
              <a:t>Page </a:t>
            </a:r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64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200" y="6324600"/>
            <a:ext cx="3810000" cy="4572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Discovering Computers 2012: Chapter 9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 smtClean="0"/>
              <a:t>Page 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64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200" y="6324600"/>
            <a:ext cx="3810000" cy="4572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Discovering Computers 2012: Chapter 9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 smtClean="0"/>
              <a:t>Page 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64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200" y="6324600"/>
            <a:ext cx="3810000" cy="4572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Discovering Computers 2012: Chapter 9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 smtClean="0"/>
              <a:t>Page 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64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200" y="6324600"/>
            <a:ext cx="3810000" cy="4572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Discovering Computers 2012: Chapter 9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 smtClean="0"/>
              <a:t>Page 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64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200" y="6324600"/>
            <a:ext cx="3810000" cy="4572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Discovering Computers 2012: Chapter 9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 smtClean="0"/>
              <a:t>Page 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64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200" y="6324600"/>
            <a:ext cx="3810000" cy="4572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Discovering Computers 2012: Chapter 9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 smtClean="0"/>
              <a:t>Page 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64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200" y="6324600"/>
            <a:ext cx="3810000" cy="4572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Discovering Computers 2012: Chapter 9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 smtClean="0"/>
              <a:t>Page 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64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200" y="6324600"/>
            <a:ext cx="3810000" cy="4572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Discovering Computers 2012: Chapter 9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 smtClean="0"/>
              <a:t>Page 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743200" y="6400800"/>
            <a:ext cx="3810000" cy="4572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Discovering Computers 2012: Chapter 9</a:t>
            </a:r>
            <a:endParaRPr lang="en-US" dirty="0" smtClean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 smtClean="0"/>
              <a:t>Page </a:t>
            </a:r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64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200" y="6324600"/>
            <a:ext cx="3810000" cy="4572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Discovering Computers 2012: Chapter 9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 smtClean="0"/>
              <a:t>Page 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743200" y="6400800"/>
            <a:ext cx="3810000" cy="4572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Discovering Computers 2012: Chapter 9</a:t>
            </a:r>
            <a:endParaRPr lang="en-US" dirty="0" smtClean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 smtClean="0"/>
              <a:t>Page </a:t>
            </a:r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64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200" y="6324600"/>
            <a:ext cx="3810000" cy="4572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Discovering Computers 2012: Chapter 9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 smtClean="0"/>
              <a:t>Page 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64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200" y="6324600"/>
            <a:ext cx="3810000" cy="4572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Discovering Computers 2012: Chapter 9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 smtClean="0"/>
              <a:t>Page 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743200" y="6400800"/>
            <a:ext cx="3810000" cy="4572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Discovering Computers 2012: Chapter 9</a:t>
            </a:r>
            <a:endParaRPr lang="en-US" dirty="0" smtClean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 smtClean="0"/>
              <a:t>Page </a:t>
            </a:r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64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200" y="6324600"/>
            <a:ext cx="3810000" cy="4572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Discovering Computers 2012: Chapter 9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 smtClean="0"/>
              <a:t>Page 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1187E1-C159-446B-8377-DBF6CF884E3B}" type="datetimeFigureOut">
              <a:rPr lang="en-US" smtClean="0"/>
              <a:pPr/>
              <a:t>1/28/2016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3A2CF3-039B-4B33-B48C-EED657F5BF3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2" r:id="rId21"/>
    <p:sldLayoutId id="2147483674" r:id="rId22"/>
    <p:sldLayoutId id="2147483675" r:id="rId23"/>
    <p:sldLayoutId id="2147483676" r:id="rId24"/>
    <p:sldLayoutId id="2147483677" r:id="rId25"/>
    <p:sldLayoutId id="2147483678" r:id="rId26"/>
    <p:sldLayoutId id="2147483679" r:id="rId27"/>
    <p:sldLayoutId id="2147483680" r:id="rId28"/>
    <p:sldLayoutId id="2147483681" r:id="rId29"/>
    <p:sldLayoutId id="2147483682" r:id="rId30"/>
    <p:sldLayoutId id="2147483683" r:id="rId31"/>
    <p:sldLayoutId id="2147483686" r:id="rId32"/>
    <p:sldLayoutId id="2147483687" r:id="rId33"/>
    <p:sldLayoutId id="2147483690" r:id="rId34"/>
    <p:sldLayoutId id="2147483691" r:id="rId35"/>
    <p:sldLayoutId id="2147483692" r:id="rId36"/>
    <p:sldLayoutId id="2147483693" r:id="rId37"/>
    <p:sldLayoutId id="2147483695" r:id="rId38"/>
    <p:sldLayoutId id="2147483698" r:id="rId39"/>
    <p:sldLayoutId id="2147483700" r:id="rId40"/>
    <p:sldLayoutId id="2147483701" r:id="rId41"/>
    <p:sldLayoutId id="2147483702" r:id="rId42"/>
    <p:sldLayoutId id="2147483706" r:id="rId43"/>
    <p:sldLayoutId id="2147483707" r:id="rId44"/>
    <p:sldLayoutId id="2147483710" r:id="rId45"/>
    <p:sldLayoutId id="2147483712" r:id="rId46"/>
    <p:sldLayoutId id="2147483713" r:id="rId4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3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16.gi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gi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gi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21.gif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gi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9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9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9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0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gi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4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gi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5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6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gi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8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8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8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8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gi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9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gi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0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gi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gi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gi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44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4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4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44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gi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5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45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45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45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45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gi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6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7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3528" y="2852936"/>
            <a:ext cx="8568952" cy="1470025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 TO COMPUTER SCIENCE (3 UNITS; AUD)</a:t>
            </a:r>
            <a:br>
              <a:rPr lang="en-US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CSC 111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3568" y="4725144"/>
            <a:ext cx="7992888" cy="1584176"/>
          </a:xfrm>
        </p:spPr>
        <p:txBody>
          <a:bodyPr>
            <a:normAutofit/>
          </a:bodyPr>
          <a:lstStyle/>
          <a:p>
            <a:r>
              <a:rPr lang="en-US" sz="22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Course Coordinator: </a:t>
            </a:r>
            <a:r>
              <a:rPr lang="en-US" sz="22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D. N. Choji &amp; C. I Eke</a:t>
            </a:r>
          </a:p>
          <a:p>
            <a:r>
              <a:rPr lang="en-US" sz="22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Other Course Lecturer(s): </a:t>
            </a:r>
            <a:r>
              <a:rPr lang="en-US" sz="22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P. Ochang &amp; U. M Bako</a:t>
            </a:r>
          </a:p>
          <a:p>
            <a:r>
              <a:rPr lang="en-US" sz="22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Course Assistance: </a:t>
            </a:r>
            <a:r>
              <a:rPr lang="en-US" sz="22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T.</a:t>
            </a:r>
            <a:r>
              <a:rPr lang="en-US" sz="22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2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O. Adeogun</a:t>
            </a:r>
          </a:p>
          <a:p>
            <a:endParaRPr lang="en-US" dirty="0"/>
          </a:p>
        </p:txBody>
      </p:sp>
      <p:pic>
        <p:nvPicPr>
          <p:cNvPr id="4" name="Picture 3" descr="C:\Users\Poly Sc Dept\Pictures\2012-12-13 FUL LOGO\FUL LOGO 001.jpg"/>
          <p:cNvPicPr/>
          <p:nvPr/>
        </p:nvPicPr>
        <p:blipFill>
          <a:blip r:embed="rId2" cstate="print">
            <a:lum bright="-20000" contrast="40000"/>
          </a:blip>
          <a:srcRect/>
          <a:stretch>
            <a:fillRect/>
          </a:stretch>
        </p:blipFill>
        <p:spPr bwMode="auto">
          <a:xfrm>
            <a:off x="3347864" y="332656"/>
            <a:ext cx="2232248" cy="21602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2924944"/>
            <a:ext cx="8229600" cy="1143000"/>
          </a:xfrm>
        </p:spPr>
        <p:txBody>
          <a:bodyPr>
            <a:normAutofit/>
          </a:bodyPr>
          <a:lstStyle/>
          <a:p>
            <a:r>
              <a:rPr lang="en-US" sz="32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TOPIC: Computer Communications and Networks</a:t>
            </a:r>
            <a:endParaRPr lang="en-US" sz="3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rmAutofit fontScale="90000"/>
          </a:bodyPr>
          <a:lstStyle/>
          <a:p>
            <a:pPr algn="l"/>
            <a:r>
              <a:rPr lang="en-GB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Outline</a:t>
            </a:r>
            <a:endParaRPr lang="en-GB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itchFamily="66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54461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GB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• </a:t>
            </a:r>
            <a:r>
              <a:rPr lang="en-GB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Communications</a:t>
            </a:r>
          </a:p>
          <a:p>
            <a:pPr>
              <a:buNone/>
            </a:pPr>
            <a:r>
              <a:rPr lang="en-GB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• Sending and receiving devices</a:t>
            </a:r>
          </a:p>
          <a:p>
            <a:pPr>
              <a:buNone/>
            </a:pPr>
            <a:r>
              <a:rPr lang="en-GB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• Uses of communications technologies</a:t>
            </a:r>
          </a:p>
          <a:p>
            <a:pPr>
              <a:buNone/>
            </a:pPr>
            <a:r>
              <a:rPr lang="en-GB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• Networks</a:t>
            </a:r>
          </a:p>
          <a:p>
            <a:pPr>
              <a:buNone/>
            </a:pPr>
            <a:r>
              <a:rPr lang="en-GB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• Communications software</a:t>
            </a:r>
          </a:p>
          <a:p>
            <a:pPr>
              <a:buNone/>
            </a:pPr>
            <a:r>
              <a:rPr lang="en-GB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• Telephone network</a:t>
            </a:r>
          </a:p>
          <a:p>
            <a:pPr>
              <a:buNone/>
            </a:pPr>
            <a:r>
              <a:rPr lang="en-GB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• Communications devices</a:t>
            </a:r>
          </a:p>
          <a:p>
            <a:pPr>
              <a:buNone/>
            </a:pPr>
            <a:r>
              <a:rPr lang="en-GB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• Communications channel</a:t>
            </a:r>
          </a:p>
          <a:p>
            <a:pPr>
              <a:buNone/>
            </a:pPr>
            <a:r>
              <a:rPr lang="en-GB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• Physical transmission media</a:t>
            </a:r>
          </a:p>
          <a:p>
            <a:pPr>
              <a:buNone/>
            </a:pPr>
            <a:r>
              <a:rPr lang="en-GB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• Wireless transmission media</a:t>
            </a:r>
            <a:endParaRPr lang="en-GB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Communications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Computer </a:t>
            </a:r>
            <a:r>
              <a:rPr lang="en-US" b="1" dirty="0" smtClean="0">
                <a:solidFill>
                  <a:srgbClr val="A52439"/>
                </a:solidFill>
              </a:rPr>
              <a:t>communications</a:t>
            </a:r>
            <a:r>
              <a:rPr lang="en-US" dirty="0" smtClean="0"/>
              <a:t> describes a process in which two or more computers or devices transfer data, instructions, and information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9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 460</a:t>
            </a:r>
            <a:endParaRPr lang="en-US" dirty="0"/>
          </a:p>
        </p:txBody>
      </p:sp>
      <p:graphicFrame>
        <p:nvGraphicFramePr>
          <p:cNvPr id="7" name="Diagram 6"/>
          <p:cNvGraphicFramePr/>
          <p:nvPr/>
        </p:nvGraphicFramePr>
        <p:xfrm>
          <a:off x="838200" y="2971800"/>
          <a:ext cx="7315200" cy="3403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B6EC4319-08B6-4D17-BB28-A4500024325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B6EC4319-08B6-4D17-BB28-A4500024325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84CF23C0-BEC0-4B04-8971-E5EE7982265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84CF23C0-BEC0-4B04-8971-E5EE7982265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CD72B2BC-55CE-45BD-BC36-AF90FFCD399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CD72B2BC-55CE-45BD-BC36-AF90FFCD399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C80B527-C198-456B-8873-ABABB235B71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>
                                            <p:graphicEl>
                                              <a:dgm id="{9C80B527-C198-456B-8873-ABABB235B71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Graphic spid="7" grpId="0">
        <p:bldSub>
          <a:bldDgm bld="one"/>
        </p:bldSub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Communications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9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Pages 460 – 461 </a:t>
            </a:r>
          </a:p>
          <a:p>
            <a:r>
              <a:rPr lang="en-US" dirty="0" smtClean="0"/>
              <a:t>Figure 9-1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2046833"/>
            <a:ext cx="8839200" cy="3754933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>
            <a:normAutofit/>
          </a:bodyPr>
          <a:lstStyle/>
          <a:p>
            <a:r>
              <a:rPr lang="en-GB" sz="2800" b="1" dirty="0" smtClean="0"/>
              <a:t>Components of Computer Communications</a:t>
            </a:r>
            <a:endParaRPr lang="en-GB" sz="2800" b="1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lum bright="-20000" contrast="40000"/>
          </a:blip>
          <a:srcRect r="3571" b="1493"/>
          <a:stretch>
            <a:fillRect/>
          </a:stretch>
        </p:blipFill>
        <p:spPr bwMode="auto">
          <a:xfrm>
            <a:off x="251520" y="1052736"/>
            <a:ext cx="8568952" cy="53285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Communication Devices</a:t>
            </a:r>
            <a:endParaRPr lang="en-GB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lum bright="-20000" contrast="40000"/>
          </a:blip>
          <a:srcRect l="2751" t="1333" r="4326" b="2667"/>
          <a:stretch>
            <a:fillRect/>
          </a:stretch>
        </p:blipFill>
        <p:spPr bwMode="auto">
          <a:xfrm>
            <a:off x="251520" y="1196752"/>
            <a:ext cx="8496944" cy="51845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Sending and Receiving Devices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lum bright="-20000" contrast="40000"/>
          </a:blip>
          <a:srcRect r="3668" b="2632"/>
          <a:stretch>
            <a:fillRect/>
          </a:stretch>
        </p:blipFill>
        <p:spPr bwMode="auto">
          <a:xfrm>
            <a:off x="323528" y="1124744"/>
            <a:ext cx="8496944" cy="53285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Uses of Computer Communications</a:t>
            </a:r>
            <a:endParaRPr lang="en-US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="" xmlns:p14="http://schemas.microsoft.com/office/powerpoint/2010/main" val="3119643645"/>
              </p:ext>
            </p:extLst>
          </p:nvPr>
        </p:nvGraphicFramePr>
        <p:xfrm>
          <a:off x="0" y="1600200"/>
          <a:ext cx="9144000" cy="464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9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 462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418F5F6B-B643-4A91-871E-4CF1BD34A81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418F5F6B-B643-4A91-871E-4CF1BD34A81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56324F85-D8A0-4D19-B7E5-505E3993929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56324F85-D8A0-4D19-B7E5-505E3993929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35F1000-FC37-4CBB-AA90-81B1C8E9AAC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935F1000-FC37-4CBB-AA90-81B1C8E9AAC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8385C82B-A7AD-4BF2-ABB2-F4F1C32759E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8385C82B-A7AD-4BF2-ABB2-F4F1C32759E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64B152F4-D0CC-4AD1-A2CD-03033558908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>
                                            <p:graphicEl>
                                              <a:dgm id="{64B152F4-D0CC-4AD1-A2CD-03033558908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9D889F4-852B-45F4-ABB4-3FB9D9149D0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>
                                            <p:graphicEl>
                                              <a:dgm id="{19D889F4-852B-45F4-ABB4-3FB9D9149D0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2EEADF4-2D44-4465-8B59-3BB8155AB20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7">
                                            <p:graphicEl>
                                              <a:dgm id="{E2EEADF4-2D44-4465-8B59-3BB8155AB20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750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F220199B-2BF8-4944-B2B5-B2D17CCD958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7">
                                            <p:graphicEl>
                                              <a:dgm id="{F220199B-2BF8-4944-B2B5-B2D17CCD958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0"/>
                            </p:stCondLst>
                            <p:childTnLst>
                              <p:par>
                                <p:cTn id="3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95451DC-4B40-416A-BC5F-4F05A47E5C8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7">
                                            <p:graphicEl>
                                              <a:dgm id="{195451DC-4B40-416A-BC5F-4F05A47E5C8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2500"/>
                            </p:stCondLst>
                            <p:childTnLst>
                              <p:par>
                                <p:cTn id="4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29D5F7DC-34B9-4230-9FDB-0A2C8BAC95D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7">
                                            <p:graphicEl>
                                              <a:dgm id="{29D5F7DC-34B9-4230-9FDB-0A2C8BAC95D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5000"/>
                            </p:stCondLst>
                            <p:childTnLst>
                              <p:par>
                                <p:cTn id="4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761FDF24-1C4E-4999-BCE5-732F33C480C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7">
                                            <p:graphicEl>
                                              <a:dgm id="{761FDF24-1C4E-4999-BCE5-732F33C480C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7500"/>
                            </p:stCondLst>
                            <p:childTnLst>
                              <p:par>
                                <p:cTn id="4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B2632136-AB2D-4040-88B2-708062BC9F6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7">
                                            <p:graphicEl>
                                              <a:dgm id="{B2632136-AB2D-4040-88B2-708062BC9F6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0000"/>
                            </p:stCondLst>
                            <p:childTnLst>
                              <p:par>
                                <p:cTn id="5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6EF44B0E-FD63-48DD-B258-1718CB589CB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7">
                                            <p:graphicEl>
                                              <a:dgm id="{6EF44B0E-FD63-48DD-B258-1718CB589CB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2500"/>
                            </p:stCondLst>
                            <p:childTnLst>
                              <p:par>
                                <p:cTn id="5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B644EFA-73D3-44D9-BD0B-1F8C2CD790E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7">
                                            <p:graphicEl>
                                              <a:dgm id="{0B644EFA-73D3-44D9-BD0B-1F8C2CD790E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35000"/>
                            </p:stCondLst>
                            <p:childTnLst>
                              <p:par>
                                <p:cTn id="6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5A1E3288-573F-4C18-AF93-A2A62BD7968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7">
                                            <p:graphicEl>
                                              <a:dgm id="{5A1E3288-573F-4C18-AF93-A2A62BD7968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Uses of Computer Communications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Users can send and receive wireless messages using wireless messaging services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9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Pages 462 – 463 </a:t>
            </a:r>
          </a:p>
          <a:p>
            <a:r>
              <a:rPr lang="en-US" dirty="0" smtClean="0"/>
              <a:t>Figure 9-3</a:t>
            </a:r>
            <a:endParaRPr lang="en-US" dirty="0"/>
          </a:p>
        </p:txBody>
      </p:sp>
      <p:pic>
        <p:nvPicPr>
          <p:cNvPr id="7" name="Picture 6" descr="Fig9-03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514600" y="2743200"/>
            <a:ext cx="4305110" cy="354330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Uses of Computer Communication</a:t>
            </a:r>
            <a:endParaRPr lang="en-GB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lum bright="-20000" contrast="40000"/>
          </a:blip>
          <a:srcRect r="5344"/>
          <a:stretch>
            <a:fillRect/>
          </a:stretch>
        </p:blipFill>
        <p:spPr bwMode="auto">
          <a:xfrm>
            <a:off x="395536" y="1124744"/>
            <a:ext cx="8280920" cy="54726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Uses of Computer Communications</a:t>
            </a:r>
            <a:endParaRPr lang="en-GB" dirty="0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lum bright="-20000" contrast="40000"/>
          </a:blip>
          <a:srcRect l="840" r="1681" b="4604"/>
          <a:stretch>
            <a:fillRect/>
          </a:stretch>
        </p:blipFill>
        <p:spPr bwMode="auto">
          <a:xfrm>
            <a:off x="395536" y="1196752"/>
            <a:ext cx="8352928" cy="54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Uses of Computer Communications</a:t>
            </a:r>
            <a:endParaRPr lang="en-GB" dirty="0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lum bright="-20000" contrast="40000"/>
          </a:blip>
          <a:srcRect/>
          <a:stretch>
            <a:fillRect/>
          </a:stretch>
        </p:blipFill>
        <p:spPr bwMode="auto">
          <a:xfrm>
            <a:off x="323528" y="1124744"/>
            <a:ext cx="8352928" cy="54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Uses of Computer Communications</a:t>
            </a:r>
            <a:endParaRPr lang="en-US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="" xmlns:p14="http://schemas.microsoft.com/office/powerpoint/2010/main" val="3603534121"/>
              </p:ext>
            </p:extLst>
          </p:nvPr>
        </p:nvGraphicFramePr>
        <p:xfrm>
          <a:off x="152400" y="1600200"/>
          <a:ext cx="883920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9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Pages 463 - 464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D1933DA5-1B4D-41E7-91F4-5573D8825EF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D1933DA5-1B4D-41E7-91F4-5573D8825EF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2DB98FDB-4129-451F-BBF5-AD2BBB4FD7E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2DB98FDB-4129-451F-BBF5-AD2BBB4FD7E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86B084E-D165-402E-ABB2-9B47831A601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E86B084E-D165-402E-ABB2-9B47831A601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BC1BAF0-76A4-4C1C-BFDA-2925CB67037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ABC1BAF0-76A4-4C1C-BFDA-2925CB67037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Uses of Computer Communications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dirty="0" smtClean="0">
                <a:solidFill>
                  <a:srgbClr val="A52439"/>
                </a:solidFill>
              </a:rPr>
              <a:t>Wireless Internet access points</a:t>
            </a:r>
            <a:r>
              <a:rPr lang="en-US" sz="2800" dirty="0" smtClean="0">
                <a:solidFill>
                  <a:srgbClr val="A52439"/>
                </a:solidFill>
              </a:rPr>
              <a:t> </a:t>
            </a:r>
            <a:r>
              <a:rPr lang="en-US" sz="2800" dirty="0" smtClean="0"/>
              <a:t>allow people to connect wirelessly to the Internet from home, work, school, and in many public locations</a:t>
            </a:r>
            <a:endParaRPr lang="en-US" sz="2800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9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Pages 464 – 465 </a:t>
            </a:r>
          </a:p>
          <a:p>
            <a:r>
              <a:rPr lang="en-US" dirty="0" smtClean="0"/>
              <a:t>Figure 9-4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0" y="3000498"/>
            <a:ext cx="5630018" cy="3243858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Uses of Computer Communications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b="1" dirty="0" smtClean="0">
                <a:solidFill>
                  <a:srgbClr val="A52439"/>
                </a:solidFill>
              </a:rPr>
              <a:t>cybercafé</a:t>
            </a:r>
            <a:r>
              <a:rPr lang="en-US" b="1" dirty="0" smtClean="0"/>
              <a:t> </a:t>
            </a:r>
            <a:r>
              <a:rPr lang="en-US" dirty="0" smtClean="0"/>
              <a:t>is a coffeehouse, restaurant, or other location that provides personal computers with Internet access to its customers 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9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Page 466 </a:t>
            </a:r>
          </a:p>
          <a:p>
            <a:r>
              <a:rPr lang="en-US" dirty="0" smtClean="0"/>
              <a:t>Figure 9-5</a:t>
            </a:r>
            <a:endParaRPr lang="en-US" dirty="0"/>
          </a:p>
        </p:txBody>
      </p:sp>
      <p:pic>
        <p:nvPicPr>
          <p:cNvPr id="7" name="Picture 6" descr="Fig9-05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05000" y="3276600"/>
            <a:ext cx="5107021" cy="300037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Uses of Computer Communications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A </a:t>
            </a:r>
            <a:r>
              <a:rPr lang="en-US" sz="2800" b="1" dirty="0" smtClean="0">
                <a:solidFill>
                  <a:srgbClr val="A52439"/>
                </a:solidFill>
              </a:rPr>
              <a:t>global positioning system</a:t>
            </a:r>
            <a:r>
              <a:rPr lang="en-US" sz="2800" b="1" dirty="0" smtClean="0"/>
              <a:t> </a:t>
            </a:r>
            <a:r>
              <a:rPr lang="en-US" sz="2800" dirty="0" smtClean="0"/>
              <a:t>(</a:t>
            </a:r>
            <a:r>
              <a:rPr lang="en-US" sz="2800" b="1" dirty="0" smtClean="0">
                <a:solidFill>
                  <a:srgbClr val="A52439"/>
                </a:solidFill>
              </a:rPr>
              <a:t>GPS</a:t>
            </a:r>
            <a:r>
              <a:rPr lang="en-US" sz="2800" dirty="0" smtClean="0"/>
              <a:t>) is a navigation system that consists of one or more earth-based receivers that accept and analyze signals sent by satellites in order to determine the GPS receiver’s geographic location</a:t>
            </a:r>
          </a:p>
          <a:p>
            <a:r>
              <a:rPr lang="en-US" sz="2800" dirty="0" smtClean="0"/>
              <a:t>GPS receivers are:</a:t>
            </a:r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9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 466</a:t>
            </a:r>
            <a:endParaRPr lang="en-US" dirty="0"/>
          </a:p>
        </p:txBody>
      </p:sp>
      <p:graphicFrame>
        <p:nvGraphicFramePr>
          <p:cNvPr id="7" name="Diagram 6"/>
          <p:cNvGraphicFramePr/>
          <p:nvPr>
            <p:extLst>
              <p:ext uri="{D42A27DB-BD31-4B8C-83A1-F6EECF244321}">
                <p14:modId xmlns="" xmlns:p14="http://schemas.microsoft.com/office/powerpoint/2010/main" val="112507197"/>
              </p:ext>
            </p:extLst>
          </p:nvPr>
        </p:nvGraphicFramePr>
        <p:xfrm>
          <a:off x="1066800" y="4038600"/>
          <a:ext cx="7162800" cy="1828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3E00BB15-8B10-4BF5-BE15-908E3C1C0A5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3E00BB15-8B10-4BF5-BE15-908E3C1C0A5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32804B6C-B89D-4E8F-A150-90956286375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32804B6C-B89D-4E8F-A150-90956286375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F6C7FA76-7502-478D-A763-A05C6E2FC0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>
                                            <p:graphicEl>
                                              <a:dgm id="{F6C7FA76-7502-478D-A763-A05C6E2FC04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Graphic spid="7" grpId="0">
        <p:bldSub>
          <a:bldDgm bld="one"/>
        </p:bldSub>
      </p:bldGraphic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Uses of Computer Communications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9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Page 467 </a:t>
            </a:r>
          </a:p>
          <a:p>
            <a:r>
              <a:rPr lang="en-US" dirty="0" smtClean="0"/>
              <a:t>Figure 9-6</a:t>
            </a:r>
            <a:endParaRPr lang="en-US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514" y="1600200"/>
            <a:ext cx="7082971" cy="4648200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Uses of Computer Communications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Many programs provide a means to </a:t>
            </a:r>
            <a:r>
              <a:rPr lang="en-US" sz="2800" b="1" dirty="0" smtClean="0">
                <a:solidFill>
                  <a:srgbClr val="A52439"/>
                </a:solidFill>
              </a:rPr>
              <a:t>collaborate</a:t>
            </a:r>
            <a:r>
              <a:rPr lang="en-US" sz="2800" dirty="0" smtClean="0"/>
              <a:t>, or work online, with other users connected to a server</a:t>
            </a:r>
          </a:p>
          <a:p>
            <a:r>
              <a:rPr lang="en-US" sz="2800" dirty="0" smtClean="0"/>
              <a:t>Collaboration software includes tools that enable users to share documents via online meetings and communicate with other connected users</a:t>
            </a:r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9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 468</a:t>
            </a:r>
            <a:endParaRPr lang="en-US" dirty="0"/>
          </a:p>
        </p:txBody>
      </p:sp>
      <p:graphicFrame>
        <p:nvGraphicFramePr>
          <p:cNvPr id="7" name="Diagram 6"/>
          <p:cNvGraphicFramePr/>
          <p:nvPr>
            <p:extLst>
              <p:ext uri="{D42A27DB-BD31-4B8C-83A1-F6EECF244321}">
                <p14:modId xmlns="" xmlns:p14="http://schemas.microsoft.com/office/powerpoint/2010/main" val="1096809267"/>
              </p:ext>
            </p:extLst>
          </p:nvPr>
        </p:nvGraphicFramePr>
        <p:xfrm>
          <a:off x="457200" y="4114800"/>
          <a:ext cx="8229600" cy="2057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447C6DE8-1BD1-4C3D-955D-C4807BB7D69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447C6DE8-1BD1-4C3D-955D-C4807BB7D69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AFEB9E7-6678-42FF-87CF-DD014473D21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0AFEB9E7-6678-42FF-87CF-DD014473D21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7C471F3-CBE0-46B0-8BE6-7628CA5C79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>
                                            <p:graphicEl>
                                              <a:dgm id="{17C471F3-CBE0-46B0-8BE6-7628CA5C79E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Graphic spid="7" grpId="0">
        <p:bldSub>
          <a:bldDgm bld="one"/>
        </p:bldSub>
      </p:bldGraphic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Uses of Computer Communications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Web services enable programmers to create applications that communicate with other remote computers over the Internet or on an internal business network</a:t>
            </a:r>
          </a:p>
          <a:p>
            <a:r>
              <a:rPr lang="en-US" dirty="0" smtClean="0"/>
              <a:t>A mashup is a Web application that combines services from two or more sources</a:t>
            </a:r>
            <a:endParaRPr lang="en-US" dirty="0"/>
          </a:p>
        </p:txBody>
      </p:sp>
      <p:pic>
        <p:nvPicPr>
          <p:cNvPr id="10" name="Content Placeholder 9" descr="CFig9-08.gif"/>
          <p:cNvPicPr>
            <a:picLocks noGrp="1" noChangeAspect="1"/>
          </p:cNvPicPr>
          <p:nvPr>
            <p:ph sz="half" idx="2"/>
          </p:nvPr>
        </p:nvPicPr>
        <p:blipFill>
          <a:blip r:embed="rId3" cstate="print"/>
          <a:stretch>
            <a:fillRect/>
          </a:stretch>
        </p:blipFill>
        <p:spPr>
          <a:xfrm>
            <a:off x="4917461" y="1600200"/>
            <a:ext cx="3500078" cy="4525963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9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Page 469 </a:t>
            </a:r>
          </a:p>
          <a:p>
            <a:r>
              <a:rPr lang="en-US" dirty="0" smtClean="0"/>
              <a:t>Figure 9-8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Networks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b="1" dirty="0" smtClean="0">
                <a:solidFill>
                  <a:srgbClr val="A52439"/>
                </a:solidFill>
              </a:rPr>
              <a:t>network</a:t>
            </a:r>
            <a:r>
              <a:rPr lang="en-US" dirty="0" smtClean="0"/>
              <a:t> is a collection of computers and devices connected together via communications devices and transmission media</a:t>
            </a:r>
          </a:p>
          <a:p>
            <a:r>
              <a:rPr lang="en-US" dirty="0" smtClean="0"/>
              <a:t>Advantages of a network include: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9</a:t>
            </a:r>
            <a:endParaRPr lang="en-US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Pages 470 - 471</a:t>
            </a:r>
            <a:endParaRPr lang="en-US" dirty="0"/>
          </a:p>
        </p:txBody>
      </p:sp>
      <p:graphicFrame>
        <p:nvGraphicFramePr>
          <p:cNvPr id="10" name="Diagram 9"/>
          <p:cNvGraphicFramePr/>
          <p:nvPr/>
        </p:nvGraphicFramePr>
        <p:xfrm>
          <a:off x="457200" y="3733800"/>
          <a:ext cx="8077200" cy="256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307CF857-C0AD-443F-A459-1A3DAE3C0A0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">
                                            <p:graphicEl>
                                              <a:dgm id="{307CF857-C0AD-443F-A459-1A3DAE3C0A0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C9D0DC9D-AA10-42D3-937C-25952647E4E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0">
                                            <p:graphicEl>
                                              <a:dgm id="{C9D0DC9D-AA10-42D3-937C-25952647E4E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39422C50-D217-498E-8C3C-F4A08F1AD49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0">
                                            <p:graphicEl>
                                              <a:dgm id="{39422C50-D217-498E-8C3C-F4A08F1AD49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B10C7A7D-C5E4-4435-B184-9604E0ABCC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0">
                                            <p:graphicEl>
                                              <a:dgm id="{B10C7A7D-C5E4-4435-B184-9604E0ABCCF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6CE80390-8573-4DB8-83F5-DA8A3F37AC9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0">
                                            <p:graphicEl>
                                              <a:dgm id="{6CE80390-8573-4DB8-83F5-DA8A3F37AC9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Graphic spid="10" grpId="0">
        <p:bldSub>
          <a:bldDgm bld="one"/>
        </p:bldSub>
      </p:bldGraphic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Networks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9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Page 470 </a:t>
            </a:r>
          </a:p>
          <a:p>
            <a:r>
              <a:rPr lang="en-US" dirty="0" smtClean="0"/>
              <a:t>Figure 9-9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6226" y="1600200"/>
            <a:ext cx="6191547" cy="4648200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Networks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b="1" dirty="0" smtClean="0">
                <a:solidFill>
                  <a:srgbClr val="A52439"/>
                </a:solidFill>
              </a:rPr>
              <a:t>local area network</a:t>
            </a:r>
            <a:r>
              <a:rPr lang="en-US" dirty="0" smtClean="0">
                <a:solidFill>
                  <a:srgbClr val="A52439"/>
                </a:solidFill>
              </a:rPr>
              <a:t> </a:t>
            </a:r>
            <a:r>
              <a:rPr lang="en-US" dirty="0" smtClean="0"/>
              <a:t>(</a:t>
            </a:r>
            <a:r>
              <a:rPr lang="en-US" b="1" dirty="0" smtClean="0">
                <a:solidFill>
                  <a:srgbClr val="A52439"/>
                </a:solidFill>
              </a:rPr>
              <a:t>LAN</a:t>
            </a:r>
            <a:r>
              <a:rPr lang="en-US" dirty="0" smtClean="0"/>
              <a:t>) is a network that connects computers and devices in a limited geographical area</a:t>
            </a:r>
          </a:p>
          <a:p>
            <a:r>
              <a:rPr lang="en-US" dirty="0" smtClean="0"/>
              <a:t>A </a:t>
            </a:r>
            <a:r>
              <a:rPr lang="en-US" b="1" dirty="0" smtClean="0">
                <a:solidFill>
                  <a:srgbClr val="A52439"/>
                </a:solidFill>
              </a:rPr>
              <a:t>wireless LAN </a:t>
            </a:r>
            <a:r>
              <a:rPr lang="en-US" dirty="0" smtClean="0"/>
              <a:t>(</a:t>
            </a:r>
            <a:r>
              <a:rPr lang="en-US" b="1" dirty="0" smtClean="0">
                <a:solidFill>
                  <a:srgbClr val="A52439"/>
                </a:solidFill>
              </a:rPr>
              <a:t>WLAN</a:t>
            </a:r>
            <a:r>
              <a:rPr lang="en-US" dirty="0" smtClean="0"/>
              <a:t>) is a LAN that uses no physical wires</a:t>
            </a:r>
            <a:endParaRPr lang="en-US" dirty="0"/>
          </a:p>
        </p:txBody>
      </p:sp>
      <p:pic>
        <p:nvPicPr>
          <p:cNvPr id="10" name="Content Placeholder 9" descr="Fig9-10.gif"/>
          <p:cNvPicPr>
            <a:picLocks noGrp="1" noChangeAspect="1"/>
          </p:cNvPicPr>
          <p:nvPr>
            <p:ph sz="half" idx="2"/>
          </p:nvPr>
        </p:nvPicPr>
        <p:blipFill>
          <a:blip r:embed="rId3" cstate="print"/>
          <a:stretch>
            <a:fillRect/>
          </a:stretch>
        </p:blipFill>
        <p:spPr>
          <a:xfrm>
            <a:off x="4648200" y="1600200"/>
            <a:ext cx="4038600" cy="2069783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9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Page 472 </a:t>
            </a:r>
          </a:p>
          <a:p>
            <a:r>
              <a:rPr lang="en-US" dirty="0" smtClean="0"/>
              <a:t>Figures 9-10 – 9-11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0" y="3886200"/>
            <a:ext cx="3505200" cy="245432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Networks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metropolitan area network (MAN) connects LANs in a metropolitan area</a:t>
            </a:r>
          </a:p>
          <a:p>
            <a:r>
              <a:rPr lang="en-US" dirty="0" smtClean="0"/>
              <a:t>A </a:t>
            </a:r>
            <a:r>
              <a:rPr lang="en-US" b="1" dirty="0" smtClean="0">
                <a:solidFill>
                  <a:srgbClr val="A52439"/>
                </a:solidFill>
              </a:rPr>
              <a:t>wide area network </a:t>
            </a:r>
            <a:r>
              <a:rPr lang="en-US" dirty="0" smtClean="0"/>
              <a:t>(</a:t>
            </a:r>
            <a:r>
              <a:rPr lang="en-US" b="1" dirty="0" smtClean="0">
                <a:solidFill>
                  <a:srgbClr val="A52439"/>
                </a:solidFill>
              </a:rPr>
              <a:t>WAN</a:t>
            </a:r>
            <a:r>
              <a:rPr lang="en-US" dirty="0" smtClean="0"/>
              <a:t>) </a:t>
            </a:r>
            <a:br>
              <a:rPr lang="en-US" dirty="0" smtClean="0"/>
            </a:br>
            <a:r>
              <a:rPr lang="en-US" dirty="0" smtClean="0"/>
              <a:t>is a network that covers a </a:t>
            </a:r>
            <a:br>
              <a:rPr lang="en-US" dirty="0" smtClean="0"/>
            </a:br>
            <a:r>
              <a:rPr lang="en-US" dirty="0" smtClean="0"/>
              <a:t>large geographical area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9</a:t>
            </a:r>
            <a:endParaRPr lang="en-US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Page 473 </a:t>
            </a:r>
          </a:p>
          <a:p>
            <a:r>
              <a:rPr lang="en-US" dirty="0" smtClean="0"/>
              <a:t>Figure 9-12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2600" y="2514600"/>
            <a:ext cx="3276600" cy="3569402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Categories of Network</a:t>
            </a:r>
            <a:endParaRPr lang="en-GB" dirty="0"/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lum bright="-20000" contrast="40000"/>
          </a:blip>
          <a:srcRect l="870" r="1739" b="2667"/>
          <a:stretch>
            <a:fillRect/>
          </a:stretch>
        </p:blipFill>
        <p:spPr bwMode="auto">
          <a:xfrm>
            <a:off x="467544" y="1124744"/>
            <a:ext cx="8064896" cy="52565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Categories of Network</a:t>
            </a:r>
            <a:endParaRPr lang="en-GB" dirty="0"/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lum bright="-20000" contrast="40000"/>
          </a:blip>
          <a:srcRect r="6933" b="4604"/>
          <a:stretch>
            <a:fillRect/>
          </a:stretch>
        </p:blipFill>
        <p:spPr bwMode="auto">
          <a:xfrm>
            <a:off x="323528" y="1196752"/>
            <a:ext cx="8208912" cy="54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Networks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The design of computers, devices, and media on a network is sometimes called the network architecture</a:t>
            </a:r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9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Pages 473 – 474</a:t>
            </a:r>
          </a:p>
          <a:p>
            <a:r>
              <a:rPr lang="en-US" dirty="0" smtClean="0"/>
              <a:t>Figures 9-13 – 9-14</a:t>
            </a:r>
            <a:endParaRPr lang="en-US" dirty="0"/>
          </a:p>
        </p:txBody>
      </p:sp>
      <p:grpSp>
        <p:nvGrpSpPr>
          <p:cNvPr id="9" name="Group 14"/>
          <p:cNvGrpSpPr/>
          <p:nvPr/>
        </p:nvGrpSpPr>
        <p:grpSpPr>
          <a:xfrm>
            <a:off x="1417403" y="2667000"/>
            <a:ext cx="2949477" cy="3445588"/>
            <a:chOff x="1417403" y="2667000"/>
            <a:chExt cx="2949477" cy="3445588"/>
          </a:xfrm>
        </p:grpSpPr>
        <p:sp>
          <p:nvSpPr>
            <p:cNvPr id="7" name="TextBox 6"/>
            <p:cNvSpPr txBox="1"/>
            <p:nvPr/>
          </p:nvSpPr>
          <p:spPr>
            <a:xfrm>
              <a:off x="1752600" y="2667000"/>
              <a:ext cx="22790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 smtClean="0">
                  <a:solidFill>
                    <a:srgbClr val="A52439"/>
                  </a:solidFill>
                </a:rPr>
                <a:t>Client/server network</a:t>
              </a:r>
              <a:endParaRPr lang="en-US" b="1" dirty="0">
                <a:solidFill>
                  <a:srgbClr val="A52439"/>
                </a:solidFill>
              </a:endParaRPr>
            </a:p>
          </p:txBody>
        </p:sp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17403" y="3124200"/>
              <a:ext cx="2949477" cy="2988388"/>
            </a:xfrm>
            <a:prstGeom prst="rect">
              <a:avLst/>
            </a:prstGeom>
          </p:spPr>
        </p:pic>
      </p:grpSp>
      <p:grpSp>
        <p:nvGrpSpPr>
          <p:cNvPr id="10" name="Group 15"/>
          <p:cNvGrpSpPr/>
          <p:nvPr/>
        </p:nvGrpSpPr>
        <p:grpSpPr>
          <a:xfrm>
            <a:off x="4925561" y="2667000"/>
            <a:ext cx="2542040" cy="3446920"/>
            <a:chOff x="4925561" y="2667000"/>
            <a:chExt cx="2542040" cy="3446920"/>
          </a:xfrm>
        </p:grpSpPr>
        <p:sp>
          <p:nvSpPr>
            <p:cNvPr id="8" name="TextBox 7"/>
            <p:cNvSpPr txBox="1"/>
            <p:nvPr/>
          </p:nvSpPr>
          <p:spPr>
            <a:xfrm>
              <a:off x="5105400" y="2667000"/>
              <a:ext cx="225106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 smtClean="0"/>
                <a:t>Peer-to-peer network</a:t>
              </a:r>
              <a:endParaRPr lang="en-US" b="1" dirty="0"/>
            </a:p>
          </p:txBody>
        </p:sp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25561" y="3124200"/>
              <a:ext cx="2542040" cy="2989720"/>
            </a:xfrm>
            <a:prstGeom prst="rect">
              <a:avLst/>
            </a:prstGeom>
          </p:spPr>
        </p:pic>
      </p:grp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/>
          <a:lstStyle/>
          <a:p>
            <a:r>
              <a:rPr lang="en-GB" dirty="0" smtClean="0"/>
              <a:t>Client/Server Network</a:t>
            </a:r>
            <a:endParaRPr lang="en-GB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1340768"/>
            <a:ext cx="8820472" cy="55172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Networks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P2P describes an Internet network on which users access each other’s hard disks and exchange files directly over the Internet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9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Page 475 </a:t>
            </a:r>
          </a:p>
          <a:p>
            <a:r>
              <a:rPr lang="en-US" dirty="0" smtClean="0"/>
              <a:t>Figure 9-15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400" y="3124200"/>
            <a:ext cx="3395663" cy="331790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Network Topology</a:t>
            </a:r>
            <a:endParaRPr lang="en-GB" dirty="0"/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lum bright="-20000" contrast="40000"/>
          </a:blip>
          <a:srcRect/>
          <a:stretch>
            <a:fillRect/>
          </a:stretch>
        </p:blipFill>
        <p:spPr bwMode="auto">
          <a:xfrm>
            <a:off x="323528" y="1196752"/>
            <a:ext cx="8496943" cy="53285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90066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Network Topology</a:t>
            </a:r>
            <a:endParaRPr lang="en-GB" dirty="0"/>
          </a:p>
        </p:txBody>
      </p:sp>
      <p:pic>
        <p:nvPicPr>
          <p:cNvPr id="112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lum bright="-20000" contrast="40000"/>
          </a:blip>
          <a:srcRect b="2632"/>
          <a:stretch>
            <a:fillRect/>
          </a:stretch>
        </p:blipFill>
        <p:spPr bwMode="auto">
          <a:xfrm>
            <a:off x="323528" y="1052736"/>
            <a:ext cx="8496944" cy="53285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Network Topology</a:t>
            </a:r>
            <a:endParaRPr lang="en-GB" dirty="0"/>
          </a:p>
        </p:txBody>
      </p:sp>
      <p:pic>
        <p:nvPicPr>
          <p:cNvPr id="1229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lum bright="-20000" contrast="40000"/>
          </a:blip>
          <a:srcRect/>
          <a:stretch>
            <a:fillRect/>
          </a:stretch>
        </p:blipFill>
        <p:spPr bwMode="auto">
          <a:xfrm>
            <a:off x="467544" y="1124744"/>
            <a:ext cx="8424936" cy="53285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Network Topology</a:t>
            </a:r>
            <a:endParaRPr lang="en-GB" dirty="0"/>
          </a:p>
        </p:txBody>
      </p:sp>
      <p:pic>
        <p:nvPicPr>
          <p:cNvPr id="1331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lum bright="-20000" contrast="40000"/>
          </a:blip>
          <a:srcRect/>
          <a:stretch>
            <a:fillRect/>
          </a:stretch>
        </p:blipFill>
        <p:spPr bwMode="auto">
          <a:xfrm>
            <a:off x="251520" y="980728"/>
            <a:ext cx="8568952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Networks</a:t>
            </a:r>
            <a:endParaRPr lang="en-US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="" xmlns:p14="http://schemas.microsoft.com/office/powerpoint/2010/main" val="4226028489"/>
              </p:ext>
            </p:extLst>
          </p:nvPr>
        </p:nvGraphicFramePr>
        <p:xfrm>
          <a:off x="152400" y="1600200"/>
          <a:ext cx="8839200" cy="464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9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 477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7F17C6EF-0AF9-4C33-9C9F-232B93E83D0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7F17C6EF-0AF9-4C33-9C9F-232B93E83D0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C656BD17-587D-462B-8EC8-0121AA1191B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C656BD17-587D-462B-8EC8-0121AA1191B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Network Communications Standards</a:t>
            </a:r>
            <a:endParaRPr lang="en-GB" sz="2800" b="1" dirty="0"/>
          </a:p>
        </p:txBody>
      </p:sp>
      <p:pic>
        <p:nvPicPr>
          <p:cNvPr id="1433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lum bright="-20000" contrast="40000"/>
          </a:blip>
          <a:srcRect b="2740"/>
          <a:stretch>
            <a:fillRect/>
          </a:stretch>
        </p:blipFill>
        <p:spPr bwMode="auto">
          <a:xfrm>
            <a:off x="323528" y="1196752"/>
            <a:ext cx="8496944" cy="51125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Network Communications Standards</a:t>
            </a:r>
            <a:endParaRPr lang="en-GB" sz="2800" dirty="0"/>
          </a:p>
        </p:txBody>
      </p:sp>
      <p:pic>
        <p:nvPicPr>
          <p:cNvPr id="1536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lum bright="-20000" contrast="40000"/>
          </a:blip>
          <a:srcRect b="2778"/>
          <a:stretch>
            <a:fillRect/>
          </a:stretch>
        </p:blipFill>
        <p:spPr bwMode="auto">
          <a:xfrm>
            <a:off x="395536" y="1052736"/>
            <a:ext cx="8496944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Network Communications Standards</a:t>
            </a:r>
            <a:endParaRPr lang="en-GB" sz="2800" dirty="0"/>
          </a:p>
        </p:txBody>
      </p:sp>
      <p:pic>
        <p:nvPicPr>
          <p:cNvPr id="1638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lum bright="-20000" contrast="40000"/>
          </a:blip>
          <a:srcRect/>
          <a:stretch>
            <a:fillRect/>
          </a:stretch>
        </p:blipFill>
        <p:spPr bwMode="auto">
          <a:xfrm>
            <a:off x="395536" y="1268760"/>
            <a:ext cx="8280920" cy="52565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Network Communications Standards</a:t>
            </a:r>
            <a:endParaRPr lang="en-GB" sz="2800" dirty="0"/>
          </a:p>
        </p:txBody>
      </p:sp>
      <p:pic>
        <p:nvPicPr>
          <p:cNvPr id="1741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lum bright="-20000" contrast="40000"/>
          </a:blip>
          <a:srcRect/>
          <a:stretch>
            <a:fillRect/>
          </a:stretch>
        </p:blipFill>
        <p:spPr bwMode="auto">
          <a:xfrm>
            <a:off x="323528" y="1052736"/>
            <a:ext cx="8352927" cy="54005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8058"/>
          </a:xfrm>
        </p:spPr>
        <p:txBody>
          <a:bodyPr>
            <a:normAutofit fontScale="90000"/>
          </a:bodyPr>
          <a:lstStyle/>
          <a:p>
            <a:r>
              <a:rPr lang="en-US" sz="2800" b="1" dirty="0" smtClean="0"/>
              <a:t>Network Communications Standards</a:t>
            </a:r>
            <a:endParaRPr lang="en-GB" sz="2800" dirty="0"/>
          </a:p>
        </p:txBody>
      </p:sp>
      <p:pic>
        <p:nvPicPr>
          <p:cNvPr id="1843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lum bright="-20000" contrast="40000"/>
          </a:blip>
          <a:srcRect/>
          <a:stretch>
            <a:fillRect/>
          </a:stretch>
        </p:blipFill>
        <p:spPr bwMode="auto">
          <a:xfrm>
            <a:off x="323528" y="980728"/>
            <a:ext cx="8352928" cy="5544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rmAutofit/>
          </a:bodyPr>
          <a:lstStyle/>
          <a:p>
            <a:r>
              <a:rPr lang="en-US" sz="2400" b="1" dirty="0" smtClean="0"/>
              <a:t>Network Communications Standards</a:t>
            </a:r>
            <a:endParaRPr lang="en-GB" sz="2400" dirty="0"/>
          </a:p>
        </p:txBody>
      </p:sp>
      <p:pic>
        <p:nvPicPr>
          <p:cNvPr id="1945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lum bright="-20000" contrast="40000"/>
          </a:blip>
          <a:srcRect/>
          <a:stretch>
            <a:fillRect/>
          </a:stretch>
        </p:blipFill>
        <p:spPr bwMode="auto">
          <a:xfrm>
            <a:off x="323528" y="1052736"/>
            <a:ext cx="8496944" cy="54726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networks</a:t>
            </a:r>
            <a:endParaRPr lang="en-GB" dirty="0"/>
          </a:p>
        </p:txBody>
      </p:sp>
      <p:pic>
        <p:nvPicPr>
          <p:cNvPr id="2048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lum bright="-20000" contrast="40000"/>
          </a:blip>
          <a:srcRect/>
          <a:stretch>
            <a:fillRect/>
          </a:stretch>
        </p:blipFill>
        <p:spPr bwMode="auto">
          <a:xfrm>
            <a:off x="395536" y="1196752"/>
            <a:ext cx="8424935" cy="54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Network Communications Standards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A52439"/>
                </a:solidFill>
              </a:rPr>
              <a:t>Wi-Fi</a:t>
            </a:r>
            <a:r>
              <a:rPr lang="en-US" dirty="0" smtClean="0">
                <a:solidFill>
                  <a:srgbClr val="A52439"/>
                </a:solidFill>
              </a:rPr>
              <a:t> </a:t>
            </a:r>
            <a:r>
              <a:rPr lang="en-US" dirty="0" smtClean="0"/>
              <a:t>identifies any network based on the </a:t>
            </a:r>
            <a:r>
              <a:rPr lang="en-US" b="1" dirty="0" smtClean="0">
                <a:solidFill>
                  <a:srgbClr val="A52439"/>
                </a:solidFill>
              </a:rPr>
              <a:t>802.11</a:t>
            </a:r>
            <a:r>
              <a:rPr lang="en-US" dirty="0" smtClean="0"/>
              <a:t> standard that facilitates wireless communication</a:t>
            </a:r>
          </a:p>
          <a:p>
            <a:r>
              <a:rPr lang="en-US" dirty="0" smtClean="0"/>
              <a:t>Sometimes referred to as wireless Ethernet</a:t>
            </a:r>
            <a:endParaRPr lang="en-US" dirty="0"/>
          </a:p>
        </p:txBody>
      </p:sp>
      <p:pic>
        <p:nvPicPr>
          <p:cNvPr id="9" name="Content Placeholder 8" descr="Fig9-20.gif"/>
          <p:cNvPicPr>
            <a:picLocks noGrp="1" noChangeAspect="1"/>
          </p:cNvPicPr>
          <p:nvPr>
            <p:ph sz="half" idx="2"/>
          </p:nvPr>
        </p:nvPicPr>
        <p:blipFill>
          <a:blip r:embed="rId3" cstate="print"/>
          <a:stretch>
            <a:fillRect/>
          </a:stretch>
        </p:blipFill>
        <p:spPr>
          <a:xfrm>
            <a:off x="4648200" y="2125565"/>
            <a:ext cx="4038600" cy="3475232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9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Page 479 </a:t>
            </a:r>
          </a:p>
          <a:p>
            <a:r>
              <a:rPr lang="en-US" dirty="0" smtClean="0"/>
              <a:t>Figure 9-20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Network Communications Standards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b="1" dirty="0" smtClean="0">
                <a:solidFill>
                  <a:srgbClr val="A52439"/>
                </a:solidFill>
              </a:rPr>
              <a:t>Bluetooth</a:t>
            </a:r>
            <a:r>
              <a:rPr lang="en-US" sz="2600" dirty="0" smtClean="0"/>
              <a:t> defines how two Bluetooth devices use short-range radio waves to transmit data</a:t>
            </a:r>
          </a:p>
          <a:p>
            <a:r>
              <a:rPr lang="en-US" sz="2600" b="1" dirty="0" smtClean="0">
                <a:solidFill>
                  <a:srgbClr val="A52439"/>
                </a:solidFill>
              </a:rPr>
              <a:t>UWB</a:t>
            </a:r>
            <a:r>
              <a:rPr lang="en-US" sz="2600" dirty="0" smtClean="0"/>
              <a:t> (</a:t>
            </a:r>
            <a:r>
              <a:rPr lang="en-US" sz="2600" b="1" dirty="0" smtClean="0">
                <a:solidFill>
                  <a:srgbClr val="A52439"/>
                </a:solidFill>
              </a:rPr>
              <a:t>ultra-wideband</a:t>
            </a:r>
            <a:r>
              <a:rPr lang="en-US" sz="2600" dirty="0" smtClean="0"/>
              <a:t>) specifies how two UWB devices use short-range radio waves to communicate at high speeds</a:t>
            </a:r>
          </a:p>
          <a:p>
            <a:r>
              <a:rPr lang="en-US" sz="2600" b="1" dirty="0" smtClean="0">
                <a:solidFill>
                  <a:srgbClr val="A52439"/>
                </a:solidFill>
              </a:rPr>
              <a:t>IrDA</a:t>
            </a:r>
            <a:r>
              <a:rPr lang="en-US" sz="2600" dirty="0" smtClean="0"/>
              <a:t> transmits data wirelessly via infrared (IR) light waves</a:t>
            </a:r>
          </a:p>
          <a:p>
            <a:r>
              <a:rPr lang="en-US" sz="2600" b="1" dirty="0" smtClean="0">
                <a:solidFill>
                  <a:srgbClr val="A52439"/>
                </a:solidFill>
              </a:rPr>
              <a:t>RFID</a:t>
            </a:r>
            <a:r>
              <a:rPr lang="en-US" sz="2600" b="1" dirty="0" smtClean="0"/>
              <a:t> </a:t>
            </a:r>
            <a:r>
              <a:rPr lang="en-US" sz="2600" dirty="0" smtClean="0"/>
              <a:t>uses radio signals to communicate with a tag placed in or attached to an object, animal, or person</a:t>
            </a:r>
            <a:endParaRPr lang="en-US" sz="2600" b="1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9</a:t>
            </a:r>
            <a:endParaRPr lang="en-US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Pages 480 - 481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Communications Software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A52439"/>
                </a:solidFill>
              </a:rPr>
              <a:t>Communications software</a:t>
            </a:r>
            <a:r>
              <a:rPr lang="en-US" dirty="0" smtClean="0">
                <a:solidFill>
                  <a:srgbClr val="A52439"/>
                </a:solidFill>
              </a:rPr>
              <a:t> </a:t>
            </a:r>
            <a:r>
              <a:rPr lang="en-US" dirty="0" smtClean="0"/>
              <a:t>consists of programs that: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9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 482</a:t>
            </a:r>
            <a:endParaRPr lang="en-US" dirty="0"/>
          </a:p>
        </p:txBody>
      </p:sp>
      <p:graphicFrame>
        <p:nvGraphicFramePr>
          <p:cNvPr id="7" name="Diagram 6"/>
          <p:cNvGraphicFramePr/>
          <p:nvPr/>
        </p:nvGraphicFramePr>
        <p:xfrm>
          <a:off x="533400" y="2590800"/>
          <a:ext cx="8001000" cy="3581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28196BF-0DC1-4E78-ACD3-3A268624C96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928196BF-0DC1-4E78-ACD3-3A268624C96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B7B4F0C-31FC-4E60-BD94-5DD277AF6F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9B7B4F0C-31FC-4E60-BD94-5DD277AF6FE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D5EE9750-18AA-420B-B3C5-08E66B1B5DC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D5EE9750-18AA-420B-B3C5-08E66B1B5DC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Graphic spid="7" grpId="0">
        <p:bldSub>
          <a:bldDgm bld="one"/>
        </p:bldSub>
      </p:bldGraphic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Communications Software</a:t>
            </a:r>
            <a:endParaRPr lang="en-GB" dirty="0"/>
          </a:p>
        </p:txBody>
      </p:sp>
      <p:pic>
        <p:nvPicPr>
          <p:cNvPr id="2150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lum bright="-20000" contrast="40000"/>
          </a:blip>
          <a:srcRect t="1351" r="1739"/>
          <a:stretch>
            <a:fillRect/>
          </a:stretch>
        </p:blipFill>
        <p:spPr bwMode="auto">
          <a:xfrm>
            <a:off x="467544" y="1196752"/>
            <a:ext cx="8136904" cy="52565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Communications Over </a:t>
            </a:r>
            <a:br>
              <a:rPr lang="en-US" dirty="0" smtClean="0"/>
            </a:br>
            <a:r>
              <a:rPr lang="en-US" dirty="0" smtClean="0"/>
              <a:t>the Telephone Network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public switched telephone network (PSTN) is the worldwide telephone system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9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Pages 482 – 483 </a:t>
            </a:r>
          </a:p>
          <a:p>
            <a:r>
              <a:rPr lang="en-US" dirty="0" smtClean="0"/>
              <a:t>Figure 9-23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200" y="2667000"/>
            <a:ext cx="4495800" cy="3661479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Communications Over </a:t>
            </a:r>
            <a:br>
              <a:rPr lang="en-US" dirty="0" smtClean="0"/>
            </a:br>
            <a:r>
              <a:rPr lang="en-US" dirty="0" smtClean="0"/>
              <a:t>the Telephone Network</a:t>
            </a:r>
            <a:endParaRPr lang="en-US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152400" y="1600200"/>
          <a:ext cx="8839200" cy="464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9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Pages 483 - 485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32232618-24D8-4C3E-A5E7-B4C3E05457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32232618-24D8-4C3E-A5E7-B4C3E05457E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BB599699-E142-4ED4-A7A4-74FBB5087FC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BB599699-E142-4ED4-A7A4-74FBB5087FC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8B8E0D32-AD28-4B53-9606-0EF698B036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8B8E0D32-AD28-4B53-9606-0EF698B0364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0F4BB3D-4A96-4830-832B-9DD0DDB06FC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E0F4BB3D-4A96-4830-832B-9DD0DDB06FC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390F2365-0958-4874-98B9-62970DABD56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>
                                            <p:graphicEl>
                                              <a:dgm id="{390F2365-0958-4874-98B9-62970DABD56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6421D9C-34D9-4152-B05B-352281011C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>
                                            <p:graphicEl>
                                              <a:dgm id="{A6421D9C-34D9-4152-B05B-352281011CE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B40735CC-7506-41F1-97ED-3214F030B0B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7">
                                            <p:graphicEl>
                                              <a:dgm id="{B40735CC-7506-41F1-97ED-3214F030B0B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Communications Over </a:t>
            </a:r>
            <a:br>
              <a:rPr lang="en-US" sz="2800" dirty="0" smtClean="0"/>
            </a:br>
            <a:r>
              <a:rPr lang="en-US" sz="2800" dirty="0" smtClean="0"/>
              <a:t>the Telephone Network</a:t>
            </a:r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9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Page 483 </a:t>
            </a:r>
          </a:p>
          <a:p>
            <a:r>
              <a:rPr lang="en-US" dirty="0" smtClean="0"/>
              <a:t>Figure 9-24</a:t>
            </a:r>
            <a:endParaRPr lang="en-US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247" y="1600200"/>
            <a:ext cx="7069505" cy="4648200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Autofit/>
          </a:bodyPr>
          <a:lstStyle/>
          <a:p>
            <a:r>
              <a:rPr lang="en-US" sz="2800" dirty="0" smtClean="0"/>
              <a:t>Communications Over </a:t>
            </a:r>
            <a:br>
              <a:rPr lang="en-US" sz="2800" dirty="0" smtClean="0"/>
            </a:br>
            <a:r>
              <a:rPr lang="en-US" sz="2800" dirty="0" smtClean="0"/>
              <a:t>the Telephone Network</a:t>
            </a:r>
            <a:endParaRPr lang="en-GB" sz="2800" dirty="0"/>
          </a:p>
        </p:txBody>
      </p:sp>
      <p:pic>
        <p:nvPicPr>
          <p:cNvPr id="2253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lum bright="-20000" contrast="40000"/>
          </a:blip>
          <a:srcRect/>
          <a:stretch>
            <a:fillRect/>
          </a:stretch>
        </p:blipFill>
        <p:spPr bwMode="auto">
          <a:xfrm>
            <a:off x="323528" y="1196752"/>
            <a:ext cx="8424936" cy="52565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 fontScale="90000"/>
          </a:bodyPr>
          <a:lstStyle/>
          <a:p>
            <a:endParaRPr lang="en-GB" dirty="0"/>
          </a:p>
        </p:txBody>
      </p:sp>
      <p:pic>
        <p:nvPicPr>
          <p:cNvPr id="2355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lum bright="-20000" contrast="40000"/>
          </a:blip>
          <a:srcRect/>
          <a:stretch>
            <a:fillRect/>
          </a:stretch>
        </p:blipFill>
        <p:spPr bwMode="auto">
          <a:xfrm>
            <a:off x="323528" y="1196752"/>
            <a:ext cx="8424936" cy="53285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Communications Devices</a:t>
            </a:r>
            <a:endParaRPr lang="en-GB" dirty="0"/>
          </a:p>
        </p:txBody>
      </p:sp>
      <p:pic>
        <p:nvPicPr>
          <p:cNvPr id="2457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lum bright="-20000" contrast="40000"/>
          </a:blip>
          <a:srcRect/>
          <a:stretch>
            <a:fillRect/>
          </a:stretch>
        </p:blipFill>
        <p:spPr bwMode="auto">
          <a:xfrm>
            <a:off x="251520" y="1196752"/>
            <a:ext cx="8568951" cy="52565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90066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Communications Devices</a:t>
            </a:r>
            <a:endParaRPr lang="en-GB" dirty="0"/>
          </a:p>
        </p:txBody>
      </p:sp>
      <p:pic>
        <p:nvPicPr>
          <p:cNvPr id="2560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lum bright="-20000" contrast="40000"/>
          </a:blip>
          <a:srcRect/>
          <a:stretch>
            <a:fillRect/>
          </a:stretch>
        </p:blipFill>
        <p:spPr bwMode="auto">
          <a:xfrm>
            <a:off x="395536" y="1052736"/>
            <a:ext cx="8424936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Communications Devices</a:t>
            </a:r>
            <a:endParaRPr lang="en-GB" dirty="0"/>
          </a:p>
        </p:txBody>
      </p:sp>
      <p:pic>
        <p:nvPicPr>
          <p:cNvPr id="266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lum bright="-20000" contrast="40000"/>
          </a:blip>
          <a:srcRect/>
          <a:stretch>
            <a:fillRect/>
          </a:stretch>
        </p:blipFill>
        <p:spPr bwMode="auto">
          <a:xfrm>
            <a:off x="323528" y="1124744"/>
            <a:ext cx="8496943" cy="53285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Communications Devices</a:t>
            </a:r>
            <a:endParaRPr lang="en-GB" dirty="0"/>
          </a:p>
        </p:txBody>
      </p:sp>
      <p:pic>
        <p:nvPicPr>
          <p:cNvPr id="276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lum bright="-20000" contrast="40000"/>
          </a:blip>
          <a:srcRect/>
          <a:stretch>
            <a:fillRect/>
          </a:stretch>
        </p:blipFill>
        <p:spPr bwMode="auto">
          <a:xfrm>
            <a:off x="323528" y="980728"/>
            <a:ext cx="8496943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Communications Devices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b="1" dirty="0" smtClean="0">
                <a:solidFill>
                  <a:srgbClr val="A52439"/>
                </a:solidFill>
              </a:rPr>
              <a:t>wireless modem</a:t>
            </a:r>
            <a:r>
              <a:rPr lang="en-US" dirty="0" smtClean="0">
                <a:solidFill>
                  <a:srgbClr val="A52439"/>
                </a:solidFill>
              </a:rPr>
              <a:t> </a:t>
            </a:r>
            <a:r>
              <a:rPr lang="en-US" dirty="0" smtClean="0"/>
              <a:t>uses the cell phone network to connect to the Internet wirelessly from a notebook computer, a smart phone, or other mobile device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9</a:t>
            </a:r>
            <a:endParaRPr lang="en-US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55</a:t>
            </a:fld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Page 487 </a:t>
            </a:r>
          </a:p>
          <a:p>
            <a:r>
              <a:rPr lang="en-US" dirty="0" smtClean="0"/>
              <a:t>Figure 9-28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600" y="3276600"/>
            <a:ext cx="5048464" cy="2795587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Communications Devices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A wireless access point is a central communications device that allows computers and devices to transfer data wirelessly among themselves or to a wired network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9</a:t>
            </a:r>
            <a:endParaRPr lang="en-US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56</a:t>
            </a:fld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Page 487 </a:t>
            </a:r>
          </a:p>
          <a:p>
            <a:r>
              <a:rPr lang="en-US" dirty="0" smtClean="0"/>
              <a:t>Figure 9-30</a:t>
            </a:r>
            <a:endParaRPr lang="en-US" dirty="0"/>
          </a:p>
        </p:txBody>
      </p:sp>
      <p:pic>
        <p:nvPicPr>
          <p:cNvPr id="10" name="Picture 9" descr="Fig9-30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048000" y="2971800"/>
            <a:ext cx="3200400" cy="3238179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Communications Devices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A router connects multiple computers or other routers together and transmits data to its correct destination on a network</a:t>
            </a:r>
          </a:p>
          <a:p>
            <a:r>
              <a:rPr lang="en-US" dirty="0" smtClean="0"/>
              <a:t>Many are protected by a hardware firewall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9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57</a:t>
            </a:fld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Page 488 </a:t>
            </a:r>
          </a:p>
          <a:p>
            <a:r>
              <a:rPr lang="en-US" dirty="0" smtClean="0"/>
              <a:t>Figure 9-31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8312" y="1600200"/>
            <a:ext cx="2958376" cy="4525963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Communications Devices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hub or switch connects several devices in a network together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9</a:t>
            </a:r>
            <a:endParaRPr lang="en-US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58</a:t>
            </a:fld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Pages 488 – 489 </a:t>
            </a:r>
          </a:p>
          <a:p>
            <a:r>
              <a:rPr lang="en-US" dirty="0" smtClean="0"/>
              <a:t>Figure 9-32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192" y="2895600"/>
            <a:ext cx="8763000" cy="2772668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Communications Channel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The amount of data that can travel over a communications channel sometimes is called the </a:t>
            </a:r>
            <a:r>
              <a:rPr lang="en-US" b="1" dirty="0" smtClean="0">
                <a:solidFill>
                  <a:srgbClr val="A52439"/>
                </a:solidFill>
              </a:rPr>
              <a:t>bandwidth</a:t>
            </a:r>
          </a:p>
          <a:p>
            <a:r>
              <a:rPr lang="en-US" b="1" dirty="0" smtClean="0">
                <a:solidFill>
                  <a:srgbClr val="A52439"/>
                </a:solidFill>
              </a:rPr>
              <a:t>Latency</a:t>
            </a:r>
            <a:r>
              <a:rPr lang="en-US" dirty="0" smtClean="0"/>
              <a:t> is the time it takes a signal to travel from one location to another on a network</a:t>
            </a:r>
          </a:p>
          <a:p>
            <a:r>
              <a:rPr lang="en-US" b="1" dirty="0" smtClean="0">
                <a:solidFill>
                  <a:srgbClr val="A52439"/>
                </a:solidFill>
              </a:rPr>
              <a:t>Transmission media </a:t>
            </a:r>
            <a:r>
              <a:rPr lang="en-US" dirty="0" smtClean="0"/>
              <a:t>carries one or more signals</a:t>
            </a:r>
          </a:p>
          <a:p>
            <a:r>
              <a:rPr lang="en-US" b="1" dirty="0" smtClean="0">
                <a:solidFill>
                  <a:srgbClr val="A52439"/>
                </a:solidFill>
              </a:rPr>
              <a:t>Broadband</a:t>
            </a:r>
            <a:r>
              <a:rPr lang="en-US" dirty="0" smtClean="0"/>
              <a:t> media transmit multiple signals simultaneously</a:t>
            </a:r>
            <a:endParaRPr lang="en-US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9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59</a:t>
            </a:fld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Page 491 </a:t>
            </a:r>
          </a:p>
          <a:p>
            <a:r>
              <a:rPr lang="en-US" dirty="0" smtClean="0"/>
              <a:t>Figure 9-34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2344" y="1600200"/>
            <a:ext cx="2410311" cy="4525963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Physical Transmission Media</a:t>
            </a:r>
            <a:endParaRPr lang="en-GB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86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lum bright="-20000" contrast="40000"/>
          </a:blip>
          <a:srcRect/>
          <a:stretch>
            <a:fillRect/>
          </a:stretch>
        </p:blipFill>
        <p:spPr bwMode="auto">
          <a:xfrm>
            <a:off x="395536" y="1052736"/>
            <a:ext cx="8352928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8058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Physical Transmission Media</a:t>
            </a:r>
            <a:endParaRPr lang="en-GB" dirty="0"/>
          </a:p>
        </p:txBody>
      </p:sp>
      <p:pic>
        <p:nvPicPr>
          <p:cNvPr id="296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lum bright="-20000" contrast="40000"/>
          </a:blip>
          <a:srcRect/>
          <a:stretch>
            <a:fillRect/>
          </a:stretch>
        </p:blipFill>
        <p:spPr bwMode="auto">
          <a:xfrm>
            <a:off x="323528" y="980728"/>
            <a:ext cx="8496944" cy="56166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Physical Transmission Media</a:t>
            </a:r>
            <a:endParaRPr lang="en-GB" dirty="0"/>
          </a:p>
        </p:txBody>
      </p:sp>
      <p:pic>
        <p:nvPicPr>
          <p:cNvPr id="307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lum bright="-20000" contrast="40000"/>
          </a:blip>
          <a:srcRect/>
          <a:stretch>
            <a:fillRect/>
          </a:stretch>
        </p:blipFill>
        <p:spPr bwMode="auto">
          <a:xfrm>
            <a:off x="251520" y="1196752"/>
            <a:ext cx="8496943" cy="53285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Physical Transmission Media</a:t>
            </a:r>
            <a:endParaRPr lang="en-GB" dirty="0"/>
          </a:p>
        </p:txBody>
      </p:sp>
      <p:pic>
        <p:nvPicPr>
          <p:cNvPr id="317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lum bright="-20000" contrast="40000"/>
          </a:blip>
          <a:srcRect b="2667"/>
          <a:stretch>
            <a:fillRect/>
          </a:stretch>
        </p:blipFill>
        <p:spPr bwMode="auto">
          <a:xfrm>
            <a:off x="323528" y="1196752"/>
            <a:ext cx="8280920" cy="52565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Wireless Transmission Media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A52439"/>
                </a:solidFill>
              </a:rPr>
              <a:t>Cellular radio</a:t>
            </a:r>
            <a:r>
              <a:rPr lang="en-US" dirty="0" smtClean="0">
                <a:solidFill>
                  <a:srgbClr val="A52439"/>
                </a:solidFill>
              </a:rPr>
              <a:t> </a:t>
            </a:r>
            <a:r>
              <a:rPr lang="en-US" dirty="0" smtClean="0"/>
              <a:t>is a form of </a:t>
            </a:r>
            <a:r>
              <a:rPr lang="en-US" b="1" dirty="0" smtClean="0">
                <a:solidFill>
                  <a:srgbClr val="A52439"/>
                </a:solidFill>
              </a:rPr>
              <a:t>broadcast radio </a:t>
            </a:r>
            <a:r>
              <a:rPr lang="en-US" dirty="0" smtClean="0"/>
              <a:t>that is used widely for mobile communications</a:t>
            </a:r>
            <a:endParaRPr lang="en-US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9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64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Pages 494 - 495 </a:t>
            </a:r>
          </a:p>
          <a:p>
            <a:r>
              <a:rPr lang="en-US" dirty="0" smtClean="0"/>
              <a:t>Figure 9-40</a:t>
            </a:r>
            <a:endParaRPr lang="en-US" dirty="0"/>
          </a:p>
        </p:txBody>
      </p:sp>
      <p:pic>
        <p:nvPicPr>
          <p:cNvPr id="7" name="Picture 6" descr="Fig9-40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209800" y="2667000"/>
            <a:ext cx="4663123" cy="361950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90066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Wireless Transmission Media</a:t>
            </a:r>
            <a:endParaRPr lang="en-GB" dirty="0"/>
          </a:p>
        </p:txBody>
      </p:sp>
      <p:pic>
        <p:nvPicPr>
          <p:cNvPr id="327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lum bright="-20000" contrast="40000"/>
          </a:blip>
          <a:srcRect/>
          <a:stretch>
            <a:fillRect/>
          </a:stretch>
        </p:blipFill>
        <p:spPr bwMode="auto">
          <a:xfrm>
            <a:off x="467544" y="1196752"/>
            <a:ext cx="8352927" cy="54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490066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Wireless Transmission Media</a:t>
            </a:r>
            <a:endParaRPr lang="en-GB" dirty="0"/>
          </a:p>
        </p:txBody>
      </p:sp>
      <p:pic>
        <p:nvPicPr>
          <p:cNvPr id="337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lum bright="-20000" contrast="40000"/>
          </a:blip>
          <a:srcRect/>
          <a:stretch>
            <a:fillRect/>
          </a:stretch>
        </p:blipFill>
        <p:spPr bwMode="auto">
          <a:xfrm>
            <a:off x="395536" y="836712"/>
            <a:ext cx="8280920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8058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Wireless Transmission Media</a:t>
            </a:r>
            <a:endParaRPr lang="en-GB" dirty="0"/>
          </a:p>
        </p:txBody>
      </p:sp>
      <p:pic>
        <p:nvPicPr>
          <p:cNvPr id="348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lum bright="-20000" contrast="40000"/>
          </a:blip>
          <a:srcRect/>
          <a:stretch>
            <a:fillRect/>
          </a:stretch>
        </p:blipFill>
        <p:spPr bwMode="auto">
          <a:xfrm>
            <a:off x="323528" y="980728"/>
            <a:ext cx="8424936" cy="5544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8058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Wireless Transmission Media</a:t>
            </a:r>
            <a:endParaRPr lang="en-GB" dirty="0"/>
          </a:p>
        </p:txBody>
      </p:sp>
      <p:pic>
        <p:nvPicPr>
          <p:cNvPr id="358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lum bright="-20000" contrast="40000"/>
          </a:blip>
          <a:srcRect/>
          <a:stretch>
            <a:fillRect/>
          </a:stretch>
        </p:blipFill>
        <p:spPr bwMode="auto">
          <a:xfrm>
            <a:off x="323528" y="980728"/>
            <a:ext cx="8424936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Wireless Transmission Media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b="1" dirty="0" smtClean="0">
                <a:solidFill>
                  <a:srgbClr val="A52439"/>
                </a:solidFill>
              </a:rPr>
              <a:t>communications satellite</a:t>
            </a:r>
            <a:r>
              <a:rPr lang="en-US" dirty="0" smtClean="0">
                <a:solidFill>
                  <a:srgbClr val="A52439"/>
                </a:solidFill>
              </a:rPr>
              <a:t> </a:t>
            </a:r>
            <a:r>
              <a:rPr lang="en-US" dirty="0" smtClean="0"/>
              <a:t>is a space station that receives microwave signals from an earth-based station, amplifies it, and broadcasts the signal over a wide area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9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69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Page 496 </a:t>
            </a:r>
          </a:p>
          <a:p>
            <a:r>
              <a:rPr lang="en-US" dirty="0" smtClean="0"/>
              <a:t>Figure 9-42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7461" y="1600200"/>
            <a:ext cx="3500078" cy="4525963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152400" y="1600200"/>
          <a:ext cx="8839200" cy="464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9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70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 497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2320912-8D9A-492B-894B-23596CF4946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A2320912-8D9A-492B-894B-23596CF4946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5ECBD65-5830-4B36-8E1E-8699491831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15ECBD65-5830-4B36-8E1E-86994918314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BA0745A-64FD-4C3B-A1AD-23FBAC251F6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EBA0745A-64FD-4C3B-A1AD-23FBAC251F6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487</TotalTime>
  <Words>1431</Words>
  <Application>Microsoft Office PowerPoint</Application>
  <PresentationFormat>On-screen Show (4:3)</PresentationFormat>
  <Paragraphs>318</Paragraphs>
  <Slides>70</Slides>
  <Notes>32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1" baseType="lpstr">
      <vt:lpstr>Office Theme</vt:lpstr>
      <vt:lpstr>INTRODUCTION TO COMPUTER SCIENCE (3 UNITS; AUD) CSC 111</vt:lpstr>
      <vt:lpstr>TOPIC: Computer Communications and Networks</vt:lpstr>
      <vt:lpstr>Outline</vt:lpstr>
      <vt:lpstr>Communications</vt:lpstr>
      <vt:lpstr>Communications</vt:lpstr>
      <vt:lpstr>Components of Computer Communications</vt:lpstr>
      <vt:lpstr>Communication Devices</vt:lpstr>
      <vt:lpstr>Sending and Receiving Devices</vt:lpstr>
      <vt:lpstr>Uses of Computer Communications</vt:lpstr>
      <vt:lpstr>Uses of Computer Communications</vt:lpstr>
      <vt:lpstr>Uses of Computer Communication</vt:lpstr>
      <vt:lpstr>Uses of Computer Communications</vt:lpstr>
      <vt:lpstr>Uses of Computer Communications</vt:lpstr>
      <vt:lpstr>Uses of Computer Communications</vt:lpstr>
      <vt:lpstr>Uses of Computer Communications</vt:lpstr>
      <vt:lpstr>Uses of Computer Communications</vt:lpstr>
      <vt:lpstr>Uses of Computer Communications</vt:lpstr>
      <vt:lpstr>Uses of Computer Communications</vt:lpstr>
      <vt:lpstr>Uses of Computer Communications</vt:lpstr>
      <vt:lpstr>Uses of Computer Communications</vt:lpstr>
      <vt:lpstr>Networks</vt:lpstr>
      <vt:lpstr>Networks</vt:lpstr>
      <vt:lpstr>Networks</vt:lpstr>
      <vt:lpstr>Networks</vt:lpstr>
      <vt:lpstr>Categories of Network</vt:lpstr>
      <vt:lpstr>Categories of Network</vt:lpstr>
      <vt:lpstr>Networks</vt:lpstr>
      <vt:lpstr>Client/Server Network</vt:lpstr>
      <vt:lpstr>Networks</vt:lpstr>
      <vt:lpstr>Network Topology</vt:lpstr>
      <vt:lpstr>Network Topology</vt:lpstr>
      <vt:lpstr>Network Topology</vt:lpstr>
      <vt:lpstr>Network Topology</vt:lpstr>
      <vt:lpstr>Networks</vt:lpstr>
      <vt:lpstr>Network Communications Standards</vt:lpstr>
      <vt:lpstr>Network Communications Standards</vt:lpstr>
      <vt:lpstr>Network Communications Standards</vt:lpstr>
      <vt:lpstr>Network Communications Standards</vt:lpstr>
      <vt:lpstr>Network Communications Standards</vt:lpstr>
      <vt:lpstr>Network Communications Standards</vt:lpstr>
      <vt:lpstr>networks</vt:lpstr>
      <vt:lpstr>Network Communications Standards</vt:lpstr>
      <vt:lpstr>Network Communications Standards</vt:lpstr>
      <vt:lpstr>Communications Software</vt:lpstr>
      <vt:lpstr>Communications Software</vt:lpstr>
      <vt:lpstr>Communications Over  the Telephone Network</vt:lpstr>
      <vt:lpstr>Communications Over  the Telephone Network</vt:lpstr>
      <vt:lpstr>Communications Over  the Telephone Network</vt:lpstr>
      <vt:lpstr>Communications Over  the Telephone Network</vt:lpstr>
      <vt:lpstr>Slide 50</vt:lpstr>
      <vt:lpstr>Communications Devices</vt:lpstr>
      <vt:lpstr>Communications Devices</vt:lpstr>
      <vt:lpstr>Communications Devices</vt:lpstr>
      <vt:lpstr>Communications Devices</vt:lpstr>
      <vt:lpstr>Communications Devices</vt:lpstr>
      <vt:lpstr>Communications Devices</vt:lpstr>
      <vt:lpstr>Communications Devices</vt:lpstr>
      <vt:lpstr>Communications Devices</vt:lpstr>
      <vt:lpstr>Communications Channel</vt:lpstr>
      <vt:lpstr>Physical Transmission Media</vt:lpstr>
      <vt:lpstr>Physical Transmission Media</vt:lpstr>
      <vt:lpstr>Physical Transmission Media</vt:lpstr>
      <vt:lpstr>Physical Transmission Media</vt:lpstr>
      <vt:lpstr>Wireless Transmission Media</vt:lpstr>
      <vt:lpstr>Wireless Transmission Media</vt:lpstr>
      <vt:lpstr>Wireless Transmission Media</vt:lpstr>
      <vt:lpstr>Wireless Transmission Media</vt:lpstr>
      <vt:lpstr>Wireless Transmission Media</vt:lpstr>
      <vt:lpstr>Wireless Transmission Media</vt:lpstr>
      <vt:lpstr>Summary</vt:lpstr>
    </vt:vector>
  </TitlesOfParts>
  <Company>Hewlett-Packard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COMPUTER SCIENCE (3 UNITS; AUD) CSC 111</dc:title>
  <dc:creator>UMARBAKOMUHAMMAD</dc:creator>
  <cp:lastModifiedBy>Rahma Abdullah</cp:lastModifiedBy>
  <cp:revision>34</cp:revision>
  <dcterms:created xsi:type="dcterms:W3CDTF">2015-12-10T09:27:04Z</dcterms:created>
  <dcterms:modified xsi:type="dcterms:W3CDTF">2016-01-28T21:15:14Z</dcterms:modified>
</cp:coreProperties>
</file>