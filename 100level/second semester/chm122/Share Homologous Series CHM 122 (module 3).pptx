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61" r:id="rId11"/>
    <p:sldId id="270" r:id="rId12"/>
    <p:sldId id="297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60" r:id="rId34"/>
    <p:sldId id="291" r:id="rId35"/>
    <p:sldId id="292" r:id="rId36"/>
    <p:sldId id="293" r:id="rId37"/>
    <p:sldId id="294" r:id="rId38"/>
    <p:sldId id="295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58EB7-EC3E-419A-8B8C-69EBAAE6FA80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84ED-FC3D-43A2-B08E-92D8AA576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275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58EB7-EC3E-419A-8B8C-69EBAAE6FA80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84ED-FC3D-43A2-B08E-92D8AA576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275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58EB7-EC3E-419A-8B8C-69EBAAE6FA80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84ED-FC3D-43A2-B08E-92D8AA576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896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58EB7-EC3E-419A-8B8C-69EBAAE6FA80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84ED-FC3D-43A2-B08E-92D8AA576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523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58EB7-EC3E-419A-8B8C-69EBAAE6FA80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84ED-FC3D-43A2-B08E-92D8AA576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612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58EB7-EC3E-419A-8B8C-69EBAAE6FA80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84ED-FC3D-43A2-B08E-92D8AA576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855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58EB7-EC3E-419A-8B8C-69EBAAE6FA80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84ED-FC3D-43A2-B08E-92D8AA576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095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58EB7-EC3E-419A-8B8C-69EBAAE6FA80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84ED-FC3D-43A2-B08E-92D8AA576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33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58EB7-EC3E-419A-8B8C-69EBAAE6FA80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84ED-FC3D-43A2-B08E-92D8AA576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815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58EB7-EC3E-419A-8B8C-69EBAAE6FA80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84ED-FC3D-43A2-B08E-92D8AA576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271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58EB7-EC3E-419A-8B8C-69EBAAE6FA80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84ED-FC3D-43A2-B08E-92D8AA576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171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58EB7-EC3E-419A-8B8C-69EBAAE6FA80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6084ED-FC3D-43A2-B08E-92D8AA576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45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47800" y="1219200"/>
            <a:ext cx="74676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chemeClr val="accent4">
                    <a:lumMod val="50000"/>
                  </a:schemeClr>
                </a:solidFill>
                <a:cs typeface="Arial" panose="020B0604020202020204" pitchFamily="34" charset="0"/>
              </a:rPr>
              <a:t>Course code: CHM 122</a:t>
            </a:r>
          </a:p>
          <a:p>
            <a:r>
              <a:rPr lang="en-GB" sz="3200" b="1" dirty="0" smtClean="0">
                <a:solidFill>
                  <a:schemeClr val="accent4">
                    <a:lumMod val="50000"/>
                  </a:schemeClr>
                </a:solidFill>
                <a:cs typeface="Arial" panose="020B0604020202020204" pitchFamily="34" charset="0"/>
              </a:rPr>
              <a:t>Course </a:t>
            </a:r>
            <a:r>
              <a:rPr lang="en-GB" sz="3200" b="1" dirty="0">
                <a:solidFill>
                  <a:schemeClr val="accent4">
                    <a:lumMod val="50000"/>
                  </a:schemeClr>
                </a:solidFill>
                <a:cs typeface="Arial" panose="020B0604020202020204" pitchFamily="34" charset="0"/>
              </a:rPr>
              <a:t>Title: Introductory Organic Chemistry</a:t>
            </a:r>
          </a:p>
          <a:p>
            <a:r>
              <a:rPr lang="en-GB" sz="3200" b="1" dirty="0">
                <a:solidFill>
                  <a:schemeClr val="accent4">
                    <a:lumMod val="50000"/>
                  </a:schemeClr>
                </a:solidFill>
                <a:cs typeface="Arial" panose="020B0604020202020204" pitchFamily="34" charset="0"/>
              </a:rPr>
              <a:t>Course Unit: (2 Units)</a:t>
            </a:r>
          </a:p>
          <a:p>
            <a:r>
              <a:rPr lang="en-GB" sz="3200" b="1" dirty="0">
                <a:solidFill>
                  <a:schemeClr val="accent4">
                    <a:lumMod val="50000"/>
                  </a:schemeClr>
                </a:solidFill>
                <a:cs typeface="Arial" panose="020B0604020202020204" pitchFamily="34" charset="0"/>
              </a:rPr>
              <a:t>Module </a:t>
            </a:r>
            <a:r>
              <a:rPr lang="en-GB" sz="3200" b="1" dirty="0" smtClean="0">
                <a:solidFill>
                  <a:schemeClr val="accent4">
                    <a:lumMod val="50000"/>
                  </a:schemeClr>
                </a:solidFill>
                <a:cs typeface="Arial" panose="020B0604020202020204" pitchFamily="34" charset="0"/>
              </a:rPr>
              <a:t>3: </a:t>
            </a:r>
            <a:r>
              <a:rPr lang="en-US" sz="3200" b="1" dirty="0" smtClean="0">
                <a:solidFill>
                  <a:schemeClr val="accent4">
                    <a:lumMod val="50000"/>
                  </a:schemeClr>
                </a:solidFill>
              </a:rPr>
              <a:t>Homologous Series</a:t>
            </a:r>
            <a:endParaRPr lang="en-US" sz="3200" b="1" dirty="0"/>
          </a:p>
        </p:txBody>
      </p:sp>
      <p:grpSp>
        <p:nvGrpSpPr>
          <p:cNvPr id="3" name="Group 2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4" name="Rectangle 3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Rectangle 4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6" name="Picture 7" descr="logo"/>
            <p:cNvPicPr>
              <a:picLocks noChangeAspect="1" noChangeArrowheads="1"/>
            </p:cNvPicPr>
            <p:nvPr/>
          </p:nvPicPr>
          <p:blipFill>
            <a:blip r:embed="rId2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552960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533400"/>
            <a:ext cx="7802088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617774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520" y="491259"/>
            <a:ext cx="7848600" cy="5523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435874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609600"/>
            <a:ext cx="7807569" cy="563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503839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696" y="680348"/>
            <a:ext cx="7534642" cy="53021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66893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609600"/>
            <a:ext cx="7620000" cy="5503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504600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685800"/>
            <a:ext cx="7620000" cy="5432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2039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838200"/>
            <a:ext cx="7255042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252072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420" y="914400"/>
            <a:ext cx="7688179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904075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906" y="457200"/>
            <a:ext cx="7631373" cy="5723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297741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857249"/>
            <a:ext cx="6858000" cy="514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" name="Group 5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7" name="Rectangle 6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9" name="Picture 8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939276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914400"/>
            <a:ext cx="7772400" cy="5595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4" name="Rectangle 3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Rectangle 4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6" name="Picture 5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554314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906" y="701320"/>
            <a:ext cx="7620000" cy="53130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6411437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2" name="Picture 4" descr="secondary alcohol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939447"/>
            <a:ext cx="7239000" cy="5194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629990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906" y="533400"/>
            <a:ext cx="7696200" cy="5558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26942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914400"/>
            <a:ext cx="7315200" cy="5147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864380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914400"/>
            <a:ext cx="7362967" cy="5317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650121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335" y="685800"/>
            <a:ext cx="7619999" cy="5503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4271039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838200"/>
            <a:ext cx="7467599" cy="5343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457564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914400"/>
            <a:ext cx="7086600" cy="4986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53996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005" y="838200"/>
            <a:ext cx="7543800" cy="530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4117022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685800"/>
            <a:ext cx="7239000" cy="5161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3107161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964" y="533400"/>
            <a:ext cx="7604567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7022796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533400"/>
            <a:ext cx="7591347" cy="5437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8387870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906" y="478980"/>
            <a:ext cx="7664355" cy="5535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7026570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57200"/>
            <a:ext cx="7869072" cy="5756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4763811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431" y="762000"/>
            <a:ext cx="7807569" cy="563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5392593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990" y="609600"/>
            <a:ext cx="7280031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4330940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685800"/>
            <a:ext cx="7772400" cy="5490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9188119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129" y="914400"/>
            <a:ext cx="7374340" cy="518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1234637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609600"/>
            <a:ext cx="7620000" cy="5362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4836838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719356"/>
            <a:ext cx="7620000" cy="5452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3471443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764" y="914400"/>
            <a:ext cx="7630236" cy="5510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9543023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762000"/>
            <a:ext cx="7467600" cy="5343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2988664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445" y="685800"/>
            <a:ext cx="7772400" cy="5633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0653815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431" y="762000"/>
            <a:ext cx="7807569" cy="563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4743364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793323"/>
            <a:ext cx="7836090" cy="5607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3997358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533400"/>
            <a:ext cx="7620000" cy="5522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747350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319</TotalTime>
  <Words>23</Words>
  <Application>Microsoft Office PowerPoint</Application>
  <PresentationFormat>On-screen Show (4:3)</PresentationFormat>
  <Paragraphs>4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Homologous Series</dc:title>
  <dc:creator>PC</dc:creator>
  <cp:lastModifiedBy>Microsoft account</cp:lastModifiedBy>
  <cp:revision>27</cp:revision>
  <dcterms:created xsi:type="dcterms:W3CDTF">2023-10-21T19:49:18Z</dcterms:created>
  <dcterms:modified xsi:type="dcterms:W3CDTF">2023-10-23T07:00:09Z</dcterms:modified>
</cp:coreProperties>
</file>