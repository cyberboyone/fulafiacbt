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1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62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2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6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5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69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5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0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6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278B8-6184-4962-8ADF-5618026D92B1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5EBBF-9549-42BE-B87A-1A753BF68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1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47800" y="1219200"/>
            <a:ext cx="7467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code: CHM 122</a:t>
            </a:r>
          </a:p>
          <a:p>
            <a:pPr algn="ctr"/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</a:t>
            </a: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Title: Introductory Organic Chemistry</a:t>
            </a:r>
          </a:p>
          <a:p>
            <a:pPr algn="ctr"/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Unit: (2 Units)</a:t>
            </a:r>
          </a:p>
          <a:p>
            <a:pPr algn="ctr"/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Module </a:t>
            </a:r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4: Functional Groups</a:t>
            </a:r>
            <a:endParaRPr lang="en-US" sz="3200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7" name="Rectangle 6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87160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28600"/>
            <a:ext cx="8382001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06544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2296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9530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5758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14494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3058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15499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69" y="263974"/>
            <a:ext cx="8109502" cy="5750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163115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96828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98" y="381000"/>
            <a:ext cx="8232002" cy="583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81785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7527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8792"/>
            <a:ext cx="8209128" cy="5895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82312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924273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359389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858437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62000"/>
            <a:ext cx="7745392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253383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346335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97848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3820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850416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461782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198946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05305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83820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043405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9497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805591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06689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23</Words>
  <Application>Microsoft Office PowerPoint</Application>
  <PresentationFormat>On-screen Show (4:3)</PresentationFormat>
  <Paragraphs>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PC</dc:creator>
  <cp:lastModifiedBy>Microsoft account</cp:lastModifiedBy>
  <cp:revision>10</cp:revision>
  <dcterms:created xsi:type="dcterms:W3CDTF">2023-10-22T19:27:17Z</dcterms:created>
  <dcterms:modified xsi:type="dcterms:W3CDTF">2023-10-23T06:59:28Z</dcterms:modified>
</cp:coreProperties>
</file>