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5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57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9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34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0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5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1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555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4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2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F2785-E610-4391-BFD2-2D6B480CF451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9BD10-55F8-465D-AFDC-AEA6C332D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3.jf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5.jf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99091" y="2531409"/>
            <a:ext cx="110929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36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CHM102</a:t>
            </a:r>
          </a:p>
          <a:p>
            <a:pPr algn="just"/>
            <a:r>
              <a:rPr lang="en-GB" sz="36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Chemistry II </a:t>
            </a:r>
            <a:endParaRPr lang="en-US" sz="3600" b="1" dirty="0" smtClean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36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Unit: (2 Units)</a:t>
            </a:r>
          </a:p>
          <a:p>
            <a:pPr algn="just"/>
            <a:r>
              <a:rPr lang="en-GB" sz="36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6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Nomenclature and functional </a:t>
            </a:r>
            <a:r>
              <a:rPr lang="en-US" sz="36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classes of organic compounds.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7" name="Rectangle 6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Rectangle 2"/>
          <p:cNvSpPr/>
          <p:nvPr/>
        </p:nvSpPr>
        <p:spPr>
          <a:xfrm>
            <a:off x="846138" y="572927"/>
            <a:ext cx="94290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UNIVERSITY OF LAFIA</a:t>
            </a:r>
            <a:b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CHEMISTRY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981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27138" y="756854"/>
            <a:ext cx="10553175" cy="5081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OBJECTIVES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Nomenclature 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Nomenclature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IUPAC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Nomenclature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Alkanes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Alkenes, and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Alkynes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Aromatic Compounds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Alcohols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Aldehydes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Ketones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Carboxylic </a:t>
            </a:r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Acids and Esters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7" name="Rectangle 6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0345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41894" y="1489435"/>
            <a:ext cx="1095010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</a:t>
            </a:r>
            <a:r>
              <a:rPr lang="en-US" sz="28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Nomenclature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Accurate naming is essential for effective communication among scientists.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The IUPAC (International Union of Pure and Applied Chemistry) system provides standardized rules for naming organic compounds.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Proper nomenclature ensures clarity and consistency in scientific literature.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7" name="Rectangle 6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46708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34602" y="924243"/>
            <a:ext cx="1052431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Principles of IUPAC </a:t>
            </a:r>
            <a:r>
              <a:rPr lang="en-US" sz="28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Nomenclature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Naming alkanes, alkenes, and alkynes follows systematic rules.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The root indicates the number of carbon atoms, the prefix denotes the type of bond, and the suffix indicates the nature of the compound.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Examples: Methane,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Ethene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Propyne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endParaRPr lang="en-US" sz="3200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967" y="4094342"/>
            <a:ext cx="2500546" cy="2516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275" y="4323299"/>
            <a:ext cx="3711344" cy="20876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491" y="4905220"/>
            <a:ext cx="3107431" cy="1705297"/>
          </a:xfrm>
          <a:prstGeom prst="rect">
            <a:avLst/>
          </a:prstGeom>
        </p:spPr>
      </p:pic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9" name="Rectangle 8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1738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23" y="1018095"/>
            <a:ext cx="11042177" cy="46176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6006846"/>
            <a:ext cx="851154" cy="851154"/>
          </a:xfrm>
          <a:prstGeom prst="rect">
            <a:avLst/>
          </a:prstGeom>
        </p:spPr>
      </p:pic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7" name="Rectangle 6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9335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6006846"/>
            <a:ext cx="851154" cy="8511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802" y="1206144"/>
            <a:ext cx="11136198" cy="4800701"/>
          </a:xfrm>
          <a:prstGeom prst="rect">
            <a:avLst/>
          </a:prstGeom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8" name="Rectangle 7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4784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6006846"/>
            <a:ext cx="851154" cy="8511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38" y="1176426"/>
            <a:ext cx="11442902" cy="4837922"/>
          </a:xfrm>
          <a:prstGeom prst="rect">
            <a:avLst/>
          </a:prstGeom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8" name="Rectangle 7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6184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6918" y="763761"/>
            <a:ext cx="10678880" cy="1878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Functional </a:t>
            </a: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Groups</a:t>
            </a:r>
            <a:endParaRPr lang="en-US" sz="24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Functional groups are specific arrangements of atoms that determine the properties of organic compounds.</a:t>
            </a:r>
            <a:endParaRPr lang="en-US" sz="2400" b="1" dirty="0">
              <a:solidFill>
                <a:schemeClr val="accent4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Examples include hydroxyl (-OH), carbonyl (C=O), and amino (-NH2).</a:t>
            </a:r>
            <a:endParaRPr lang="en-US" sz="2400" b="1" dirty="0">
              <a:solidFill>
                <a:schemeClr val="accent4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262" y="3157798"/>
            <a:ext cx="8356295" cy="2745518"/>
          </a:xfrm>
          <a:prstGeom prst="rect">
            <a:avLst/>
          </a:prstGeom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8" name="Rectangle 7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0" name="Picture 7" descr="log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205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44628" y="1080529"/>
            <a:ext cx="1104598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Alkanes, Alkenes, and </a:t>
            </a:r>
            <a:r>
              <a:rPr lang="en-US" sz="28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Alkynes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Alkanes are saturated hydrocarbons with single bonds.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Alkenes contain at least one carbon-carbon double bond.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Alkynes contain at least one carbon-carbon triple bond.</a:t>
            </a:r>
          </a:p>
          <a:p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Molecular structures and key characteristics illustrated</a:t>
            </a:r>
            <a:endParaRPr lang="en-US" sz="2800" b="1" i="0" dirty="0">
              <a:solidFill>
                <a:schemeClr val="accent4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967" y="4094342"/>
            <a:ext cx="2500546" cy="25161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275" y="4323299"/>
            <a:ext cx="3711344" cy="208763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619" y="4905220"/>
            <a:ext cx="3107431" cy="1705297"/>
          </a:xfrm>
          <a:prstGeom prst="rect">
            <a:avLst/>
          </a:prstGeom>
        </p:spPr>
      </p:pic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12" name="Rectangle 11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4" name="Picture 7" descr="logo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1773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6882" y="1555001"/>
            <a:ext cx="108851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Aromatic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Compounds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Aromatic compounds contain a benzene ring (C6H6).</a:t>
            </a:r>
          </a:p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Benzene exhibits resonance, making it stable and unique.</a:t>
            </a:r>
          </a:p>
          <a:p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Aromatics have distinct properties and are often found in fragrances and pharmaceuticals.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898" y="4109546"/>
            <a:ext cx="6276975" cy="2209800"/>
          </a:xfrm>
          <a:prstGeom prst="rect">
            <a:avLst/>
          </a:prstGeom>
        </p:spPr>
      </p:pic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9" name="Rectangle 8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829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7928" y="1074587"/>
            <a:ext cx="1112640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Alcohols and </a:t>
            </a:r>
            <a:r>
              <a:rPr lang="en-US" sz="28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Ethers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Alcohols have a hydroxyl group (-OH) attached to a carbon atom.</a:t>
            </a: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Ethers contain an oxygen atom linking two carbon atoms.</a:t>
            </a: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Naming conventions follow IUPAC rules.</a:t>
            </a: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Examples: Ethanol, Dimethyl ether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216" y="3904759"/>
            <a:ext cx="3797474" cy="23755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645" y="4126291"/>
            <a:ext cx="3298056" cy="2254367"/>
          </a:xfrm>
          <a:prstGeom prst="rect">
            <a:avLst/>
          </a:prstGeom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8" name="Rectangle 7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0" name="Picture 7" descr="logo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2453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29179" y="1093509"/>
            <a:ext cx="995677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Aldehydes and </a:t>
            </a:r>
            <a:r>
              <a:rPr lang="en-US" sz="28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Ketones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Aldehydes have a carbonyl group (C=O) at the end of the carbon chain.</a:t>
            </a: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Ketones have a carbonyl group within the carbon chain.</a:t>
            </a: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Naming rules emphasize the </a:t>
            </a:r>
            <a:r>
              <a:rPr lang="en-US" sz="28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</a:t>
            </a:r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carbonyl group.</a:t>
            </a:r>
          </a:p>
          <a:p>
            <a:pPr algn="just"/>
            <a:r>
              <a:rPr lang="en-US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Examples: Formaldehyde, Acetone.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83" y="4022191"/>
            <a:ext cx="2510652" cy="25477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430" y="3871880"/>
            <a:ext cx="3656165" cy="2753694"/>
          </a:xfrm>
          <a:prstGeom prst="rect">
            <a:avLst/>
          </a:prstGeom>
        </p:spPr>
      </p:pic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9" name="Rectangle 8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474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2" y="5903316"/>
            <a:ext cx="954684" cy="9546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3142" y="857770"/>
            <a:ext cx="1217885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 smtClean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67826" y="1072219"/>
            <a:ext cx="1090684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Carboxylic Acids and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Esters</a:t>
            </a:r>
            <a:endParaRPr lang="en-US" sz="32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Carboxylic acids contain a carboxyl group (-COOH).</a:t>
            </a:r>
          </a:p>
          <a:p>
            <a:pPr algn="just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Esters have an oxygen atom linking a carbonyl and an alkyl group.</a:t>
            </a:r>
          </a:p>
          <a:p>
            <a:pPr algn="just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Overview and summary of major organic classes covered.</a:t>
            </a:r>
          </a:p>
          <a:p>
            <a:pPr algn="just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Emphasize the importance of nomenclature in distinguishing between these classes.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322" y="4611649"/>
            <a:ext cx="3772375" cy="1970874"/>
          </a:xfrm>
          <a:prstGeom prst="rect">
            <a:avLst/>
          </a:prstGeom>
        </p:spPr>
      </p:pic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8" name="Rectangle 7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0" name="Picture 7" descr="logo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165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42" y="857770"/>
            <a:ext cx="1217885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800" b="1" dirty="0" smtClean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15773" y="2949656"/>
            <a:ext cx="31042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0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0" y="0"/>
            <a:ext cx="914400" cy="6858000"/>
            <a:chOff x="31802" y="0"/>
            <a:chExt cx="914400" cy="6858000"/>
          </a:xfrm>
        </p:grpSpPr>
        <p:sp>
          <p:nvSpPr>
            <p:cNvPr id="12" name="Rectangle 11"/>
            <p:cNvSpPr/>
            <p:nvPr/>
          </p:nvSpPr>
          <p:spPr bwMode="auto">
            <a:xfrm>
              <a:off x="39740" y="0"/>
              <a:ext cx="381000" cy="6858000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20740" y="0"/>
              <a:ext cx="457200" cy="6858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4" name="Picture 7" descr="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73" t="29860" r="41530" b="24966"/>
            <a:stretch>
              <a:fillRect/>
            </a:stretch>
          </p:blipFill>
          <p:spPr bwMode="auto">
            <a:xfrm>
              <a:off x="31802" y="6014348"/>
              <a:ext cx="914400" cy="84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0356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428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Söhne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Hassan Ibrahim</dc:creator>
  <cp:lastModifiedBy>User</cp:lastModifiedBy>
  <cp:revision>6</cp:revision>
  <dcterms:created xsi:type="dcterms:W3CDTF">2024-07-07T21:10:50Z</dcterms:created>
  <dcterms:modified xsi:type="dcterms:W3CDTF">2024-07-10T16:21:16Z</dcterms:modified>
</cp:coreProperties>
</file>