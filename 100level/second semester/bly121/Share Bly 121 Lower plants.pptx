
<file path=[Content_Types].xml><?xml version="1.0" encoding="utf-8"?>
<Types xmlns="http://schemas.openxmlformats.org/package/2006/content-types">
  <Default Extension="rels" ContentType="application/vnd.openxmlformats-package.relationships+xml"/>
  <Default Extension="xml" ContentType="application/xml"/>
  <Default Extension="gif" ContentType="image/gif"/>
  <Default Extension="png" ContentType="image/png"/>
  <Default Extension="jpe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1.xml" ContentType="application/vnd.openxmlformats-officedocument.theme+xml"/>
  <Override PartName="/ppt/notesMasters/notesMaster1.xml" ContentType="application/vnd.openxmlformats-officedocument.presentationml.notesMaster+xml"/>
  <Override PartName="/ppt/theme/theme2.xml" ContentType="application/vnd.openxmlformats-officedocument.theme+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Override PartName="/ppt/slides/slide38.xml" ContentType="application/vnd.openxmlformats-officedocument.presentationml.slide+xml"/>
  <Override PartName="/ppt/notesSlides/notesSlide38.xml" ContentType="application/vnd.openxmlformats-officedocument.presentationml.notesSlide+xml"/>
  <Override PartName="/ppt/slides/slide39.xml" ContentType="application/vnd.openxmlformats-officedocument.presentationml.slide+xml"/>
  <Override PartName="/ppt/notesSlides/notesSlide39.xml" ContentType="application/vnd.openxmlformats-officedocument.presentationml.notesSlide+xml"/>
  <Override PartName="/ppt/slides/slide40.xml" ContentType="application/vnd.openxmlformats-officedocument.presentationml.slide+xml"/>
  <Override PartName="/ppt/notesSlides/notesSlide40.xml" ContentType="application/vnd.openxmlformats-officedocument.presentationml.notesSlide+xml"/>
  <Override PartName="/ppt/slides/slide41.xml" ContentType="application/vnd.openxmlformats-officedocument.presentationml.slide+xml"/>
  <Override PartName="/ppt/notesSlides/notesSlide41.xml" ContentType="application/vnd.openxmlformats-officedocument.presentationml.notesSlide+xml"/>
  <Override PartName="/ppt/slides/slide42.xml" ContentType="application/vnd.openxmlformats-officedocument.presentationml.slide+xml"/>
  <Override PartName="/ppt/notesSlides/notesSlide42.xml" ContentType="application/vnd.openxmlformats-officedocument.presentationml.notesSlide+xml"/>
  <Override PartName="/ppt/slides/slide43.xml" ContentType="application/vnd.openxmlformats-officedocument.presentationml.slide+xml"/>
  <Override PartName="/ppt/notesSlides/notesSlide43.xml" ContentType="application/vnd.openxmlformats-officedocument.presentationml.notesSlide+xml"/>
  <Override PartName="/ppt/slides/slide44.xml" ContentType="application/vnd.openxmlformats-officedocument.presentationml.slide+xml"/>
  <Override PartName="/ppt/notesSlides/notesSlide44.xml" ContentType="application/vnd.openxmlformats-officedocument.presentationml.notesSlide+xml"/>
  <Override PartName="/ppt/slides/slide45.xml" ContentType="application/vnd.openxmlformats-officedocument.presentationml.slide+xml"/>
  <Override PartName="/ppt/notesSlides/notesSlide45.xml" ContentType="application/vnd.openxmlformats-officedocument.presentationml.notesSlide+xml"/>
  <Override PartName="/ppt/slides/slide46.xml" ContentType="application/vnd.openxmlformats-officedocument.presentationml.slide+xml"/>
  <Override PartName="/ppt/notesSlides/notesSlide46.xml" ContentType="application/vnd.openxmlformats-officedocument.presentationml.notesSlide+xml"/>
  <Override PartName="/ppt/slides/slide47.xml" ContentType="application/vnd.openxmlformats-officedocument.presentationml.slide+xml"/>
  <Override PartName="/ppt/notesSlides/notesSlide47.xml" ContentType="application/vnd.openxmlformats-officedocument.presentationml.notesSlide+xml"/>
  <Override PartName="/ppt/slides/slide48.xml" ContentType="application/vnd.openxmlformats-officedocument.presentationml.slide+xml"/>
  <Override PartName="/ppt/notesSlides/notesSlide48.xml" ContentType="application/vnd.openxmlformats-officedocument.presentationml.notesSlide+xml"/>
  <Override PartName="/ppt/slides/slide49.xml" ContentType="application/vnd.openxmlformats-officedocument.presentationml.slide+xml"/>
  <Override PartName="/ppt/notesSlides/notesSlide49.xml" ContentType="application/vnd.openxmlformats-officedocument.presentationml.notesSlide+xml"/>
  <Override PartName="/ppt/slides/slide50.xml" ContentType="application/vnd.openxmlformats-officedocument.presentationml.slide+xml"/>
  <Override PartName="/ppt/notesSlides/notesSlide50.xml" ContentType="application/vnd.openxmlformats-officedocument.presentationml.notesSlide+xml"/>
  <Override PartName="/ppt/slides/slide51.xml" ContentType="application/vnd.openxmlformats-officedocument.presentationml.slide+xml"/>
  <Override PartName="/ppt/notesSlides/notesSlide51.xml" ContentType="application/vnd.openxmlformats-officedocument.presentationml.notesSlide+xml"/>
  <Override PartName="/ppt/slides/slide52.xml" ContentType="application/vnd.openxmlformats-officedocument.presentationml.slide+xml"/>
  <Override PartName="/ppt/notesSlides/notesSlide52.xml" ContentType="application/vnd.openxmlformats-officedocument.presentationml.notesSlide+xml"/>
  <Override PartName="/ppt/slides/slide53.xml" ContentType="application/vnd.openxmlformats-officedocument.presentationml.slide+xml"/>
  <Override PartName="/ppt/notesSlides/notesSlide53.xml" ContentType="application/vnd.openxmlformats-officedocument.presentationml.notesSlide+xml"/>
  <Override PartName="/ppt/slides/slide54.xml" ContentType="application/vnd.openxmlformats-officedocument.presentationml.slide+xml"/>
  <Override PartName="/ppt/notesSlides/notesSlide54.xml" ContentType="application/vnd.openxmlformats-officedocument.presentationml.notesSlide+xml"/>
  <Override PartName="/ppt/slides/slide55.xml" ContentType="application/vnd.openxmlformats-officedocument.presentationml.slide+xml"/>
  <Override PartName="/ppt/notesSlides/notesSlide55.xml" ContentType="application/vnd.openxmlformats-officedocument.presentationml.notesSlide+xml"/>
  <Override PartName="/ppt/slides/slide56.xml" ContentType="application/vnd.openxmlformats-officedocument.presentationml.slide+xml"/>
  <Override PartName="/ppt/notesSlides/notesSlide56.xml" ContentType="application/vnd.openxmlformats-officedocument.presentationml.notesSlide+xml"/>
  <Override PartName="/ppt/slides/slide57.xml" ContentType="application/vnd.openxmlformats-officedocument.presentationml.slide+xml"/>
  <Override PartName="/ppt/notesSlides/notesSlide57.xml" ContentType="application/vnd.openxmlformats-officedocument.presentationml.notesSlide+xml"/>
  <Override PartName="/ppt/slides/slide58.xml" ContentType="application/vnd.openxmlformats-officedocument.presentationml.slide+xml"/>
  <Override PartName="/ppt/slides/slide59.xml" ContentType="application/vnd.openxmlformats-officedocument.presentationml.slide+xml"/>
  <Override PartName="/ppt/notesSlides/notesSlide58.xml" ContentType="application/vnd.openxmlformats-officedocument.presentationml.notesSlide+xml"/>
  <Override PartName="/ppt/slides/slide60.xml" ContentType="application/vnd.openxmlformats-officedocument.presentationml.slide+xml"/>
  <Override PartName="/ppt/slides/slide61.xml" ContentType="application/vnd.openxmlformats-officedocument.presentationml.slide+xml"/>
  <Override PartName="/ppt/notesSlides/notesSlide59.xml" ContentType="application/vnd.openxmlformats-officedocument.presentationml.notesSlide+xml"/>
  <Override PartName="/ppt/slides/slide62.xml" ContentType="application/vnd.openxmlformats-officedocument.presentationml.slide+xml"/>
  <Override PartName="/ppt/notesSlides/notesSlide60.xml" ContentType="application/vnd.openxmlformats-officedocument.presentationml.notesSlide+xml"/>
  <Override PartName="/ppt/slides/slide63.xml" ContentType="application/vnd.openxmlformats-officedocument.presentationml.slide+xml"/>
  <Override PartName="/ppt/notesSlides/notesSlide61.xml" ContentType="application/vnd.openxmlformats-officedocument.presentationml.notesSlide+xml"/>
  <Override PartName="/ppt/slides/slide64.xml" ContentType="application/vnd.openxmlformats-officedocument.presentationml.slide+xml"/>
  <Override PartName="/ppt/notesSlides/notesSlide62.xml" ContentType="application/vnd.openxmlformats-officedocument.presentationml.notesSlide+xml"/>
  <Override PartName="/ppt/slides/slide65.xml" ContentType="application/vnd.openxmlformats-officedocument.presentationml.slide+xml"/>
  <Override PartName="/ppt/notesSlides/notesSlide63.xml" ContentType="application/vnd.openxmlformats-officedocument.presentationml.notesSlide+xml"/>
  <Override PartName="/ppt/slides/slide66.xml" ContentType="application/vnd.openxmlformats-officedocument.presentationml.slide+xml"/>
  <Override PartName="/ppt/notesSlides/notesSlide64.xml" ContentType="application/vnd.openxmlformats-officedocument.presentationml.notesSlide+xml"/>
  <Override PartName="/ppt/tableStyles.xml" ContentType="application/vnd.openxmlformats-officedocument.presentationml.tableStyles+xml"/>
  <Override PartName="/ppt/presProps.xml" ContentType="application/vnd.openxmlformats-officedocument.presentationml.presProps+xml"/>
  <Override PartName="/ppt/viewProps.xml" ContentType="application/vnd.openxmlformats-officedocument.presentationml.viewProps+xml"/>
  <Override PartName="/docProps/app.xml" ContentType="application/vnd.openxmlformats-officedocument.extended-properties+xml"/>
  <Override PartName="/docProps/core.xml" ContentType="application/vnd.openxmlformats-package.core-propertie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officeDocument/2006/relationships/extended-properties" Target="docProps/app.xml"/><Relationship Id="rId3" Type="http://schemas.openxmlformats.org/package/2006/relationships/metadata/core-properties" Target="docProps/core.xml"/></Relationships>
</file>

<file path=ppt/presentation.xml><?xml version="1.0" encoding="utf-8"?>
<p:presentation xmlns:p="http://schemas.openxmlformats.org/presentationml/2006/main" xmlns:r="http://schemas.openxmlformats.org/officeDocument/2006/relationships" xmlns:a="http://schemas.openxmlformats.org/drawingml/2006/main" saveSubsetFonts="1">
  <p:sldMasterIdLst>
    <p:sldMasterId id="2147483648" r:id="rId1"/>
  </p:sldMasterIdLst>
  <p:notesMasterIdLst>
    <p:notesMasterId r:id="rId2"/>
  </p:notesMasterIdLst>
  <p:sldIdLst>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5" r:id="rId30"/>
    <p:sldId id="286" r:id="rId31"/>
    <p:sldId id="287" r:id="rId32"/>
    <p:sldId id="288" r:id="rId33"/>
    <p:sldId id="289" r:id="rId34"/>
    <p:sldId id="290" r:id="rId35"/>
    <p:sldId id="291" r:id="rId36"/>
    <p:sldId id="292" r:id="rId37"/>
    <p:sldId id="293" r:id="rId38"/>
    <p:sldId id="294" r:id="rId39"/>
    <p:sldId id="295" r:id="rId40"/>
    <p:sldId id="296" r:id="rId41"/>
    <p:sldId id="297" r:id="rId42"/>
    <p:sldId id="298" r:id="rId43"/>
    <p:sldId id="299" r:id="rId44"/>
    <p:sldId id="300" r:id="rId45"/>
    <p:sldId id="301" r:id="rId46"/>
    <p:sldId id="302" r:id="rId47"/>
    <p:sldId id="303" r:id="rId48"/>
    <p:sldId id="304" r:id="rId49"/>
    <p:sldId id="305" r:id="rId50"/>
    <p:sldId id="306" r:id="rId51"/>
    <p:sldId id="307" r:id="rId52"/>
    <p:sldId id="308" r:id="rId53"/>
    <p:sldId id="309" r:id="rId54"/>
    <p:sldId id="310" r:id="rId55"/>
    <p:sldId id="311" r:id="rId56"/>
    <p:sldId id="312" r:id="rId57"/>
    <p:sldId id="313" r:id="rId58"/>
    <p:sldId id="314" r:id="rId59"/>
    <p:sldId id="315" r:id="rId60"/>
    <p:sldId id="316" r:id="rId61"/>
    <p:sldId id="317" r:id="rId62"/>
    <p:sldId id="318" r:id="rId63"/>
    <p:sldId id="319" r:id="rId64"/>
    <p:sldId id="320" r:id="rId65"/>
    <p:sldId id="321" r:id="rId66"/>
    <p:sldId id="322" r:id="rId67"/>
    <p:sldId id="323" r:id="rId68"/>
  </p:sldIdLst>
  <p:sldSz type="screen4x3" cy="6858000" cx="9144000"/>
  <p:notesSz cx="6858000" cy="9144000"/>
  <p:defaultTextStyle>
    <a:defPPr>
      <a:defRPr lang="en-US"/>
    </a:defPPr>
    <a:lvl1pPr algn="l" defTabSz="914400" eaLnBrk="1" hangingPunct="1" latinLnBrk="0" marL="0" rtl="0">
      <a:defRPr sz="1800" kern="1200">
        <a:solidFill>
          <a:schemeClr val="tx1"/>
        </a:solidFill>
        <a:latin typeface="+mn-lt"/>
        <a:ea typeface="+mn-ea"/>
        <a:cs typeface="+mn-cs"/>
      </a:defRPr>
    </a:lvl1pPr>
    <a:lvl2pPr algn="l" defTabSz="914400" eaLnBrk="1" hangingPunct="1" latinLnBrk="0" marL="457200" rtl="0">
      <a:defRPr sz="1800" kern="1200">
        <a:solidFill>
          <a:schemeClr val="tx1"/>
        </a:solidFill>
        <a:latin typeface="+mn-lt"/>
        <a:ea typeface="+mn-ea"/>
        <a:cs typeface="+mn-cs"/>
      </a:defRPr>
    </a:lvl2pPr>
    <a:lvl3pPr algn="l" defTabSz="914400" eaLnBrk="1" hangingPunct="1" latinLnBrk="0" marL="914400" rtl="0">
      <a:defRPr sz="1800" kern="1200">
        <a:solidFill>
          <a:schemeClr val="tx1"/>
        </a:solidFill>
        <a:latin typeface="+mn-lt"/>
        <a:ea typeface="+mn-ea"/>
        <a:cs typeface="+mn-cs"/>
      </a:defRPr>
    </a:lvl3pPr>
    <a:lvl4pPr algn="l" defTabSz="914400" eaLnBrk="1" hangingPunct="1" latinLnBrk="0" marL="1371600" rtl="0">
      <a:defRPr sz="1800" kern="1200">
        <a:solidFill>
          <a:schemeClr val="tx1"/>
        </a:solidFill>
        <a:latin typeface="+mn-lt"/>
        <a:ea typeface="+mn-ea"/>
        <a:cs typeface="+mn-cs"/>
      </a:defRPr>
    </a:lvl4pPr>
    <a:lvl5pPr algn="l" defTabSz="914400" eaLnBrk="1" hangingPunct="1" latinLnBrk="0" marL="1828800" rtl="0">
      <a:defRPr sz="1800" kern="1200">
        <a:solidFill>
          <a:schemeClr val="tx1"/>
        </a:solidFill>
        <a:latin typeface="+mn-lt"/>
        <a:ea typeface="+mn-ea"/>
        <a:cs typeface="+mn-cs"/>
      </a:defRPr>
    </a:lvl5pPr>
    <a:lvl6pPr algn="l" defTabSz="914400" eaLnBrk="1" hangingPunct="1" latinLnBrk="0" marL="2286000" rtl="0">
      <a:defRPr sz="1800" kern="1200">
        <a:solidFill>
          <a:schemeClr val="tx1"/>
        </a:solidFill>
        <a:latin typeface="+mn-lt"/>
        <a:ea typeface="+mn-ea"/>
        <a:cs typeface="+mn-cs"/>
      </a:defRPr>
    </a:lvl6pPr>
    <a:lvl7pPr algn="l" defTabSz="914400" eaLnBrk="1" hangingPunct="1" latinLnBrk="0" marL="2743200" rtl="0">
      <a:defRPr sz="1800" kern="1200">
        <a:solidFill>
          <a:schemeClr val="tx1"/>
        </a:solidFill>
        <a:latin typeface="+mn-lt"/>
        <a:ea typeface="+mn-ea"/>
        <a:cs typeface="+mn-cs"/>
      </a:defRPr>
    </a:lvl7pPr>
    <a:lvl8pPr algn="l" defTabSz="914400" eaLnBrk="1" hangingPunct="1" latinLnBrk="0" marL="3200400" rtl="0">
      <a:defRPr sz="1800" kern="1200">
        <a:solidFill>
          <a:schemeClr val="tx1"/>
        </a:solidFill>
        <a:latin typeface="+mn-lt"/>
        <a:ea typeface="+mn-ea"/>
        <a:cs typeface="+mn-cs"/>
      </a:defRPr>
    </a:lvl8pPr>
    <a:lvl9pPr algn="l" defTabSz="914400" eaLnBrk="1" hangingPunct="1" latinLnBrk="0" marL="3657600" rtl="0">
      <a:defRPr sz="1800" kern="1200">
        <a:solidFill>
          <a:schemeClr val="tx1"/>
        </a:solidFill>
        <a:latin typeface="+mn-lt"/>
        <a:ea typeface="+mn-ea"/>
        <a:cs typeface="+mn-cs"/>
      </a:defRPr>
    </a:lvl9pPr>
  </p:defaultTextStyle>
</p:presentation>
</file>

<file path=ppt/presProps.xml><?xml version="1.0" encoding="utf-8"?>
<p:presentationPr xmlns:p="http://schemas.openxmlformats.org/presentationml/2006/main" xmlns:r="http://schemas.openxmlformats.org/officeDocument/2006/relationships" xmlns:a="http://schemas.openxmlformats.org/drawingml/2006/main"/>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46F890A9-2807-4EBB-B81D-B2AA78EC7F39}" styleName="Dark Style 2 - Accent 5/Accent 6">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5">
              <a:tint val="20000"/>
            </a:schemeClr>
          </a:solidFill>
        </a:fill>
      </a:tcStyle>
    </a:lastRow>
    <a:firstRow>
      <a:tcTxStyle b="on">
        <a:fontRef idx="minor">
          <a:scrgbClr r="0" g="0" b="0"/>
        </a:fontRef>
        <a:schemeClr val="lt1"/>
      </a:tcTxStyle>
      <a:tcStyle>
        <a:tcBdr/>
        <a:fill>
          <a:solidFill>
            <a:schemeClr val="accent6"/>
          </a:solidFill>
        </a:fill>
      </a:tcStyle>
    </a:firstRow>
  </a:tblStyle>
</a:tblStyleLst>
</file>

<file path=ppt/viewProps.xml><?xml version="1.0" encoding="utf-8"?>
<p:viewPr xmlns:p="http://schemas.openxmlformats.org/presentationml/2006/main" xmlns:r="http://schemas.openxmlformats.org/officeDocument/2006/relationships" xmlns:a="http://schemas.openxmlformats.org/drawingml/2006/main">
  <p:normalViewPr>
    <p:restoredLeft sz="15619" autoAdjust="0"/>
    <p:restoredTop sz="93077" autoAdjust="0"/>
  </p:normalViewPr>
  <p:slideViewPr>
    <p:cSldViewPr>
      <p:cViewPr varScale="1">
        <p:scale>
          <a:sx n="47" d="100"/>
          <a:sy n="47" d="100"/>
        </p:scale>
        <p:origin x="-1176" y="-10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3736200" cy="7373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notesMaster" Target="notesMasters/notesMaster1.xml"/><Relationship Id="rId3" Type="http://schemas.openxmlformats.org/officeDocument/2006/relationships/slide" Target="slides/slide1.xml"/><Relationship Id="rId4" Type="http://schemas.openxmlformats.org/officeDocument/2006/relationships/slide" Target="slides/slide2.xml"/><Relationship Id="rId5" Type="http://schemas.openxmlformats.org/officeDocument/2006/relationships/slide" Target="slides/slide3.xml"/><Relationship Id="rId6" Type="http://schemas.openxmlformats.org/officeDocument/2006/relationships/slide" Target="slides/slide4.xml"/><Relationship Id="rId7" Type="http://schemas.openxmlformats.org/officeDocument/2006/relationships/slide" Target="slides/slide5.xml"/><Relationship Id="rId8" Type="http://schemas.openxmlformats.org/officeDocument/2006/relationships/slide" Target="slides/slide6.xml"/><Relationship Id="rId9" Type="http://schemas.openxmlformats.org/officeDocument/2006/relationships/slide" Target="slides/slide7.xml"/><Relationship Id="rId10" Type="http://schemas.openxmlformats.org/officeDocument/2006/relationships/slide" Target="slides/slide8.xml"/><Relationship Id="rId11" Type="http://schemas.openxmlformats.org/officeDocument/2006/relationships/slide" Target="slides/slide9.xml"/><Relationship Id="rId12" Type="http://schemas.openxmlformats.org/officeDocument/2006/relationships/slide" Target="slides/slide10.xml"/><Relationship Id="rId13" Type="http://schemas.openxmlformats.org/officeDocument/2006/relationships/slide" Target="slides/slide11.xml"/><Relationship Id="rId14" Type="http://schemas.openxmlformats.org/officeDocument/2006/relationships/slide" Target="slides/slide12.xml"/><Relationship Id="rId15" Type="http://schemas.openxmlformats.org/officeDocument/2006/relationships/slide" Target="slides/slide13.xml"/><Relationship Id="rId16" Type="http://schemas.openxmlformats.org/officeDocument/2006/relationships/slide" Target="slides/slide14.xml"/><Relationship Id="rId17" Type="http://schemas.openxmlformats.org/officeDocument/2006/relationships/slide" Target="slides/slide15.xml"/><Relationship Id="rId18" Type="http://schemas.openxmlformats.org/officeDocument/2006/relationships/slide" Target="slides/slide16.xml"/><Relationship Id="rId19" Type="http://schemas.openxmlformats.org/officeDocument/2006/relationships/slide" Target="slides/slide17.xml"/><Relationship Id="rId20" Type="http://schemas.openxmlformats.org/officeDocument/2006/relationships/slide" Target="slides/slide18.xml"/><Relationship Id="rId21" Type="http://schemas.openxmlformats.org/officeDocument/2006/relationships/slide" Target="slides/slide19.xml"/><Relationship Id="rId22" Type="http://schemas.openxmlformats.org/officeDocument/2006/relationships/slide" Target="slides/slide20.xml"/><Relationship Id="rId23" Type="http://schemas.openxmlformats.org/officeDocument/2006/relationships/slide" Target="slides/slide21.xml"/><Relationship Id="rId24" Type="http://schemas.openxmlformats.org/officeDocument/2006/relationships/slide" Target="slides/slide22.xml"/><Relationship Id="rId25" Type="http://schemas.openxmlformats.org/officeDocument/2006/relationships/slide" Target="slides/slide23.xml"/><Relationship Id="rId26" Type="http://schemas.openxmlformats.org/officeDocument/2006/relationships/slide" Target="slides/slide24.xml"/><Relationship Id="rId27" Type="http://schemas.openxmlformats.org/officeDocument/2006/relationships/slide" Target="slides/slide25.xml"/><Relationship Id="rId28" Type="http://schemas.openxmlformats.org/officeDocument/2006/relationships/slide" Target="slides/slide26.xml"/><Relationship Id="rId29" Type="http://schemas.openxmlformats.org/officeDocument/2006/relationships/slide" Target="slides/slide27.xml"/><Relationship Id="rId30" Type="http://schemas.openxmlformats.org/officeDocument/2006/relationships/slide" Target="slides/slide28.xml"/><Relationship Id="rId31" Type="http://schemas.openxmlformats.org/officeDocument/2006/relationships/slide" Target="slides/slide29.xml"/><Relationship Id="rId32" Type="http://schemas.openxmlformats.org/officeDocument/2006/relationships/slide" Target="slides/slide30.xml"/><Relationship Id="rId33" Type="http://schemas.openxmlformats.org/officeDocument/2006/relationships/slide" Target="slides/slide31.xml"/><Relationship Id="rId34" Type="http://schemas.openxmlformats.org/officeDocument/2006/relationships/slide" Target="slides/slide32.xml"/><Relationship Id="rId35" Type="http://schemas.openxmlformats.org/officeDocument/2006/relationships/slide" Target="slides/slide33.xml"/><Relationship Id="rId36" Type="http://schemas.openxmlformats.org/officeDocument/2006/relationships/slide" Target="slides/slide34.xml"/><Relationship Id="rId37" Type="http://schemas.openxmlformats.org/officeDocument/2006/relationships/slide" Target="slides/slide35.xml"/><Relationship Id="rId38" Type="http://schemas.openxmlformats.org/officeDocument/2006/relationships/slide" Target="slides/slide36.xml"/><Relationship Id="rId39" Type="http://schemas.openxmlformats.org/officeDocument/2006/relationships/slide" Target="slides/slide37.xml"/><Relationship Id="rId40" Type="http://schemas.openxmlformats.org/officeDocument/2006/relationships/slide" Target="slides/slide38.xml"/><Relationship Id="rId41" Type="http://schemas.openxmlformats.org/officeDocument/2006/relationships/slide" Target="slides/slide39.xml"/><Relationship Id="rId42" Type="http://schemas.openxmlformats.org/officeDocument/2006/relationships/slide" Target="slides/slide40.xml"/><Relationship Id="rId43" Type="http://schemas.openxmlformats.org/officeDocument/2006/relationships/slide" Target="slides/slide41.xml"/><Relationship Id="rId44" Type="http://schemas.openxmlformats.org/officeDocument/2006/relationships/slide" Target="slides/slide42.xml"/><Relationship Id="rId45" Type="http://schemas.openxmlformats.org/officeDocument/2006/relationships/slide" Target="slides/slide43.xml"/><Relationship Id="rId46" Type="http://schemas.openxmlformats.org/officeDocument/2006/relationships/slide" Target="slides/slide44.xml"/><Relationship Id="rId47" Type="http://schemas.openxmlformats.org/officeDocument/2006/relationships/slide" Target="slides/slide45.xml"/><Relationship Id="rId48" Type="http://schemas.openxmlformats.org/officeDocument/2006/relationships/slide" Target="slides/slide46.xml"/><Relationship Id="rId49" Type="http://schemas.openxmlformats.org/officeDocument/2006/relationships/slide" Target="slides/slide47.xml"/><Relationship Id="rId50" Type="http://schemas.openxmlformats.org/officeDocument/2006/relationships/slide" Target="slides/slide48.xml"/><Relationship Id="rId51" Type="http://schemas.openxmlformats.org/officeDocument/2006/relationships/slide" Target="slides/slide49.xml"/><Relationship Id="rId52" Type="http://schemas.openxmlformats.org/officeDocument/2006/relationships/slide" Target="slides/slide50.xml"/><Relationship Id="rId53" Type="http://schemas.openxmlformats.org/officeDocument/2006/relationships/slide" Target="slides/slide51.xml"/><Relationship Id="rId54" Type="http://schemas.openxmlformats.org/officeDocument/2006/relationships/slide" Target="slides/slide52.xml"/><Relationship Id="rId55" Type="http://schemas.openxmlformats.org/officeDocument/2006/relationships/slide" Target="slides/slide53.xml"/><Relationship Id="rId56" Type="http://schemas.openxmlformats.org/officeDocument/2006/relationships/slide" Target="slides/slide54.xml"/><Relationship Id="rId57" Type="http://schemas.openxmlformats.org/officeDocument/2006/relationships/slide" Target="slides/slide55.xml"/><Relationship Id="rId58" Type="http://schemas.openxmlformats.org/officeDocument/2006/relationships/slide" Target="slides/slide56.xml"/><Relationship Id="rId59" Type="http://schemas.openxmlformats.org/officeDocument/2006/relationships/slide" Target="slides/slide57.xml"/><Relationship Id="rId60" Type="http://schemas.openxmlformats.org/officeDocument/2006/relationships/slide" Target="slides/slide58.xml"/><Relationship Id="rId61" Type="http://schemas.openxmlformats.org/officeDocument/2006/relationships/slide" Target="slides/slide59.xml"/><Relationship Id="rId62" Type="http://schemas.openxmlformats.org/officeDocument/2006/relationships/slide" Target="slides/slide60.xml"/><Relationship Id="rId63" Type="http://schemas.openxmlformats.org/officeDocument/2006/relationships/slide" Target="slides/slide61.xml"/><Relationship Id="rId64" Type="http://schemas.openxmlformats.org/officeDocument/2006/relationships/slide" Target="slides/slide62.xml"/><Relationship Id="rId65" Type="http://schemas.openxmlformats.org/officeDocument/2006/relationships/slide" Target="slides/slide63.xml"/><Relationship Id="rId66" Type="http://schemas.openxmlformats.org/officeDocument/2006/relationships/slide" Target="slides/slide64.xml"/><Relationship Id="rId67" Type="http://schemas.openxmlformats.org/officeDocument/2006/relationships/slide" Target="slides/slide65.xml"/><Relationship Id="rId68" Type="http://schemas.openxmlformats.org/officeDocument/2006/relationships/slide" Target="slides/slide66.xml"/><Relationship Id="rId69" Type="http://schemas.openxmlformats.org/officeDocument/2006/relationships/tableStyles" Target="tableStyles.xml"/><Relationship Id="rId70" Type="http://schemas.openxmlformats.org/officeDocument/2006/relationships/presProps" Target="presProps.xml"/><Relationship Id="rId71"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285" name=""/>
        <p:cNvGrpSpPr/>
        <p:nvPr/>
      </p:nvGrpSpPr>
      <p:grpSpPr>
        <a:xfrm>
          <a:off x="0" y="0"/>
          <a:ext cx="0" cy="0"/>
          <a:chOff x="0" y="0"/>
          <a:chExt cx="0" cy="0"/>
        </a:xfrm>
      </p:grpSpPr>
      <p:sp>
        <p:nvSpPr>
          <p:cNvPr id="1048962" name="Header Placeholder 1"/>
          <p:cNvSpPr>
            <a:spLocks noGrp="1"/>
          </p:cNvSpPr>
          <p:nvPr>
            <p:ph type="hdr" sz="quarter"/>
          </p:nvPr>
        </p:nvSpPr>
        <p:spPr>
          <a:xfrm>
            <a:off x="0" y="0"/>
            <a:ext cx="2971800" cy="457200"/>
          </a:xfrm>
          <a:prstGeom prst="rect"/>
        </p:spPr>
        <p:txBody>
          <a:bodyPr bIns="45720" lIns="91440" rIns="91440" rtlCol="0" tIns="45720" vert="horz"/>
          <a:lstStyle>
            <a:lvl1pPr algn="l">
              <a:defRPr sz="1200"/>
            </a:lvl1pPr>
          </a:lstStyle>
          <a:p>
            <a:endParaRPr lang="en-GB"/>
          </a:p>
        </p:txBody>
      </p:sp>
      <p:sp>
        <p:nvSpPr>
          <p:cNvPr id="1048963" name="Date Placeholder 2"/>
          <p:cNvSpPr>
            <a:spLocks noGrp="1"/>
          </p:cNvSpPr>
          <p:nvPr>
            <p:ph type="dt" idx="1"/>
          </p:nvPr>
        </p:nvSpPr>
        <p:spPr>
          <a:xfrm>
            <a:off x="3884613" y="0"/>
            <a:ext cx="2971800" cy="457200"/>
          </a:xfrm>
          <a:prstGeom prst="rect"/>
        </p:spPr>
        <p:txBody>
          <a:bodyPr bIns="45720" lIns="91440" rIns="91440" rtlCol="0" tIns="45720" vert="horz"/>
          <a:lstStyle>
            <a:lvl1pPr algn="r">
              <a:defRPr sz="1200"/>
            </a:lvl1pPr>
          </a:lstStyle>
          <a:p>
            <a:fld id="{BC8EEA3C-CF45-4F69-BA30-FECE87FEF195}" type="datetimeFigureOut">
              <a:rPr lang="en-US" smtClean="0"/>
            </a:fld>
            <a:endParaRPr lang="en-GB"/>
          </a:p>
        </p:txBody>
      </p:sp>
      <p:sp>
        <p:nvSpPr>
          <p:cNvPr id="1048964" name="Slide Image Placeholder 3"/>
          <p:cNvSpPr>
            <a:spLocks noChangeAspect="1" noRot="1" noGrp="1"/>
          </p:cNvSpPr>
          <p:nvPr>
            <p:ph type="sldImg" idx="2"/>
          </p:nvPr>
        </p:nvSpPr>
        <p:spPr>
          <a:xfrm>
            <a:off x="1143000" y="685800"/>
            <a:ext cx="4572000" cy="3429000"/>
          </a:xfrm>
          <a:prstGeom prst="rect"/>
          <a:noFill/>
          <a:ln w="12700">
            <a:solidFill>
              <a:prstClr val="black"/>
            </a:solidFill>
          </a:ln>
        </p:spPr>
        <p:txBody>
          <a:bodyPr anchor="ctr" bIns="45720" lIns="91440" rIns="91440" rtlCol="0" tIns="45720" vert="horz"/>
          <a:p>
            <a:endParaRPr lang="en-GB"/>
          </a:p>
        </p:txBody>
      </p:sp>
      <p:sp>
        <p:nvSpPr>
          <p:cNvPr id="1048965" name="Notes Placeholder 4"/>
          <p:cNvSpPr>
            <a:spLocks noGrp="1"/>
          </p:cNvSpPr>
          <p:nvPr>
            <p:ph type="body" sz="quarter" idx="3"/>
          </p:nvPr>
        </p:nvSpPr>
        <p:spPr>
          <a:xfrm>
            <a:off x="685800" y="4343400"/>
            <a:ext cx="5486400" cy="4114800"/>
          </a:xfrm>
          <a:prstGeom prst="rect"/>
        </p:spPr>
        <p:txBody>
          <a:bodyPr bIns="45720" lIns="91440" rIns="91440" rtlCol="0" tIns="45720" vert="horz">
            <a:normAutofit/>
          </a:bodyPr>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1048966" name="Footer Placeholder 5"/>
          <p:cNvSpPr>
            <a:spLocks noGrp="1"/>
          </p:cNvSpPr>
          <p:nvPr>
            <p:ph type="ftr" sz="quarter" idx="4"/>
          </p:nvPr>
        </p:nvSpPr>
        <p:spPr>
          <a:xfrm>
            <a:off x="0" y="8685213"/>
            <a:ext cx="2971800" cy="457200"/>
          </a:xfrm>
          <a:prstGeom prst="rect"/>
        </p:spPr>
        <p:txBody>
          <a:bodyPr anchor="b" bIns="45720" lIns="91440" rIns="91440" rtlCol="0" tIns="45720" vert="horz"/>
          <a:lstStyle>
            <a:lvl1pPr algn="l">
              <a:defRPr sz="1200"/>
            </a:lvl1pPr>
          </a:lstStyle>
          <a:p>
            <a:endParaRPr lang="en-GB"/>
          </a:p>
        </p:txBody>
      </p:sp>
      <p:sp>
        <p:nvSpPr>
          <p:cNvPr id="1048967" name="Slide Number Placeholder 6"/>
          <p:cNvSpPr>
            <a:spLocks noGrp="1"/>
          </p:cNvSpPr>
          <p:nvPr>
            <p:ph type="sldNum" sz="quarter" idx="5"/>
          </p:nvPr>
        </p:nvSpPr>
        <p:spPr>
          <a:xfrm>
            <a:off x="3884613" y="8685213"/>
            <a:ext cx="2971800" cy="457200"/>
          </a:xfrm>
          <a:prstGeom prst="rect"/>
        </p:spPr>
        <p:txBody>
          <a:bodyPr anchor="b" bIns="45720" lIns="91440" rIns="91440" rtlCol="0" tIns="45720" vert="horz"/>
          <a:lstStyle>
            <a:lvl1pPr algn="r">
              <a:defRPr sz="1200"/>
            </a:lvl1pPr>
          </a:lstStyle>
          <a:p>
            <a:fld id="{D82F85FF-5A75-4132-B052-EED17F338737}" type="slidenum">
              <a:rPr lang="en-GB" smtClean="0"/>
            </a:fld>
            <a:endParaRPr lang="en-GB"/>
          </a:p>
        </p:txBody>
      </p:sp>
    </p:spTree>
  </p:cSld>
  <p:clrMap accent1="accent1" accent2="accent2" accent3="accent3" accent4="accent4" accent5="accent5" accent6="accent6" bg1="lt1" bg2="lt2" tx1="dk1" tx2="dk2" hlink="hlink" folHlink="folHlink"/>
  <p:notesStyle>
    <a:lvl1pPr algn="l" defTabSz="914400" eaLnBrk="1" hangingPunct="1" latinLnBrk="0" marL="0" rtl="0">
      <a:defRPr sz="1200" kern="1200">
        <a:solidFill>
          <a:schemeClr val="tx1"/>
        </a:solidFill>
        <a:latin typeface="+mn-lt"/>
        <a:ea typeface="+mn-ea"/>
        <a:cs typeface="+mn-cs"/>
      </a:defRPr>
    </a:lvl1pPr>
    <a:lvl2pPr algn="l" defTabSz="914400" eaLnBrk="1" hangingPunct="1" latinLnBrk="0" marL="457200" rtl="0">
      <a:defRPr sz="1200" kern="1200">
        <a:solidFill>
          <a:schemeClr val="tx1"/>
        </a:solidFill>
        <a:latin typeface="+mn-lt"/>
        <a:ea typeface="+mn-ea"/>
        <a:cs typeface="+mn-cs"/>
      </a:defRPr>
    </a:lvl2pPr>
    <a:lvl3pPr algn="l" defTabSz="914400" eaLnBrk="1" hangingPunct="1" latinLnBrk="0" marL="914400" rtl="0">
      <a:defRPr sz="1200" kern="1200">
        <a:solidFill>
          <a:schemeClr val="tx1"/>
        </a:solidFill>
        <a:latin typeface="+mn-lt"/>
        <a:ea typeface="+mn-ea"/>
        <a:cs typeface="+mn-cs"/>
      </a:defRPr>
    </a:lvl3pPr>
    <a:lvl4pPr algn="l" defTabSz="914400" eaLnBrk="1" hangingPunct="1" latinLnBrk="0" marL="1371600" rtl="0">
      <a:defRPr sz="1200" kern="1200">
        <a:solidFill>
          <a:schemeClr val="tx1"/>
        </a:solidFill>
        <a:latin typeface="+mn-lt"/>
        <a:ea typeface="+mn-ea"/>
        <a:cs typeface="+mn-cs"/>
      </a:defRPr>
    </a:lvl4pPr>
    <a:lvl5pPr algn="l" defTabSz="914400" eaLnBrk="1" hangingPunct="1" latinLnBrk="0" marL="1828800" rtl="0">
      <a:defRPr sz="1200" kern="1200">
        <a:solidFill>
          <a:schemeClr val="tx1"/>
        </a:solidFill>
        <a:latin typeface="+mn-lt"/>
        <a:ea typeface="+mn-ea"/>
        <a:cs typeface="+mn-cs"/>
      </a:defRPr>
    </a:lvl5pPr>
    <a:lvl6pPr algn="l" defTabSz="914400" eaLnBrk="1" hangingPunct="1" latinLnBrk="0" marL="2286000" rtl="0">
      <a:defRPr sz="1200" kern="1200">
        <a:solidFill>
          <a:schemeClr val="tx1"/>
        </a:solidFill>
        <a:latin typeface="+mn-lt"/>
        <a:ea typeface="+mn-ea"/>
        <a:cs typeface="+mn-cs"/>
      </a:defRPr>
    </a:lvl6pPr>
    <a:lvl7pPr algn="l" defTabSz="914400" eaLnBrk="1" hangingPunct="1" latinLnBrk="0" marL="2743200" rtl="0">
      <a:defRPr sz="1200" kern="1200">
        <a:solidFill>
          <a:schemeClr val="tx1"/>
        </a:solidFill>
        <a:latin typeface="+mn-lt"/>
        <a:ea typeface="+mn-ea"/>
        <a:cs typeface="+mn-cs"/>
      </a:defRPr>
    </a:lvl7pPr>
    <a:lvl8pPr algn="l" defTabSz="914400" eaLnBrk="1" hangingPunct="1" latinLnBrk="0" marL="3200400" rtl="0">
      <a:defRPr sz="1200" kern="1200">
        <a:solidFill>
          <a:schemeClr val="tx1"/>
        </a:solidFill>
        <a:latin typeface="+mn-lt"/>
        <a:ea typeface="+mn-ea"/>
        <a:cs typeface="+mn-cs"/>
      </a:defRPr>
    </a:lvl8pPr>
    <a:lvl9pPr algn="l" defTabSz="914400" eaLnBrk="1" hangingPunct="1" latinLnBrk="0" marL="3657600" rtl="0">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slide" Target="../slides/slide8.xml"/><Relationship Id="rId2"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slide" Target="../slides/slide9.xml"/><Relationship Id="rId2"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slide" Target="../slides/slide10.xml"/><Relationship Id="rId2"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slide" Target="../slides/slide11.xml"/><Relationship Id="rId2"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slide" Target="../slides/slide12.xml"/><Relationship Id="rId2"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slide" Target="../slides/slide13.xml"/><Relationship Id="rId2"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slide" Target="../slides/slide14.xml"/><Relationship Id="rId2"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slide" Target="../slides/slide15.xml"/><Relationship Id="rId2"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slide" Target="../slides/slide16.xml"/><Relationship Id="rId2"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slide" Target="../slides/slide17.xml"/><Relationship Id="rId2"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slide" Target="../slides/slide18.xml"/><Relationship Id="rId2"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slide" Target="../slides/slide19.xml"/><Relationship Id="rId2"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slide" Target="../slides/slide20.xml"/><Relationship Id="rId2"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slide" Target="../slides/slide21.xml"/><Relationship Id="rId2"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slide" Target="../slides/slide22.xml"/><Relationship Id="rId2"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slide" Target="../slides/slide23.xml"/><Relationship Id="rId2"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slide" Target="../slides/slide24.xml"/><Relationship Id="rId2"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slide" Target="../slides/slide25.xml"/><Relationship Id="rId2"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slide" Target="../slides/slide26.xml"/><Relationship Id="rId2"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slide" Target="../slides/slide27.xml"/><Relationship Id="rId2"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slide" Target="../slides/slide28.xml"/><Relationship Id="rId2"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slide" Target="../slides/slide29.xml"/><Relationship Id="rId2"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slide" Target="../slides/slide30.xml"/><Relationship Id="rId2"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slide" Target="../slides/slide31.xml"/><Relationship Id="rId2"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slide" Target="../slides/slide32.xml"/><Relationship Id="rId2"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slide" Target="../slides/slide33.xml"/><Relationship Id="rId2"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slide" Target="../slides/slide34.xml"/><Relationship Id="rId2"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slide" Target="../slides/slide35.xml"/><Relationship Id="rId2"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slide" Target="../slides/slide36.xml"/><Relationship Id="rId2"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slide" Target="../slides/slide37.xml"/><Relationship Id="rId2"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slide" Target="../slides/slide38.xml"/><Relationship Id="rId2"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slide" Target="../slides/slide39.xml"/><Relationship Id="rId2"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slide" Target="../slides/slide40.xml"/><Relationship Id="rId2"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slide" Target="../slides/slide41.xml"/><Relationship Id="rId2"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slide" Target="../slides/slide42.xml"/><Relationship Id="rId2"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slide" Target="../slides/slide43.xml"/><Relationship Id="rId2"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slide" Target="../slides/slide44.xml"/><Relationship Id="rId2"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slide" Target="../slides/slide45.xml"/><Relationship Id="rId2"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slide" Target="../slides/slide46.xml"/><Relationship Id="rId2"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slide" Target="../slides/slide47.xml"/><Relationship Id="rId2"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slide" Target="../slides/slide48.xml"/><Relationship Id="rId2"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slide" Target="../slides/slide49.xml"/><Relationship Id="rId2"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slide" Target="../slides/slide50.xml"/><Relationship Id="rId2"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slide" Target="../slides/slide51.xml"/><Relationship Id="rId2"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slide" Target="../slides/slide52.xml"/><Relationship Id="rId2"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slide" Target="../slides/slide53.xml"/><Relationship Id="rId2"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slide" Target="../slides/slide54.xml"/><Relationship Id="rId2"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slide" Target="../slides/slide55.xml"/><Relationship Id="rId2"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slide" Target="../slides/slide56.xml"/><Relationship Id="rId2"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slide" Target="../slides/slide57.xml"/><Relationship Id="rId2"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slide" Target="../slides/slide59.xml"/><Relationship Id="rId2"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slide" Target="../slides/slide61.xml"/><Relationship Id="rId2"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slide" Target="../slides/slide62.xml"/><Relationship Id="rId2"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1" Type="http://schemas.openxmlformats.org/officeDocument/2006/relationships/slide" Target="../slides/slide63.xml"/><Relationship Id="rId2"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1" Type="http://schemas.openxmlformats.org/officeDocument/2006/relationships/slide" Target="../slides/slide64.xml"/><Relationship Id="rId2"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1" Type="http://schemas.openxmlformats.org/officeDocument/2006/relationships/slide" Target="../slides/slide65.xml"/><Relationship Id="rId2"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1" Type="http://schemas.openxmlformats.org/officeDocument/2006/relationships/slide" Target="../slides/slide66.xml"/><Relationship Id="rId2"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05" name=""/>
        <p:cNvGrpSpPr/>
        <p:nvPr/>
      </p:nvGrpSpPr>
      <p:grpSpPr>
        <a:xfrm>
          <a:off x="0" y="0"/>
          <a:ext cx="0" cy="0"/>
          <a:chOff x="0" y="0"/>
          <a:chExt cx="0" cy="0"/>
        </a:xfrm>
      </p:grpSpPr>
      <p:sp>
        <p:nvSpPr>
          <p:cNvPr id="1048632" name="Slide Image Placeholder 1"/>
          <p:cNvSpPr>
            <a:spLocks noChangeAspect="1" noRot="1" noGrp="1"/>
          </p:cNvSpPr>
          <p:nvPr>
            <p:ph type="sldImg"/>
          </p:nvPr>
        </p:nvSpPr>
        <p:spPr/>
      </p:sp>
      <p:sp>
        <p:nvSpPr>
          <p:cNvPr id="1048633" name="Notes Placeholder 2"/>
          <p:cNvSpPr>
            <a:spLocks noGrp="1"/>
          </p:cNvSpPr>
          <p:nvPr>
            <p:ph type="body" idx="1"/>
          </p:nvPr>
        </p:nvSpPr>
        <p:spPr/>
        <p:txBody>
          <a:bodyPr>
            <a:normAutofit/>
          </a:bodyPr>
          <a:p>
            <a:endParaRPr lang="en-GB"/>
          </a:p>
        </p:txBody>
      </p:sp>
      <p:sp>
        <p:nvSpPr>
          <p:cNvPr id="1048634" name="Slide Number Placeholder 3"/>
          <p:cNvSpPr>
            <a:spLocks noGrp="1"/>
          </p:cNvSpPr>
          <p:nvPr>
            <p:ph type="sldNum" sz="quarter" idx="10"/>
          </p:nvPr>
        </p:nvSpPr>
        <p:spPr/>
        <p:txBody>
          <a:bodyPr/>
          <a:p>
            <a:fld id="{D82F85FF-5A75-4132-B052-EED17F338737}" type="slidenum">
              <a:rPr lang="en-GB" smtClean="0"/>
            </a:fld>
            <a:endParaRPr lang="en-GB"/>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08" name=""/>
        <p:cNvGrpSpPr/>
        <p:nvPr/>
      </p:nvGrpSpPr>
      <p:grpSpPr>
        <a:xfrm>
          <a:off x="0" y="0"/>
          <a:ext cx="0" cy="0"/>
          <a:chOff x="0" y="0"/>
          <a:chExt cx="0" cy="0"/>
        </a:xfrm>
      </p:grpSpPr>
      <p:sp>
        <p:nvSpPr>
          <p:cNvPr id="1048637" name="Slide Image Placeholder 1"/>
          <p:cNvSpPr>
            <a:spLocks noChangeAspect="1" noRot="1" noGrp="1"/>
          </p:cNvSpPr>
          <p:nvPr>
            <p:ph type="sldImg"/>
          </p:nvPr>
        </p:nvSpPr>
        <p:spPr/>
      </p:sp>
      <p:sp>
        <p:nvSpPr>
          <p:cNvPr id="1048638" name="Notes Placeholder 2"/>
          <p:cNvSpPr>
            <a:spLocks noGrp="1"/>
          </p:cNvSpPr>
          <p:nvPr>
            <p:ph type="body" idx="1"/>
          </p:nvPr>
        </p:nvSpPr>
        <p:spPr/>
        <p:txBody>
          <a:bodyPr>
            <a:normAutofit/>
          </a:bodyPr>
          <a:p>
            <a:endParaRPr lang="en-GB"/>
          </a:p>
        </p:txBody>
      </p:sp>
      <p:sp>
        <p:nvSpPr>
          <p:cNvPr id="1048639" name="Slide Number Placeholder 3"/>
          <p:cNvSpPr>
            <a:spLocks noGrp="1"/>
          </p:cNvSpPr>
          <p:nvPr>
            <p:ph type="sldNum" sz="quarter" idx="10"/>
          </p:nvPr>
        </p:nvSpPr>
        <p:spPr/>
        <p:txBody>
          <a:bodyPr/>
          <a:p>
            <a:fld id="{D82F85FF-5A75-4132-B052-EED17F338737}" type="slidenum">
              <a:rPr lang="en-GB" smtClean="0"/>
            </a:fld>
            <a:endParaRPr lang="en-GB"/>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11" name=""/>
        <p:cNvGrpSpPr/>
        <p:nvPr/>
      </p:nvGrpSpPr>
      <p:grpSpPr>
        <a:xfrm>
          <a:off x="0" y="0"/>
          <a:ext cx="0" cy="0"/>
          <a:chOff x="0" y="0"/>
          <a:chExt cx="0" cy="0"/>
        </a:xfrm>
      </p:grpSpPr>
      <p:sp>
        <p:nvSpPr>
          <p:cNvPr id="1048642" name="Slide Image Placeholder 1"/>
          <p:cNvSpPr>
            <a:spLocks noChangeAspect="1" noRot="1" noGrp="1"/>
          </p:cNvSpPr>
          <p:nvPr>
            <p:ph type="sldImg"/>
          </p:nvPr>
        </p:nvSpPr>
        <p:spPr/>
      </p:sp>
      <p:sp>
        <p:nvSpPr>
          <p:cNvPr id="1048643" name="Notes Placeholder 2"/>
          <p:cNvSpPr>
            <a:spLocks noGrp="1"/>
          </p:cNvSpPr>
          <p:nvPr>
            <p:ph type="body" idx="1"/>
          </p:nvPr>
        </p:nvSpPr>
        <p:spPr/>
        <p:txBody>
          <a:bodyPr>
            <a:normAutofit/>
          </a:bodyPr>
          <a:p>
            <a:endParaRPr lang="en-GB"/>
          </a:p>
        </p:txBody>
      </p:sp>
      <p:sp>
        <p:nvSpPr>
          <p:cNvPr id="1048644" name="Slide Number Placeholder 3"/>
          <p:cNvSpPr>
            <a:spLocks noGrp="1"/>
          </p:cNvSpPr>
          <p:nvPr>
            <p:ph type="sldNum" sz="quarter" idx="10"/>
          </p:nvPr>
        </p:nvSpPr>
        <p:spPr/>
        <p:txBody>
          <a:bodyPr/>
          <a:p>
            <a:fld id="{D82F85FF-5A75-4132-B052-EED17F338737}" type="slidenum">
              <a:rPr lang="en-GB" smtClean="0"/>
            </a:fld>
            <a:endParaRPr lang="en-GB"/>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14" name=""/>
        <p:cNvGrpSpPr/>
        <p:nvPr/>
      </p:nvGrpSpPr>
      <p:grpSpPr>
        <a:xfrm>
          <a:off x="0" y="0"/>
          <a:ext cx="0" cy="0"/>
          <a:chOff x="0" y="0"/>
          <a:chExt cx="0" cy="0"/>
        </a:xfrm>
      </p:grpSpPr>
      <p:sp>
        <p:nvSpPr>
          <p:cNvPr id="1048647" name="Slide Image Placeholder 1"/>
          <p:cNvSpPr>
            <a:spLocks noChangeAspect="1" noRot="1" noGrp="1"/>
          </p:cNvSpPr>
          <p:nvPr>
            <p:ph type="sldImg"/>
          </p:nvPr>
        </p:nvSpPr>
        <p:spPr/>
      </p:sp>
      <p:sp>
        <p:nvSpPr>
          <p:cNvPr id="1048648" name="Notes Placeholder 2"/>
          <p:cNvSpPr>
            <a:spLocks noGrp="1"/>
          </p:cNvSpPr>
          <p:nvPr>
            <p:ph type="body" idx="1"/>
          </p:nvPr>
        </p:nvSpPr>
        <p:spPr/>
        <p:txBody>
          <a:bodyPr>
            <a:normAutofit/>
          </a:bodyPr>
          <a:p>
            <a:endParaRPr lang="en-GB"/>
          </a:p>
        </p:txBody>
      </p:sp>
      <p:sp>
        <p:nvSpPr>
          <p:cNvPr id="1048649" name="Slide Number Placeholder 3"/>
          <p:cNvSpPr>
            <a:spLocks noGrp="1"/>
          </p:cNvSpPr>
          <p:nvPr>
            <p:ph type="sldNum" sz="quarter" idx="10"/>
          </p:nvPr>
        </p:nvSpPr>
        <p:spPr/>
        <p:txBody>
          <a:bodyPr/>
          <a:p>
            <a:fld id="{D82F85FF-5A75-4132-B052-EED17F338737}" type="slidenum">
              <a:rPr lang="en-GB" smtClean="0"/>
            </a:fld>
            <a:endParaRPr lang="en-GB"/>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17" name=""/>
        <p:cNvGrpSpPr/>
        <p:nvPr/>
      </p:nvGrpSpPr>
      <p:grpSpPr>
        <a:xfrm>
          <a:off x="0" y="0"/>
          <a:ext cx="0" cy="0"/>
          <a:chOff x="0" y="0"/>
          <a:chExt cx="0" cy="0"/>
        </a:xfrm>
      </p:grpSpPr>
      <p:sp>
        <p:nvSpPr>
          <p:cNvPr id="1048652" name="Slide Image Placeholder 1"/>
          <p:cNvSpPr>
            <a:spLocks noChangeAspect="1" noRot="1" noGrp="1"/>
          </p:cNvSpPr>
          <p:nvPr>
            <p:ph type="sldImg"/>
          </p:nvPr>
        </p:nvSpPr>
        <p:spPr/>
      </p:sp>
      <p:sp>
        <p:nvSpPr>
          <p:cNvPr id="1048653" name="Notes Placeholder 2"/>
          <p:cNvSpPr>
            <a:spLocks noGrp="1"/>
          </p:cNvSpPr>
          <p:nvPr>
            <p:ph type="body" idx="1"/>
          </p:nvPr>
        </p:nvSpPr>
        <p:spPr/>
        <p:txBody>
          <a:bodyPr>
            <a:normAutofit/>
          </a:bodyPr>
          <a:p>
            <a:endParaRPr lang="en-GB"/>
          </a:p>
        </p:txBody>
      </p:sp>
      <p:sp>
        <p:nvSpPr>
          <p:cNvPr id="1048654" name="Slide Number Placeholder 3"/>
          <p:cNvSpPr>
            <a:spLocks noGrp="1"/>
          </p:cNvSpPr>
          <p:nvPr>
            <p:ph type="sldNum" sz="quarter" idx="10"/>
          </p:nvPr>
        </p:nvSpPr>
        <p:spPr/>
        <p:txBody>
          <a:bodyPr/>
          <a:p>
            <a:fld id="{D82F85FF-5A75-4132-B052-EED17F338737}" type="slidenum">
              <a:rPr lang="en-GB" smtClean="0"/>
            </a:fld>
            <a:endParaRPr lang="en-GB"/>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20" name=""/>
        <p:cNvGrpSpPr/>
        <p:nvPr/>
      </p:nvGrpSpPr>
      <p:grpSpPr>
        <a:xfrm>
          <a:off x="0" y="0"/>
          <a:ext cx="0" cy="0"/>
          <a:chOff x="0" y="0"/>
          <a:chExt cx="0" cy="0"/>
        </a:xfrm>
      </p:grpSpPr>
      <p:sp>
        <p:nvSpPr>
          <p:cNvPr id="1048656" name="Slide Image Placeholder 1"/>
          <p:cNvSpPr>
            <a:spLocks noChangeAspect="1" noRot="1" noGrp="1"/>
          </p:cNvSpPr>
          <p:nvPr>
            <p:ph type="sldImg"/>
          </p:nvPr>
        </p:nvSpPr>
        <p:spPr/>
      </p:sp>
      <p:sp>
        <p:nvSpPr>
          <p:cNvPr id="1048657" name="Notes Placeholder 2"/>
          <p:cNvSpPr>
            <a:spLocks noGrp="1"/>
          </p:cNvSpPr>
          <p:nvPr>
            <p:ph type="body" idx="1"/>
          </p:nvPr>
        </p:nvSpPr>
        <p:spPr/>
        <p:txBody>
          <a:bodyPr>
            <a:normAutofit/>
          </a:bodyPr>
          <a:p>
            <a:endParaRPr lang="en-GB"/>
          </a:p>
        </p:txBody>
      </p:sp>
      <p:sp>
        <p:nvSpPr>
          <p:cNvPr id="1048658" name="Slide Number Placeholder 3"/>
          <p:cNvSpPr>
            <a:spLocks noGrp="1"/>
          </p:cNvSpPr>
          <p:nvPr>
            <p:ph type="sldNum" sz="quarter" idx="10"/>
          </p:nvPr>
        </p:nvSpPr>
        <p:spPr/>
        <p:txBody>
          <a:bodyPr/>
          <a:p>
            <a:fld id="{D82F85FF-5A75-4132-B052-EED17F338737}" type="slidenum">
              <a:rPr lang="en-GB" smtClean="0"/>
            </a:fld>
            <a:endParaRPr lang="en-GB"/>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23" name=""/>
        <p:cNvGrpSpPr/>
        <p:nvPr/>
      </p:nvGrpSpPr>
      <p:grpSpPr>
        <a:xfrm>
          <a:off x="0" y="0"/>
          <a:ext cx="0" cy="0"/>
          <a:chOff x="0" y="0"/>
          <a:chExt cx="0" cy="0"/>
        </a:xfrm>
      </p:grpSpPr>
      <p:sp>
        <p:nvSpPr>
          <p:cNvPr id="1048660" name="Slide Image Placeholder 1"/>
          <p:cNvSpPr>
            <a:spLocks noChangeAspect="1" noRot="1" noGrp="1"/>
          </p:cNvSpPr>
          <p:nvPr>
            <p:ph type="sldImg"/>
          </p:nvPr>
        </p:nvSpPr>
        <p:spPr/>
      </p:sp>
      <p:sp>
        <p:nvSpPr>
          <p:cNvPr id="1048661" name="Notes Placeholder 2"/>
          <p:cNvSpPr>
            <a:spLocks noGrp="1"/>
          </p:cNvSpPr>
          <p:nvPr>
            <p:ph type="body" idx="1"/>
          </p:nvPr>
        </p:nvSpPr>
        <p:spPr/>
        <p:txBody>
          <a:bodyPr>
            <a:normAutofit/>
          </a:bodyPr>
          <a:p>
            <a:endParaRPr lang="en-GB"/>
          </a:p>
        </p:txBody>
      </p:sp>
      <p:sp>
        <p:nvSpPr>
          <p:cNvPr id="1048662" name="Slide Number Placeholder 3"/>
          <p:cNvSpPr>
            <a:spLocks noGrp="1"/>
          </p:cNvSpPr>
          <p:nvPr>
            <p:ph type="sldNum" sz="quarter" idx="10"/>
          </p:nvPr>
        </p:nvSpPr>
        <p:spPr/>
        <p:txBody>
          <a:bodyPr/>
          <a:p>
            <a:fld id="{D82F85FF-5A75-4132-B052-EED17F338737}" type="slidenum">
              <a:rPr lang="en-GB" smtClean="0"/>
            </a:fld>
            <a:endParaRPr lang="en-GB"/>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26" name=""/>
        <p:cNvGrpSpPr/>
        <p:nvPr/>
      </p:nvGrpSpPr>
      <p:grpSpPr>
        <a:xfrm>
          <a:off x="0" y="0"/>
          <a:ext cx="0" cy="0"/>
          <a:chOff x="0" y="0"/>
          <a:chExt cx="0" cy="0"/>
        </a:xfrm>
      </p:grpSpPr>
      <p:sp>
        <p:nvSpPr>
          <p:cNvPr id="1048664" name="Slide Image Placeholder 1"/>
          <p:cNvSpPr>
            <a:spLocks noChangeAspect="1" noRot="1" noGrp="1"/>
          </p:cNvSpPr>
          <p:nvPr>
            <p:ph type="sldImg"/>
          </p:nvPr>
        </p:nvSpPr>
        <p:spPr/>
      </p:sp>
      <p:sp>
        <p:nvSpPr>
          <p:cNvPr id="1048665" name="Notes Placeholder 2"/>
          <p:cNvSpPr>
            <a:spLocks noGrp="1"/>
          </p:cNvSpPr>
          <p:nvPr>
            <p:ph type="body" idx="1"/>
          </p:nvPr>
        </p:nvSpPr>
        <p:spPr/>
        <p:txBody>
          <a:bodyPr>
            <a:normAutofit/>
          </a:bodyPr>
          <a:p>
            <a:endParaRPr lang="en-GB"/>
          </a:p>
        </p:txBody>
      </p:sp>
      <p:sp>
        <p:nvSpPr>
          <p:cNvPr id="1048666" name="Slide Number Placeholder 3"/>
          <p:cNvSpPr>
            <a:spLocks noGrp="1"/>
          </p:cNvSpPr>
          <p:nvPr>
            <p:ph type="sldNum" sz="quarter" idx="10"/>
          </p:nvPr>
        </p:nvSpPr>
        <p:spPr/>
        <p:txBody>
          <a:bodyPr/>
          <a:p>
            <a:fld id="{D82F85FF-5A75-4132-B052-EED17F338737}" type="slidenum">
              <a:rPr lang="en-GB" smtClean="0"/>
            </a:fld>
            <a:endParaRPr lang="en-GB"/>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29" name=""/>
        <p:cNvGrpSpPr/>
        <p:nvPr/>
      </p:nvGrpSpPr>
      <p:grpSpPr>
        <a:xfrm>
          <a:off x="0" y="0"/>
          <a:ext cx="0" cy="0"/>
          <a:chOff x="0" y="0"/>
          <a:chExt cx="0" cy="0"/>
        </a:xfrm>
      </p:grpSpPr>
      <p:sp>
        <p:nvSpPr>
          <p:cNvPr id="1048668" name="Slide Image Placeholder 1"/>
          <p:cNvSpPr>
            <a:spLocks noChangeAspect="1" noRot="1" noGrp="1"/>
          </p:cNvSpPr>
          <p:nvPr>
            <p:ph type="sldImg"/>
          </p:nvPr>
        </p:nvSpPr>
        <p:spPr/>
      </p:sp>
      <p:sp>
        <p:nvSpPr>
          <p:cNvPr id="1048669" name="Notes Placeholder 2"/>
          <p:cNvSpPr>
            <a:spLocks noGrp="1"/>
          </p:cNvSpPr>
          <p:nvPr>
            <p:ph type="body" idx="1"/>
          </p:nvPr>
        </p:nvSpPr>
        <p:spPr/>
        <p:txBody>
          <a:bodyPr>
            <a:normAutofit/>
          </a:bodyPr>
          <a:p>
            <a:endParaRPr lang="en-GB"/>
          </a:p>
        </p:txBody>
      </p:sp>
      <p:sp>
        <p:nvSpPr>
          <p:cNvPr id="1048670" name="Slide Number Placeholder 3"/>
          <p:cNvSpPr>
            <a:spLocks noGrp="1"/>
          </p:cNvSpPr>
          <p:nvPr>
            <p:ph type="sldNum" sz="quarter" idx="10"/>
          </p:nvPr>
        </p:nvSpPr>
        <p:spPr/>
        <p:txBody>
          <a:bodyPr/>
          <a:p>
            <a:fld id="{D82F85FF-5A75-4132-B052-EED17F338737}" type="slidenum">
              <a:rPr lang="en-GB" smtClean="0"/>
            </a:fld>
            <a:endParaRPr lang="en-GB"/>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32" name=""/>
        <p:cNvGrpSpPr/>
        <p:nvPr/>
      </p:nvGrpSpPr>
      <p:grpSpPr>
        <a:xfrm>
          <a:off x="0" y="0"/>
          <a:ext cx="0" cy="0"/>
          <a:chOff x="0" y="0"/>
          <a:chExt cx="0" cy="0"/>
        </a:xfrm>
      </p:grpSpPr>
      <p:sp>
        <p:nvSpPr>
          <p:cNvPr id="1048673" name="Slide Image Placeholder 1"/>
          <p:cNvSpPr>
            <a:spLocks noChangeAspect="1" noRot="1" noGrp="1"/>
          </p:cNvSpPr>
          <p:nvPr>
            <p:ph type="sldImg"/>
          </p:nvPr>
        </p:nvSpPr>
        <p:spPr/>
      </p:sp>
      <p:sp>
        <p:nvSpPr>
          <p:cNvPr id="1048674" name="Notes Placeholder 2"/>
          <p:cNvSpPr>
            <a:spLocks noGrp="1"/>
          </p:cNvSpPr>
          <p:nvPr>
            <p:ph type="body" idx="1"/>
          </p:nvPr>
        </p:nvSpPr>
        <p:spPr/>
        <p:txBody>
          <a:bodyPr>
            <a:normAutofit/>
          </a:bodyPr>
          <a:p>
            <a:endParaRPr lang="en-GB"/>
          </a:p>
        </p:txBody>
      </p:sp>
      <p:sp>
        <p:nvSpPr>
          <p:cNvPr id="1048675" name="Slide Number Placeholder 3"/>
          <p:cNvSpPr>
            <a:spLocks noGrp="1"/>
          </p:cNvSpPr>
          <p:nvPr>
            <p:ph type="sldNum" sz="quarter" idx="10"/>
          </p:nvPr>
        </p:nvSpPr>
        <p:spPr/>
        <p:txBody>
          <a:bodyPr/>
          <a:p>
            <a:fld id="{D82F85FF-5A75-4132-B052-EED17F338737}" type="slidenum">
              <a:rPr lang="en-GB" smtClean="0"/>
            </a:fld>
            <a:endParaRPr lang="en-GB"/>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35" name=""/>
        <p:cNvGrpSpPr/>
        <p:nvPr/>
      </p:nvGrpSpPr>
      <p:grpSpPr>
        <a:xfrm>
          <a:off x="0" y="0"/>
          <a:ext cx="0" cy="0"/>
          <a:chOff x="0" y="0"/>
          <a:chExt cx="0" cy="0"/>
        </a:xfrm>
      </p:grpSpPr>
      <p:sp>
        <p:nvSpPr>
          <p:cNvPr id="1048677" name="Slide Image Placeholder 1"/>
          <p:cNvSpPr>
            <a:spLocks noChangeAspect="1" noRot="1" noGrp="1"/>
          </p:cNvSpPr>
          <p:nvPr>
            <p:ph type="sldImg"/>
          </p:nvPr>
        </p:nvSpPr>
        <p:spPr/>
      </p:sp>
      <p:sp>
        <p:nvSpPr>
          <p:cNvPr id="1048678" name="Notes Placeholder 2"/>
          <p:cNvSpPr>
            <a:spLocks noGrp="1"/>
          </p:cNvSpPr>
          <p:nvPr>
            <p:ph type="body" idx="1"/>
          </p:nvPr>
        </p:nvSpPr>
        <p:spPr/>
        <p:txBody>
          <a:bodyPr>
            <a:normAutofit/>
          </a:bodyPr>
          <a:p>
            <a:endParaRPr lang="en-GB"/>
          </a:p>
        </p:txBody>
      </p:sp>
      <p:sp>
        <p:nvSpPr>
          <p:cNvPr id="1048679" name="Slide Number Placeholder 3"/>
          <p:cNvSpPr>
            <a:spLocks noGrp="1"/>
          </p:cNvSpPr>
          <p:nvPr>
            <p:ph type="sldNum" sz="quarter" idx="10"/>
          </p:nvPr>
        </p:nvSpPr>
        <p:spPr/>
        <p:txBody>
          <a:bodyPr/>
          <a:p>
            <a:fld id="{D82F85FF-5A75-4132-B052-EED17F338737}" type="slidenum">
              <a:rPr lang="en-GB" smtClean="0"/>
            </a:fld>
            <a:endParaRPr lang="en-GB"/>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38" name=""/>
        <p:cNvGrpSpPr/>
        <p:nvPr/>
      </p:nvGrpSpPr>
      <p:grpSpPr>
        <a:xfrm>
          <a:off x="0" y="0"/>
          <a:ext cx="0" cy="0"/>
          <a:chOff x="0" y="0"/>
          <a:chExt cx="0" cy="0"/>
        </a:xfrm>
      </p:grpSpPr>
      <p:sp>
        <p:nvSpPr>
          <p:cNvPr id="1048682" name="Slide Image Placeholder 1"/>
          <p:cNvSpPr>
            <a:spLocks noChangeAspect="1" noRot="1" noGrp="1"/>
          </p:cNvSpPr>
          <p:nvPr>
            <p:ph type="sldImg"/>
          </p:nvPr>
        </p:nvSpPr>
        <p:spPr/>
      </p:sp>
      <p:sp>
        <p:nvSpPr>
          <p:cNvPr id="1048683" name="Notes Placeholder 2"/>
          <p:cNvSpPr>
            <a:spLocks noGrp="1"/>
          </p:cNvSpPr>
          <p:nvPr>
            <p:ph type="body" idx="1"/>
          </p:nvPr>
        </p:nvSpPr>
        <p:spPr/>
        <p:txBody>
          <a:bodyPr>
            <a:normAutofit/>
          </a:bodyPr>
          <a:p>
            <a:endParaRPr lang="en-GB"/>
          </a:p>
        </p:txBody>
      </p:sp>
      <p:sp>
        <p:nvSpPr>
          <p:cNvPr id="1048684" name="Slide Number Placeholder 3"/>
          <p:cNvSpPr>
            <a:spLocks noGrp="1"/>
          </p:cNvSpPr>
          <p:nvPr>
            <p:ph type="sldNum" sz="quarter" idx="10"/>
          </p:nvPr>
        </p:nvSpPr>
        <p:spPr/>
        <p:txBody>
          <a:bodyPr/>
          <a:p>
            <a:fld id="{D82F85FF-5A75-4132-B052-EED17F338737}" type="slidenum">
              <a:rPr lang="en-GB" smtClean="0"/>
            </a:fld>
            <a:endParaRPr lang="en-GB"/>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41" name=""/>
        <p:cNvGrpSpPr/>
        <p:nvPr/>
      </p:nvGrpSpPr>
      <p:grpSpPr>
        <a:xfrm>
          <a:off x="0" y="0"/>
          <a:ext cx="0" cy="0"/>
          <a:chOff x="0" y="0"/>
          <a:chExt cx="0" cy="0"/>
        </a:xfrm>
      </p:grpSpPr>
      <p:sp>
        <p:nvSpPr>
          <p:cNvPr id="1048687" name="Slide Image Placeholder 1"/>
          <p:cNvSpPr>
            <a:spLocks noChangeAspect="1" noRot="1" noGrp="1"/>
          </p:cNvSpPr>
          <p:nvPr>
            <p:ph type="sldImg"/>
          </p:nvPr>
        </p:nvSpPr>
        <p:spPr/>
      </p:sp>
      <p:sp>
        <p:nvSpPr>
          <p:cNvPr id="1048688" name="Notes Placeholder 2"/>
          <p:cNvSpPr>
            <a:spLocks noGrp="1"/>
          </p:cNvSpPr>
          <p:nvPr>
            <p:ph type="body" idx="1"/>
          </p:nvPr>
        </p:nvSpPr>
        <p:spPr/>
        <p:txBody>
          <a:bodyPr>
            <a:normAutofit/>
          </a:bodyPr>
          <a:p>
            <a:endParaRPr lang="en-GB"/>
          </a:p>
        </p:txBody>
      </p:sp>
      <p:sp>
        <p:nvSpPr>
          <p:cNvPr id="1048689" name="Slide Number Placeholder 3"/>
          <p:cNvSpPr>
            <a:spLocks noGrp="1"/>
          </p:cNvSpPr>
          <p:nvPr>
            <p:ph type="sldNum" sz="quarter" idx="10"/>
          </p:nvPr>
        </p:nvSpPr>
        <p:spPr/>
        <p:txBody>
          <a:bodyPr/>
          <a:p>
            <a:fld id="{D82F85FF-5A75-4132-B052-EED17F338737}" type="slidenum">
              <a:rPr lang="en-GB" smtClean="0"/>
            </a:fld>
            <a:endParaRPr lang="en-GB"/>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44" name=""/>
        <p:cNvGrpSpPr/>
        <p:nvPr/>
      </p:nvGrpSpPr>
      <p:grpSpPr>
        <a:xfrm>
          <a:off x="0" y="0"/>
          <a:ext cx="0" cy="0"/>
          <a:chOff x="0" y="0"/>
          <a:chExt cx="0" cy="0"/>
        </a:xfrm>
      </p:grpSpPr>
      <p:sp>
        <p:nvSpPr>
          <p:cNvPr id="1048692" name="Slide Image Placeholder 1"/>
          <p:cNvSpPr>
            <a:spLocks noChangeAspect="1" noRot="1" noGrp="1"/>
          </p:cNvSpPr>
          <p:nvPr>
            <p:ph type="sldImg"/>
          </p:nvPr>
        </p:nvSpPr>
        <p:spPr/>
      </p:sp>
      <p:sp>
        <p:nvSpPr>
          <p:cNvPr id="1048693" name="Notes Placeholder 2"/>
          <p:cNvSpPr>
            <a:spLocks noGrp="1"/>
          </p:cNvSpPr>
          <p:nvPr>
            <p:ph type="body" idx="1"/>
          </p:nvPr>
        </p:nvSpPr>
        <p:spPr/>
        <p:txBody>
          <a:bodyPr>
            <a:normAutofit/>
          </a:bodyPr>
          <a:p>
            <a:endParaRPr lang="en-GB"/>
          </a:p>
        </p:txBody>
      </p:sp>
      <p:sp>
        <p:nvSpPr>
          <p:cNvPr id="1048694" name="Slide Number Placeholder 3"/>
          <p:cNvSpPr>
            <a:spLocks noGrp="1"/>
          </p:cNvSpPr>
          <p:nvPr>
            <p:ph type="sldNum" sz="quarter" idx="10"/>
          </p:nvPr>
        </p:nvSpPr>
        <p:spPr/>
        <p:txBody>
          <a:bodyPr/>
          <a:p>
            <a:fld id="{D82F85FF-5A75-4132-B052-EED17F338737}" type="slidenum">
              <a:rPr lang="en-GB" smtClean="0"/>
            </a:fld>
            <a:endParaRPr lang="en-GB"/>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01" name=""/>
        <p:cNvGrpSpPr/>
        <p:nvPr/>
      </p:nvGrpSpPr>
      <p:grpSpPr>
        <a:xfrm>
          <a:off x="0" y="0"/>
          <a:ext cx="0" cy="0"/>
          <a:chOff x="0" y="0"/>
          <a:chExt cx="0" cy="0"/>
        </a:xfrm>
      </p:grpSpPr>
      <p:sp>
        <p:nvSpPr>
          <p:cNvPr id="1048620" name="Slide Image Placeholder 1"/>
          <p:cNvSpPr>
            <a:spLocks noChangeAspect="1" noRot="1" noGrp="1"/>
          </p:cNvSpPr>
          <p:nvPr>
            <p:ph type="sldImg"/>
          </p:nvPr>
        </p:nvSpPr>
        <p:spPr/>
      </p:sp>
      <p:sp>
        <p:nvSpPr>
          <p:cNvPr id="1048621" name="Notes Placeholder 2"/>
          <p:cNvSpPr>
            <a:spLocks noGrp="1"/>
          </p:cNvSpPr>
          <p:nvPr>
            <p:ph type="body" idx="1"/>
          </p:nvPr>
        </p:nvSpPr>
        <p:spPr/>
        <p:txBody>
          <a:bodyPr>
            <a:normAutofit/>
          </a:bodyPr>
          <a:p>
            <a:endParaRPr lang="en-GB"/>
          </a:p>
        </p:txBody>
      </p:sp>
      <p:sp>
        <p:nvSpPr>
          <p:cNvPr id="1048622" name="Slide Number Placeholder 3"/>
          <p:cNvSpPr>
            <a:spLocks noGrp="1"/>
          </p:cNvSpPr>
          <p:nvPr>
            <p:ph type="sldNum" sz="quarter" idx="10"/>
          </p:nvPr>
        </p:nvSpPr>
        <p:spPr/>
        <p:txBody>
          <a:bodyPr/>
          <a:p>
            <a:fld id="{D82F85FF-5A75-4132-B052-EED17F338737}" type="slidenum">
              <a:rPr lang="en-GB" smtClean="0"/>
            </a:fld>
            <a:endParaRPr lang="en-GB"/>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95" name=""/>
        <p:cNvGrpSpPr/>
        <p:nvPr/>
      </p:nvGrpSpPr>
      <p:grpSpPr>
        <a:xfrm>
          <a:off x="0" y="0"/>
          <a:ext cx="0" cy="0"/>
          <a:chOff x="0" y="0"/>
          <a:chExt cx="0" cy="0"/>
        </a:xfrm>
      </p:grpSpPr>
      <p:sp>
        <p:nvSpPr>
          <p:cNvPr id="1048610" name="Slide Image Placeholder 1"/>
          <p:cNvSpPr>
            <a:spLocks noChangeAspect="1" noRot="1" noGrp="1"/>
          </p:cNvSpPr>
          <p:nvPr>
            <p:ph type="sldImg"/>
          </p:nvPr>
        </p:nvSpPr>
        <p:spPr/>
      </p:sp>
      <p:sp>
        <p:nvSpPr>
          <p:cNvPr id="1048611" name="Notes Placeholder 2"/>
          <p:cNvSpPr>
            <a:spLocks noGrp="1"/>
          </p:cNvSpPr>
          <p:nvPr>
            <p:ph type="body" idx="1"/>
          </p:nvPr>
        </p:nvSpPr>
        <p:spPr/>
        <p:txBody>
          <a:bodyPr>
            <a:normAutofit/>
          </a:bodyPr>
          <a:p>
            <a:endParaRPr lang="en-GB"/>
          </a:p>
        </p:txBody>
      </p:sp>
      <p:sp>
        <p:nvSpPr>
          <p:cNvPr id="1048612" name="Slide Number Placeholder 3"/>
          <p:cNvSpPr>
            <a:spLocks noGrp="1"/>
          </p:cNvSpPr>
          <p:nvPr>
            <p:ph type="sldNum" sz="quarter" idx="10"/>
          </p:nvPr>
        </p:nvSpPr>
        <p:spPr/>
        <p:txBody>
          <a:bodyPr/>
          <a:p>
            <a:fld id="{D82F85FF-5A75-4132-B052-EED17F338737}" type="slidenum">
              <a:rPr lang="en-GB" smtClean="0"/>
            </a:fld>
            <a:endParaRPr lang="en-GB"/>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89" name=""/>
        <p:cNvGrpSpPr/>
        <p:nvPr/>
      </p:nvGrpSpPr>
      <p:grpSpPr>
        <a:xfrm>
          <a:off x="0" y="0"/>
          <a:ext cx="0" cy="0"/>
          <a:chOff x="0" y="0"/>
          <a:chExt cx="0" cy="0"/>
        </a:xfrm>
      </p:grpSpPr>
      <p:sp>
        <p:nvSpPr>
          <p:cNvPr id="1048600" name="Slide Image Placeholder 1"/>
          <p:cNvSpPr>
            <a:spLocks noChangeAspect="1" noRot="1" noGrp="1"/>
          </p:cNvSpPr>
          <p:nvPr>
            <p:ph type="sldImg"/>
          </p:nvPr>
        </p:nvSpPr>
        <p:spPr/>
      </p:sp>
      <p:sp>
        <p:nvSpPr>
          <p:cNvPr id="1048601" name="Notes Placeholder 2"/>
          <p:cNvSpPr>
            <a:spLocks noGrp="1"/>
          </p:cNvSpPr>
          <p:nvPr>
            <p:ph type="body" idx="1"/>
          </p:nvPr>
        </p:nvSpPr>
        <p:spPr/>
        <p:txBody>
          <a:bodyPr>
            <a:normAutofit/>
          </a:bodyPr>
          <a:p>
            <a:endParaRPr lang="en-GB"/>
          </a:p>
        </p:txBody>
      </p:sp>
      <p:sp>
        <p:nvSpPr>
          <p:cNvPr id="1048602" name="Slide Number Placeholder 3"/>
          <p:cNvSpPr>
            <a:spLocks noGrp="1"/>
          </p:cNvSpPr>
          <p:nvPr>
            <p:ph type="sldNum" sz="quarter" idx="10"/>
          </p:nvPr>
        </p:nvSpPr>
        <p:spPr/>
        <p:txBody>
          <a:bodyPr/>
          <a:p>
            <a:fld id="{D82F85FF-5A75-4132-B052-EED17F338737}" type="slidenum">
              <a:rPr lang="en-GB" smtClean="0"/>
            </a:fld>
            <a:endParaRPr lang="en-GB"/>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44" name=""/>
        <p:cNvGrpSpPr/>
        <p:nvPr/>
      </p:nvGrpSpPr>
      <p:grpSpPr>
        <a:xfrm>
          <a:off x="0" y="0"/>
          <a:ext cx="0" cy="0"/>
          <a:chOff x="0" y="0"/>
          <a:chExt cx="0" cy="0"/>
        </a:xfrm>
      </p:grpSpPr>
      <p:sp>
        <p:nvSpPr>
          <p:cNvPr id="1048590" name="Slide Image Placeholder 1"/>
          <p:cNvSpPr>
            <a:spLocks noChangeAspect="1" noRot="1" noGrp="1"/>
          </p:cNvSpPr>
          <p:nvPr>
            <p:ph type="sldImg"/>
          </p:nvPr>
        </p:nvSpPr>
        <p:spPr/>
      </p:sp>
      <p:sp>
        <p:nvSpPr>
          <p:cNvPr id="1048591" name="Notes Placeholder 2"/>
          <p:cNvSpPr>
            <a:spLocks noGrp="1"/>
          </p:cNvSpPr>
          <p:nvPr>
            <p:ph type="body" idx="1"/>
          </p:nvPr>
        </p:nvSpPr>
        <p:spPr/>
        <p:txBody>
          <a:bodyPr>
            <a:normAutofit/>
          </a:bodyPr>
          <a:p>
            <a:endParaRPr lang="en-GB"/>
          </a:p>
        </p:txBody>
      </p:sp>
      <p:sp>
        <p:nvSpPr>
          <p:cNvPr id="1048592" name="Slide Number Placeholder 3"/>
          <p:cNvSpPr>
            <a:spLocks noGrp="1"/>
          </p:cNvSpPr>
          <p:nvPr>
            <p:ph type="sldNum" sz="quarter" idx="10"/>
          </p:nvPr>
        </p:nvSpPr>
        <p:spPr/>
        <p:txBody>
          <a:bodyPr/>
          <a:p>
            <a:fld id="{D82F85FF-5A75-4132-B052-EED17F338737}" type="slidenum">
              <a:rPr lang="en-GB" smtClean="0"/>
            </a:fld>
            <a:endParaRPr lang="en-GB"/>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86" name=""/>
        <p:cNvGrpSpPr/>
        <p:nvPr/>
      </p:nvGrpSpPr>
      <p:grpSpPr>
        <a:xfrm>
          <a:off x="0" y="0"/>
          <a:ext cx="0" cy="0"/>
          <a:chOff x="0" y="0"/>
          <a:chExt cx="0" cy="0"/>
        </a:xfrm>
      </p:grpSpPr>
      <p:sp>
        <p:nvSpPr>
          <p:cNvPr id="1048595" name="Slide Image Placeholder 1"/>
          <p:cNvSpPr>
            <a:spLocks noChangeAspect="1" noRot="1" noGrp="1"/>
          </p:cNvSpPr>
          <p:nvPr>
            <p:ph type="sldImg"/>
          </p:nvPr>
        </p:nvSpPr>
        <p:spPr/>
      </p:sp>
      <p:sp>
        <p:nvSpPr>
          <p:cNvPr id="1048596" name="Notes Placeholder 2"/>
          <p:cNvSpPr>
            <a:spLocks noGrp="1"/>
          </p:cNvSpPr>
          <p:nvPr>
            <p:ph type="body" idx="1"/>
          </p:nvPr>
        </p:nvSpPr>
        <p:spPr/>
        <p:txBody>
          <a:bodyPr>
            <a:normAutofit/>
          </a:bodyPr>
          <a:p>
            <a:endParaRPr lang="en-GB"/>
          </a:p>
        </p:txBody>
      </p:sp>
      <p:sp>
        <p:nvSpPr>
          <p:cNvPr id="1048597" name="Slide Number Placeholder 3"/>
          <p:cNvSpPr>
            <a:spLocks noGrp="1"/>
          </p:cNvSpPr>
          <p:nvPr>
            <p:ph type="sldNum" sz="quarter" idx="10"/>
          </p:nvPr>
        </p:nvSpPr>
        <p:spPr/>
        <p:txBody>
          <a:bodyPr/>
          <a:p>
            <a:fld id="{D82F85FF-5A75-4132-B052-EED17F338737}" type="slidenum">
              <a:rPr lang="en-GB" smtClean="0"/>
            </a:fld>
            <a:endParaRPr lang="en-GB"/>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92" name=""/>
        <p:cNvGrpSpPr/>
        <p:nvPr/>
      </p:nvGrpSpPr>
      <p:grpSpPr>
        <a:xfrm>
          <a:off x="0" y="0"/>
          <a:ext cx="0" cy="0"/>
          <a:chOff x="0" y="0"/>
          <a:chExt cx="0" cy="0"/>
        </a:xfrm>
      </p:grpSpPr>
      <p:sp>
        <p:nvSpPr>
          <p:cNvPr id="1048605" name="Slide Image Placeholder 1"/>
          <p:cNvSpPr>
            <a:spLocks noChangeAspect="1" noRot="1" noGrp="1"/>
          </p:cNvSpPr>
          <p:nvPr>
            <p:ph type="sldImg"/>
          </p:nvPr>
        </p:nvSpPr>
        <p:spPr/>
      </p:sp>
      <p:sp>
        <p:nvSpPr>
          <p:cNvPr id="1048606" name="Notes Placeholder 2"/>
          <p:cNvSpPr>
            <a:spLocks noGrp="1"/>
          </p:cNvSpPr>
          <p:nvPr>
            <p:ph type="body" idx="1"/>
          </p:nvPr>
        </p:nvSpPr>
        <p:spPr/>
        <p:txBody>
          <a:bodyPr>
            <a:normAutofit/>
          </a:bodyPr>
          <a:p>
            <a:endParaRPr lang="en-GB"/>
          </a:p>
        </p:txBody>
      </p:sp>
      <p:sp>
        <p:nvSpPr>
          <p:cNvPr id="1048607" name="Slide Number Placeholder 3"/>
          <p:cNvSpPr>
            <a:spLocks noGrp="1"/>
          </p:cNvSpPr>
          <p:nvPr>
            <p:ph type="sldNum" sz="quarter" idx="10"/>
          </p:nvPr>
        </p:nvSpPr>
        <p:spPr/>
        <p:txBody>
          <a:bodyPr/>
          <a:p>
            <a:fld id="{D82F85FF-5A75-4132-B052-EED17F338737}" type="slidenum">
              <a:rPr lang="en-GB" smtClean="0"/>
            </a:fld>
            <a:endParaRPr lang="en-GB"/>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98" name=""/>
        <p:cNvGrpSpPr/>
        <p:nvPr/>
      </p:nvGrpSpPr>
      <p:grpSpPr>
        <a:xfrm>
          <a:off x="0" y="0"/>
          <a:ext cx="0" cy="0"/>
          <a:chOff x="0" y="0"/>
          <a:chExt cx="0" cy="0"/>
        </a:xfrm>
      </p:grpSpPr>
      <p:sp>
        <p:nvSpPr>
          <p:cNvPr id="1048615" name="Slide Image Placeholder 1"/>
          <p:cNvSpPr>
            <a:spLocks noChangeAspect="1" noRot="1" noGrp="1"/>
          </p:cNvSpPr>
          <p:nvPr>
            <p:ph type="sldImg"/>
          </p:nvPr>
        </p:nvSpPr>
        <p:spPr/>
      </p:sp>
      <p:sp>
        <p:nvSpPr>
          <p:cNvPr id="1048616" name="Notes Placeholder 2"/>
          <p:cNvSpPr>
            <a:spLocks noGrp="1"/>
          </p:cNvSpPr>
          <p:nvPr>
            <p:ph type="body" idx="1"/>
          </p:nvPr>
        </p:nvSpPr>
        <p:spPr/>
        <p:txBody>
          <a:bodyPr>
            <a:normAutofit/>
          </a:bodyPr>
          <a:p>
            <a:endParaRPr lang="en-GB"/>
          </a:p>
        </p:txBody>
      </p:sp>
      <p:sp>
        <p:nvSpPr>
          <p:cNvPr id="1048617" name="Slide Number Placeholder 3"/>
          <p:cNvSpPr>
            <a:spLocks noGrp="1"/>
          </p:cNvSpPr>
          <p:nvPr>
            <p:ph type="sldNum" sz="quarter" idx="10"/>
          </p:nvPr>
        </p:nvSpPr>
        <p:spPr/>
        <p:txBody>
          <a:bodyPr/>
          <a:p>
            <a:fld id="{D82F85FF-5A75-4132-B052-EED17F338737}" type="slidenum">
              <a:rPr lang="en-GB" smtClean="0"/>
            </a:fld>
            <a:endParaRPr lang="en-GB"/>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47" name=""/>
        <p:cNvGrpSpPr/>
        <p:nvPr/>
      </p:nvGrpSpPr>
      <p:grpSpPr>
        <a:xfrm>
          <a:off x="0" y="0"/>
          <a:ext cx="0" cy="0"/>
          <a:chOff x="0" y="0"/>
          <a:chExt cx="0" cy="0"/>
        </a:xfrm>
      </p:grpSpPr>
      <p:sp>
        <p:nvSpPr>
          <p:cNvPr id="1048697" name="Slide Image Placeholder 1"/>
          <p:cNvSpPr>
            <a:spLocks noChangeAspect="1" noRot="1" noGrp="1"/>
          </p:cNvSpPr>
          <p:nvPr>
            <p:ph type="sldImg"/>
          </p:nvPr>
        </p:nvSpPr>
        <p:spPr/>
      </p:sp>
      <p:sp>
        <p:nvSpPr>
          <p:cNvPr id="1048698" name="Notes Placeholder 2"/>
          <p:cNvSpPr>
            <a:spLocks noGrp="1"/>
          </p:cNvSpPr>
          <p:nvPr>
            <p:ph type="body" idx="1"/>
          </p:nvPr>
        </p:nvSpPr>
        <p:spPr/>
        <p:txBody>
          <a:bodyPr>
            <a:normAutofit/>
          </a:bodyPr>
          <a:p>
            <a:endParaRPr lang="en-GB"/>
          </a:p>
        </p:txBody>
      </p:sp>
      <p:sp>
        <p:nvSpPr>
          <p:cNvPr id="1048699" name="Slide Number Placeholder 3"/>
          <p:cNvSpPr>
            <a:spLocks noGrp="1"/>
          </p:cNvSpPr>
          <p:nvPr>
            <p:ph type="sldNum" sz="quarter" idx="10"/>
          </p:nvPr>
        </p:nvSpPr>
        <p:spPr/>
        <p:txBody>
          <a:bodyPr/>
          <a:p>
            <a:fld id="{D82F85FF-5A75-4132-B052-EED17F338737}" type="slidenum">
              <a:rPr lang="en-GB" smtClean="0"/>
            </a:fld>
            <a:endParaRPr lang="en-GB"/>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50" name=""/>
        <p:cNvGrpSpPr/>
        <p:nvPr/>
      </p:nvGrpSpPr>
      <p:grpSpPr>
        <a:xfrm>
          <a:off x="0" y="0"/>
          <a:ext cx="0" cy="0"/>
          <a:chOff x="0" y="0"/>
          <a:chExt cx="0" cy="0"/>
        </a:xfrm>
      </p:grpSpPr>
      <p:sp>
        <p:nvSpPr>
          <p:cNvPr id="1048702" name="Slide Image Placeholder 1"/>
          <p:cNvSpPr>
            <a:spLocks noChangeAspect="1" noRot="1" noGrp="1"/>
          </p:cNvSpPr>
          <p:nvPr>
            <p:ph type="sldImg"/>
          </p:nvPr>
        </p:nvSpPr>
        <p:spPr/>
      </p:sp>
      <p:sp>
        <p:nvSpPr>
          <p:cNvPr id="1048703" name="Notes Placeholder 2"/>
          <p:cNvSpPr>
            <a:spLocks noGrp="1"/>
          </p:cNvSpPr>
          <p:nvPr>
            <p:ph type="body" idx="1"/>
          </p:nvPr>
        </p:nvSpPr>
        <p:spPr/>
        <p:txBody>
          <a:bodyPr>
            <a:normAutofit/>
          </a:bodyPr>
          <a:p>
            <a:endParaRPr lang="en-GB"/>
          </a:p>
        </p:txBody>
      </p:sp>
      <p:sp>
        <p:nvSpPr>
          <p:cNvPr id="1048704" name="Slide Number Placeholder 3"/>
          <p:cNvSpPr>
            <a:spLocks noGrp="1"/>
          </p:cNvSpPr>
          <p:nvPr>
            <p:ph type="sldNum" sz="quarter" idx="10"/>
          </p:nvPr>
        </p:nvSpPr>
        <p:spPr/>
        <p:txBody>
          <a:bodyPr/>
          <a:p>
            <a:fld id="{D82F85FF-5A75-4132-B052-EED17F338737}" type="slidenum">
              <a:rPr lang="en-GB" smtClean="0"/>
            </a:fld>
            <a:endParaRPr lang="en-GB"/>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53" name=""/>
        <p:cNvGrpSpPr/>
        <p:nvPr/>
      </p:nvGrpSpPr>
      <p:grpSpPr>
        <a:xfrm>
          <a:off x="0" y="0"/>
          <a:ext cx="0" cy="0"/>
          <a:chOff x="0" y="0"/>
          <a:chExt cx="0" cy="0"/>
        </a:xfrm>
      </p:grpSpPr>
      <p:sp>
        <p:nvSpPr>
          <p:cNvPr id="1048707" name="Slide Image Placeholder 1"/>
          <p:cNvSpPr>
            <a:spLocks noChangeAspect="1" noRot="1" noGrp="1"/>
          </p:cNvSpPr>
          <p:nvPr>
            <p:ph type="sldImg"/>
          </p:nvPr>
        </p:nvSpPr>
        <p:spPr/>
      </p:sp>
      <p:sp>
        <p:nvSpPr>
          <p:cNvPr id="1048708" name="Notes Placeholder 2"/>
          <p:cNvSpPr>
            <a:spLocks noGrp="1"/>
          </p:cNvSpPr>
          <p:nvPr>
            <p:ph type="body" idx="1"/>
          </p:nvPr>
        </p:nvSpPr>
        <p:spPr/>
        <p:txBody>
          <a:bodyPr>
            <a:normAutofit/>
          </a:bodyPr>
          <a:p>
            <a:endParaRPr lang="en-GB"/>
          </a:p>
        </p:txBody>
      </p:sp>
      <p:sp>
        <p:nvSpPr>
          <p:cNvPr id="1048709" name="Slide Number Placeholder 3"/>
          <p:cNvSpPr>
            <a:spLocks noGrp="1"/>
          </p:cNvSpPr>
          <p:nvPr>
            <p:ph type="sldNum" sz="quarter" idx="10"/>
          </p:nvPr>
        </p:nvSpPr>
        <p:spPr/>
        <p:txBody>
          <a:bodyPr/>
          <a:p>
            <a:fld id="{D82F85FF-5A75-4132-B052-EED17F338737}" type="slidenum">
              <a:rPr lang="en-GB" smtClean="0"/>
            </a:fld>
            <a:endParaRPr lang="en-GB"/>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56" name=""/>
        <p:cNvGrpSpPr/>
        <p:nvPr/>
      </p:nvGrpSpPr>
      <p:grpSpPr>
        <a:xfrm>
          <a:off x="0" y="0"/>
          <a:ext cx="0" cy="0"/>
          <a:chOff x="0" y="0"/>
          <a:chExt cx="0" cy="0"/>
        </a:xfrm>
      </p:grpSpPr>
      <p:sp>
        <p:nvSpPr>
          <p:cNvPr id="1048712" name="Slide Image Placeholder 1"/>
          <p:cNvSpPr>
            <a:spLocks noChangeAspect="1" noRot="1" noGrp="1"/>
          </p:cNvSpPr>
          <p:nvPr>
            <p:ph type="sldImg"/>
          </p:nvPr>
        </p:nvSpPr>
        <p:spPr/>
      </p:sp>
      <p:sp>
        <p:nvSpPr>
          <p:cNvPr id="1048713" name="Notes Placeholder 2"/>
          <p:cNvSpPr>
            <a:spLocks noGrp="1"/>
          </p:cNvSpPr>
          <p:nvPr>
            <p:ph type="body" idx="1"/>
          </p:nvPr>
        </p:nvSpPr>
        <p:spPr/>
        <p:txBody>
          <a:bodyPr>
            <a:normAutofit/>
          </a:bodyPr>
          <a:p>
            <a:endParaRPr lang="en-GB"/>
          </a:p>
        </p:txBody>
      </p:sp>
      <p:sp>
        <p:nvSpPr>
          <p:cNvPr id="1048714" name="Slide Number Placeholder 3"/>
          <p:cNvSpPr>
            <a:spLocks noGrp="1"/>
          </p:cNvSpPr>
          <p:nvPr>
            <p:ph type="sldNum" sz="quarter" idx="10"/>
          </p:nvPr>
        </p:nvSpPr>
        <p:spPr/>
        <p:txBody>
          <a:bodyPr/>
          <a:p>
            <a:fld id="{D82F85FF-5A75-4132-B052-EED17F338737}" type="slidenum">
              <a:rPr lang="en-GB" smtClean="0"/>
            </a:fld>
            <a:endParaRPr lang="en-GB"/>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59" name=""/>
        <p:cNvGrpSpPr/>
        <p:nvPr/>
      </p:nvGrpSpPr>
      <p:grpSpPr>
        <a:xfrm>
          <a:off x="0" y="0"/>
          <a:ext cx="0" cy="0"/>
          <a:chOff x="0" y="0"/>
          <a:chExt cx="0" cy="0"/>
        </a:xfrm>
      </p:grpSpPr>
      <p:sp>
        <p:nvSpPr>
          <p:cNvPr id="1048717" name="Slide Image Placeholder 1"/>
          <p:cNvSpPr>
            <a:spLocks noChangeAspect="1" noRot="1" noGrp="1"/>
          </p:cNvSpPr>
          <p:nvPr>
            <p:ph type="sldImg"/>
          </p:nvPr>
        </p:nvSpPr>
        <p:spPr/>
      </p:sp>
      <p:sp>
        <p:nvSpPr>
          <p:cNvPr id="1048718" name="Notes Placeholder 2"/>
          <p:cNvSpPr>
            <a:spLocks noGrp="1"/>
          </p:cNvSpPr>
          <p:nvPr>
            <p:ph type="body" idx="1"/>
          </p:nvPr>
        </p:nvSpPr>
        <p:spPr/>
        <p:txBody>
          <a:bodyPr>
            <a:normAutofit/>
          </a:bodyPr>
          <a:p>
            <a:endParaRPr lang="en-GB"/>
          </a:p>
        </p:txBody>
      </p:sp>
      <p:sp>
        <p:nvSpPr>
          <p:cNvPr id="1048719" name="Slide Number Placeholder 3"/>
          <p:cNvSpPr>
            <a:spLocks noGrp="1"/>
          </p:cNvSpPr>
          <p:nvPr>
            <p:ph type="sldNum" sz="quarter" idx="10"/>
          </p:nvPr>
        </p:nvSpPr>
        <p:spPr/>
        <p:txBody>
          <a:bodyPr/>
          <a:p>
            <a:fld id="{D82F85FF-5A75-4132-B052-EED17F338737}" type="slidenum">
              <a:rPr lang="en-GB" smtClean="0"/>
            </a:fld>
            <a:endParaRPr lang="en-GB"/>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62" name=""/>
        <p:cNvGrpSpPr/>
        <p:nvPr/>
      </p:nvGrpSpPr>
      <p:grpSpPr>
        <a:xfrm>
          <a:off x="0" y="0"/>
          <a:ext cx="0" cy="0"/>
          <a:chOff x="0" y="0"/>
          <a:chExt cx="0" cy="0"/>
        </a:xfrm>
      </p:grpSpPr>
      <p:sp>
        <p:nvSpPr>
          <p:cNvPr id="1048722" name="Slide Image Placeholder 1"/>
          <p:cNvSpPr>
            <a:spLocks noChangeAspect="1" noRot="1" noGrp="1"/>
          </p:cNvSpPr>
          <p:nvPr>
            <p:ph type="sldImg"/>
          </p:nvPr>
        </p:nvSpPr>
        <p:spPr/>
      </p:sp>
      <p:sp>
        <p:nvSpPr>
          <p:cNvPr id="1048723" name="Notes Placeholder 2"/>
          <p:cNvSpPr>
            <a:spLocks noGrp="1"/>
          </p:cNvSpPr>
          <p:nvPr>
            <p:ph type="body" idx="1"/>
          </p:nvPr>
        </p:nvSpPr>
        <p:spPr/>
        <p:txBody>
          <a:bodyPr>
            <a:normAutofit/>
          </a:bodyPr>
          <a:p>
            <a:endParaRPr lang="en-GB"/>
          </a:p>
        </p:txBody>
      </p:sp>
      <p:sp>
        <p:nvSpPr>
          <p:cNvPr id="1048724" name="Slide Number Placeholder 3"/>
          <p:cNvSpPr>
            <a:spLocks noGrp="1"/>
          </p:cNvSpPr>
          <p:nvPr>
            <p:ph type="sldNum" sz="quarter" idx="10"/>
          </p:nvPr>
        </p:nvSpPr>
        <p:spPr/>
        <p:txBody>
          <a:bodyPr/>
          <a:p>
            <a:fld id="{D82F85FF-5A75-4132-B052-EED17F338737}" type="slidenum">
              <a:rPr lang="en-GB" smtClean="0"/>
            </a:fld>
            <a:endParaRPr lang="en-GB"/>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65" name=""/>
        <p:cNvGrpSpPr/>
        <p:nvPr/>
      </p:nvGrpSpPr>
      <p:grpSpPr>
        <a:xfrm>
          <a:off x="0" y="0"/>
          <a:ext cx="0" cy="0"/>
          <a:chOff x="0" y="0"/>
          <a:chExt cx="0" cy="0"/>
        </a:xfrm>
      </p:grpSpPr>
      <p:sp>
        <p:nvSpPr>
          <p:cNvPr id="1048727" name="Slide Image Placeholder 1"/>
          <p:cNvSpPr>
            <a:spLocks noChangeAspect="1" noRot="1" noGrp="1"/>
          </p:cNvSpPr>
          <p:nvPr>
            <p:ph type="sldImg"/>
          </p:nvPr>
        </p:nvSpPr>
        <p:spPr/>
      </p:sp>
      <p:sp>
        <p:nvSpPr>
          <p:cNvPr id="1048728" name="Notes Placeholder 2"/>
          <p:cNvSpPr>
            <a:spLocks noGrp="1"/>
          </p:cNvSpPr>
          <p:nvPr>
            <p:ph type="body" idx="1"/>
          </p:nvPr>
        </p:nvSpPr>
        <p:spPr/>
        <p:txBody>
          <a:bodyPr>
            <a:normAutofit/>
          </a:bodyPr>
          <a:p>
            <a:endParaRPr lang="en-GB"/>
          </a:p>
        </p:txBody>
      </p:sp>
      <p:sp>
        <p:nvSpPr>
          <p:cNvPr id="1048729" name="Slide Number Placeholder 3"/>
          <p:cNvSpPr>
            <a:spLocks noGrp="1"/>
          </p:cNvSpPr>
          <p:nvPr>
            <p:ph type="sldNum" sz="quarter" idx="10"/>
          </p:nvPr>
        </p:nvSpPr>
        <p:spPr/>
        <p:txBody>
          <a:bodyPr/>
          <a:p>
            <a:fld id="{D82F85FF-5A75-4132-B052-EED17F338737}" type="slidenum">
              <a:rPr lang="en-GB" smtClean="0"/>
            </a:fld>
            <a:endParaRPr lang="en-GB"/>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68" name=""/>
        <p:cNvGrpSpPr/>
        <p:nvPr/>
      </p:nvGrpSpPr>
      <p:grpSpPr>
        <a:xfrm>
          <a:off x="0" y="0"/>
          <a:ext cx="0" cy="0"/>
          <a:chOff x="0" y="0"/>
          <a:chExt cx="0" cy="0"/>
        </a:xfrm>
      </p:grpSpPr>
      <p:sp>
        <p:nvSpPr>
          <p:cNvPr id="1048731" name="Slide Image Placeholder 1"/>
          <p:cNvSpPr>
            <a:spLocks noChangeAspect="1" noRot="1" noGrp="1"/>
          </p:cNvSpPr>
          <p:nvPr>
            <p:ph type="sldImg"/>
          </p:nvPr>
        </p:nvSpPr>
        <p:spPr/>
      </p:sp>
      <p:sp>
        <p:nvSpPr>
          <p:cNvPr id="1048732" name="Notes Placeholder 2"/>
          <p:cNvSpPr>
            <a:spLocks noGrp="1"/>
          </p:cNvSpPr>
          <p:nvPr>
            <p:ph type="body" idx="1"/>
          </p:nvPr>
        </p:nvSpPr>
        <p:spPr/>
        <p:txBody>
          <a:bodyPr>
            <a:normAutofit/>
          </a:bodyPr>
          <a:p>
            <a:endParaRPr lang="en-GB"/>
          </a:p>
        </p:txBody>
      </p:sp>
      <p:sp>
        <p:nvSpPr>
          <p:cNvPr id="1048733" name="Slide Number Placeholder 3"/>
          <p:cNvSpPr>
            <a:spLocks noGrp="1"/>
          </p:cNvSpPr>
          <p:nvPr>
            <p:ph type="sldNum" sz="quarter" idx="10"/>
          </p:nvPr>
        </p:nvSpPr>
        <p:spPr/>
        <p:txBody>
          <a:bodyPr/>
          <a:p>
            <a:fld id="{D82F85FF-5A75-4132-B052-EED17F338737}" type="slidenum">
              <a:rPr lang="en-GB" smtClean="0"/>
            </a:fld>
            <a:endParaRPr lang="en-GB"/>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71" name=""/>
        <p:cNvGrpSpPr/>
        <p:nvPr/>
      </p:nvGrpSpPr>
      <p:grpSpPr>
        <a:xfrm>
          <a:off x="0" y="0"/>
          <a:ext cx="0" cy="0"/>
          <a:chOff x="0" y="0"/>
          <a:chExt cx="0" cy="0"/>
        </a:xfrm>
      </p:grpSpPr>
      <p:sp>
        <p:nvSpPr>
          <p:cNvPr id="1048736" name="Slide Image Placeholder 1"/>
          <p:cNvSpPr>
            <a:spLocks noChangeAspect="1" noRot="1" noGrp="1"/>
          </p:cNvSpPr>
          <p:nvPr>
            <p:ph type="sldImg"/>
          </p:nvPr>
        </p:nvSpPr>
        <p:spPr/>
      </p:sp>
      <p:sp>
        <p:nvSpPr>
          <p:cNvPr id="1048737" name="Notes Placeholder 2"/>
          <p:cNvSpPr>
            <a:spLocks noGrp="1"/>
          </p:cNvSpPr>
          <p:nvPr>
            <p:ph type="body" idx="1"/>
          </p:nvPr>
        </p:nvSpPr>
        <p:spPr/>
        <p:txBody>
          <a:bodyPr>
            <a:normAutofit/>
          </a:bodyPr>
          <a:p>
            <a:endParaRPr lang="en-GB"/>
          </a:p>
        </p:txBody>
      </p:sp>
      <p:sp>
        <p:nvSpPr>
          <p:cNvPr id="1048738" name="Slide Number Placeholder 3"/>
          <p:cNvSpPr>
            <a:spLocks noGrp="1"/>
          </p:cNvSpPr>
          <p:nvPr>
            <p:ph type="sldNum" sz="quarter" idx="10"/>
          </p:nvPr>
        </p:nvSpPr>
        <p:spPr/>
        <p:txBody>
          <a:bodyPr/>
          <a:p>
            <a:fld id="{D82F85FF-5A75-4132-B052-EED17F338737}" type="slidenum">
              <a:rPr lang="en-GB" smtClean="0"/>
            </a:fld>
            <a:endParaRPr lang="en-GB"/>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74" name=""/>
        <p:cNvGrpSpPr/>
        <p:nvPr/>
      </p:nvGrpSpPr>
      <p:grpSpPr>
        <a:xfrm>
          <a:off x="0" y="0"/>
          <a:ext cx="0" cy="0"/>
          <a:chOff x="0" y="0"/>
          <a:chExt cx="0" cy="0"/>
        </a:xfrm>
      </p:grpSpPr>
      <p:sp>
        <p:nvSpPr>
          <p:cNvPr id="1048741" name="Slide Image Placeholder 1"/>
          <p:cNvSpPr>
            <a:spLocks noChangeAspect="1" noRot="1" noGrp="1"/>
          </p:cNvSpPr>
          <p:nvPr>
            <p:ph type="sldImg"/>
          </p:nvPr>
        </p:nvSpPr>
        <p:spPr/>
      </p:sp>
      <p:sp>
        <p:nvSpPr>
          <p:cNvPr id="1048742" name="Notes Placeholder 2"/>
          <p:cNvSpPr>
            <a:spLocks noGrp="1"/>
          </p:cNvSpPr>
          <p:nvPr>
            <p:ph type="body" idx="1"/>
          </p:nvPr>
        </p:nvSpPr>
        <p:spPr/>
        <p:txBody>
          <a:bodyPr>
            <a:normAutofit/>
          </a:bodyPr>
          <a:p>
            <a:endParaRPr lang="en-GB"/>
          </a:p>
        </p:txBody>
      </p:sp>
      <p:sp>
        <p:nvSpPr>
          <p:cNvPr id="1048743" name="Slide Number Placeholder 3"/>
          <p:cNvSpPr>
            <a:spLocks noGrp="1"/>
          </p:cNvSpPr>
          <p:nvPr>
            <p:ph type="sldNum" sz="quarter" idx="10"/>
          </p:nvPr>
        </p:nvSpPr>
        <p:spPr/>
        <p:txBody>
          <a:bodyPr/>
          <a:p>
            <a:fld id="{D82F85FF-5A75-4132-B052-EED17F338737}" type="slidenum">
              <a:rPr lang="en-GB" smtClean="0"/>
            </a:fld>
            <a:endParaRPr lang="en-GB"/>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77" name=""/>
        <p:cNvGrpSpPr/>
        <p:nvPr/>
      </p:nvGrpSpPr>
      <p:grpSpPr>
        <a:xfrm>
          <a:off x="0" y="0"/>
          <a:ext cx="0" cy="0"/>
          <a:chOff x="0" y="0"/>
          <a:chExt cx="0" cy="0"/>
        </a:xfrm>
      </p:grpSpPr>
      <p:sp>
        <p:nvSpPr>
          <p:cNvPr id="1048746" name="Slide Image Placeholder 1"/>
          <p:cNvSpPr>
            <a:spLocks noChangeAspect="1" noRot="1" noGrp="1"/>
          </p:cNvSpPr>
          <p:nvPr>
            <p:ph type="sldImg"/>
          </p:nvPr>
        </p:nvSpPr>
        <p:spPr/>
      </p:sp>
      <p:sp>
        <p:nvSpPr>
          <p:cNvPr id="1048747" name="Notes Placeholder 2"/>
          <p:cNvSpPr>
            <a:spLocks noGrp="1"/>
          </p:cNvSpPr>
          <p:nvPr>
            <p:ph type="body" idx="1"/>
          </p:nvPr>
        </p:nvSpPr>
        <p:spPr/>
        <p:txBody>
          <a:bodyPr>
            <a:normAutofit/>
          </a:bodyPr>
          <a:p>
            <a:endParaRPr lang="en-GB"/>
          </a:p>
        </p:txBody>
      </p:sp>
      <p:sp>
        <p:nvSpPr>
          <p:cNvPr id="1048748" name="Slide Number Placeholder 3"/>
          <p:cNvSpPr>
            <a:spLocks noGrp="1"/>
          </p:cNvSpPr>
          <p:nvPr>
            <p:ph type="sldNum" sz="quarter" idx="10"/>
          </p:nvPr>
        </p:nvSpPr>
        <p:spPr/>
        <p:txBody>
          <a:bodyPr/>
          <a:p>
            <a:fld id="{D82F85FF-5A75-4132-B052-EED17F338737}" type="slidenum">
              <a:rPr lang="en-GB" smtClean="0"/>
            </a:fld>
            <a:endParaRPr lang="en-GB"/>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80" name=""/>
        <p:cNvGrpSpPr/>
        <p:nvPr/>
      </p:nvGrpSpPr>
      <p:grpSpPr>
        <a:xfrm>
          <a:off x="0" y="0"/>
          <a:ext cx="0" cy="0"/>
          <a:chOff x="0" y="0"/>
          <a:chExt cx="0" cy="0"/>
        </a:xfrm>
      </p:grpSpPr>
      <p:sp>
        <p:nvSpPr>
          <p:cNvPr id="1048751" name="Slide Image Placeholder 1"/>
          <p:cNvSpPr>
            <a:spLocks noChangeAspect="1" noRot="1" noGrp="1"/>
          </p:cNvSpPr>
          <p:nvPr>
            <p:ph type="sldImg"/>
          </p:nvPr>
        </p:nvSpPr>
        <p:spPr/>
      </p:sp>
      <p:sp>
        <p:nvSpPr>
          <p:cNvPr id="1048752" name="Notes Placeholder 2"/>
          <p:cNvSpPr>
            <a:spLocks noGrp="1"/>
          </p:cNvSpPr>
          <p:nvPr>
            <p:ph type="body" idx="1"/>
          </p:nvPr>
        </p:nvSpPr>
        <p:spPr/>
        <p:txBody>
          <a:bodyPr>
            <a:normAutofit/>
          </a:bodyPr>
          <a:p>
            <a:endParaRPr lang="en-GB"/>
          </a:p>
        </p:txBody>
      </p:sp>
      <p:sp>
        <p:nvSpPr>
          <p:cNvPr id="1048753" name="Slide Number Placeholder 3"/>
          <p:cNvSpPr>
            <a:spLocks noGrp="1"/>
          </p:cNvSpPr>
          <p:nvPr>
            <p:ph type="sldNum" sz="quarter" idx="10"/>
          </p:nvPr>
        </p:nvSpPr>
        <p:spPr/>
        <p:txBody>
          <a:bodyPr/>
          <a:p>
            <a:fld id="{D82F85FF-5A75-4132-B052-EED17F338737}" type="slidenum">
              <a:rPr lang="en-GB" smtClean="0"/>
            </a:fld>
            <a:endParaRPr lang="en-GB"/>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83" name=""/>
        <p:cNvGrpSpPr/>
        <p:nvPr/>
      </p:nvGrpSpPr>
      <p:grpSpPr>
        <a:xfrm>
          <a:off x="0" y="0"/>
          <a:ext cx="0" cy="0"/>
          <a:chOff x="0" y="0"/>
          <a:chExt cx="0" cy="0"/>
        </a:xfrm>
      </p:grpSpPr>
      <p:sp>
        <p:nvSpPr>
          <p:cNvPr id="1048756" name="Slide Image Placeholder 1"/>
          <p:cNvSpPr>
            <a:spLocks noChangeAspect="1" noRot="1" noGrp="1"/>
          </p:cNvSpPr>
          <p:nvPr>
            <p:ph type="sldImg"/>
          </p:nvPr>
        </p:nvSpPr>
        <p:spPr/>
      </p:sp>
      <p:sp>
        <p:nvSpPr>
          <p:cNvPr id="1048757" name="Notes Placeholder 2"/>
          <p:cNvSpPr>
            <a:spLocks noGrp="1"/>
          </p:cNvSpPr>
          <p:nvPr>
            <p:ph type="body" idx="1"/>
          </p:nvPr>
        </p:nvSpPr>
        <p:spPr/>
        <p:txBody>
          <a:bodyPr>
            <a:normAutofit/>
          </a:bodyPr>
          <a:p>
            <a:endParaRPr lang="en-GB"/>
          </a:p>
        </p:txBody>
      </p:sp>
      <p:sp>
        <p:nvSpPr>
          <p:cNvPr id="1048758" name="Slide Number Placeholder 3"/>
          <p:cNvSpPr>
            <a:spLocks noGrp="1"/>
          </p:cNvSpPr>
          <p:nvPr>
            <p:ph type="sldNum" sz="quarter" idx="10"/>
          </p:nvPr>
        </p:nvSpPr>
        <p:spPr/>
        <p:txBody>
          <a:bodyPr/>
          <a:p>
            <a:fld id="{D82F85FF-5A75-4132-B052-EED17F338737}" type="slidenum">
              <a:rPr lang="en-GB" smtClean="0"/>
            </a:fld>
            <a:endParaRPr lang="en-GB"/>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86" name=""/>
        <p:cNvGrpSpPr/>
        <p:nvPr/>
      </p:nvGrpSpPr>
      <p:grpSpPr>
        <a:xfrm>
          <a:off x="0" y="0"/>
          <a:ext cx="0" cy="0"/>
          <a:chOff x="0" y="0"/>
          <a:chExt cx="0" cy="0"/>
        </a:xfrm>
      </p:grpSpPr>
      <p:sp>
        <p:nvSpPr>
          <p:cNvPr id="1048761" name="Slide Image Placeholder 1"/>
          <p:cNvSpPr>
            <a:spLocks noChangeAspect="1" noRot="1" noGrp="1"/>
          </p:cNvSpPr>
          <p:nvPr>
            <p:ph type="sldImg"/>
          </p:nvPr>
        </p:nvSpPr>
        <p:spPr/>
      </p:sp>
      <p:sp>
        <p:nvSpPr>
          <p:cNvPr id="1048762" name="Notes Placeholder 2"/>
          <p:cNvSpPr>
            <a:spLocks noGrp="1"/>
          </p:cNvSpPr>
          <p:nvPr>
            <p:ph type="body" idx="1"/>
          </p:nvPr>
        </p:nvSpPr>
        <p:spPr/>
        <p:txBody>
          <a:bodyPr>
            <a:normAutofit/>
          </a:bodyPr>
          <a:p>
            <a:endParaRPr lang="en-GB"/>
          </a:p>
        </p:txBody>
      </p:sp>
      <p:sp>
        <p:nvSpPr>
          <p:cNvPr id="1048763" name="Slide Number Placeholder 3"/>
          <p:cNvSpPr>
            <a:spLocks noGrp="1"/>
          </p:cNvSpPr>
          <p:nvPr>
            <p:ph type="sldNum" sz="quarter" idx="10"/>
          </p:nvPr>
        </p:nvSpPr>
        <p:spPr/>
        <p:txBody>
          <a:bodyPr/>
          <a:p>
            <a:fld id="{D82F85FF-5A75-4132-B052-EED17F338737}" type="slidenum">
              <a:rPr lang="en-GB" smtClean="0"/>
            </a:fld>
            <a:endParaRPr lang="en-GB"/>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89" name=""/>
        <p:cNvGrpSpPr/>
        <p:nvPr/>
      </p:nvGrpSpPr>
      <p:grpSpPr>
        <a:xfrm>
          <a:off x="0" y="0"/>
          <a:ext cx="0" cy="0"/>
          <a:chOff x="0" y="0"/>
          <a:chExt cx="0" cy="0"/>
        </a:xfrm>
      </p:grpSpPr>
      <p:sp>
        <p:nvSpPr>
          <p:cNvPr id="1048766" name="Slide Image Placeholder 1"/>
          <p:cNvSpPr>
            <a:spLocks noChangeAspect="1" noRot="1" noGrp="1"/>
          </p:cNvSpPr>
          <p:nvPr>
            <p:ph type="sldImg"/>
          </p:nvPr>
        </p:nvSpPr>
        <p:spPr/>
      </p:sp>
      <p:sp>
        <p:nvSpPr>
          <p:cNvPr id="1048767" name="Notes Placeholder 2"/>
          <p:cNvSpPr>
            <a:spLocks noGrp="1"/>
          </p:cNvSpPr>
          <p:nvPr>
            <p:ph type="body" idx="1"/>
          </p:nvPr>
        </p:nvSpPr>
        <p:spPr/>
        <p:txBody>
          <a:bodyPr>
            <a:normAutofit/>
          </a:bodyPr>
          <a:p>
            <a:endParaRPr lang="en-GB"/>
          </a:p>
        </p:txBody>
      </p:sp>
      <p:sp>
        <p:nvSpPr>
          <p:cNvPr id="1048768" name="Slide Number Placeholder 3"/>
          <p:cNvSpPr>
            <a:spLocks noGrp="1"/>
          </p:cNvSpPr>
          <p:nvPr>
            <p:ph type="sldNum" sz="quarter" idx="10"/>
          </p:nvPr>
        </p:nvSpPr>
        <p:spPr/>
        <p:txBody>
          <a:bodyPr/>
          <a:p>
            <a:fld id="{D82F85FF-5A75-4132-B052-EED17F338737}" type="slidenum">
              <a:rPr lang="en-GB" smtClean="0"/>
            </a:fld>
            <a:endParaRPr lang="en-GB"/>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92" name=""/>
        <p:cNvGrpSpPr/>
        <p:nvPr/>
      </p:nvGrpSpPr>
      <p:grpSpPr>
        <a:xfrm>
          <a:off x="0" y="0"/>
          <a:ext cx="0" cy="0"/>
          <a:chOff x="0" y="0"/>
          <a:chExt cx="0" cy="0"/>
        </a:xfrm>
      </p:grpSpPr>
      <p:sp>
        <p:nvSpPr>
          <p:cNvPr id="1048771" name="Slide Image Placeholder 1"/>
          <p:cNvSpPr>
            <a:spLocks noChangeAspect="1" noRot="1" noGrp="1"/>
          </p:cNvSpPr>
          <p:nvPr>
            <p:ph type="sldImg"/>
          </p:nvPr>
        </p:nvSpPr>
        <p:spPr/>
      </p:sp>
      <p:sp>
        <p:nvSpPr>
          <p:cNvPr id="1048772" name="Notes Placeholder 2"/>
          <p:cNvSpPr>
            <a:spLocks noGrp="1"/>
          </p:cNvSpPr>
          <p:nvPr>
            <p:ph type="body" idx="1"/>
          </p:nvPr>
        </p:nvSpPr>
        <p:spPr/>
        <p:txBody>
          <a:bodyPr>
            <a:normAutofit/>
          </a:bodyPr>
          <a:p>
            <a:endParaRPr lang="en-GB"/>
          </a:p>
        </p:txBody>
      </p:sp>
      <p:sp>
        <p:nvSpPr>
          <p:cNvPr id="1048773" name="Slide Number Placeholder 3"/>
          <p:cNvSpPr>
            <a:spLocks noGrp="1"/>
          </p:cNvSpPr>
          <p:nvPr>
            <p:ph type="sldNum" sz="quarter" idx="10"/>
          </p:nvPr>
        </p:nvSpPr>
        <p:spPr/>
        <p:txBody>
          <a:bodyPr/>
          <a:p>
            <a:fld id="{D82F85FF-5A75-4132-B052-EED17F338737}" type="slidenum">
              <a:rPr lang="en-GB" smtClean="0"/>
            </a:fld>
            <a:endParaRPr lang="en-GB"/>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95" name=""/>
        <p:cNvGrpSpPr/>
        <p:nvPr/>
      </p:nvGrpSpPr>
      <p:grpSpPr>
        <a:xfrm>
          <a:off x="0" y="0"/>
          <a:ext cx="0" cy="0"/>
          <a:chOff x="0" y="0"/>
          <a:chExt cx="0" cy="0"/>
        </a:xfrm>
      </p:grpSpPr>
      <p:sp>
        <p:nvSpPr>
          <p:cNvPr id="1048776" name="Slide Image Placeholder 1"/>
          <p:cNvSpPr>
            <a:spLocks noChangeAspect="1" noRot="1" noGrp="1"/>
          </p:cNvSpPr>
          <p:nvPr>
            <p:ph type="sldImg"/>
          </p:nvPr>
        </p:nvSpPr>
        <p:spPr/>
      </p:sp>
      <p:sp>
        <p:nvSpPr>
          <p:cNvPr id="1048777" name="Notes Placeholder 2"/>
          <p:cNvSpPr>
            <a:spLocks noGrp="1"/>
          </p:cNvSpPr>
          <p:nvPr>
            <p:ph type="body" idx="1"/>
          </p:nvPr>
        </p:nvSpPr>
        <p:spPr/>
        <p:txBody>
          <a:bodyPr>
            <a:normAutofit/>
          </a:bodyPr>
          <a:p>
            <a:endParaRPr lang="en-GB"/>
          </a:p>
        </p:txBody>
      </p:sp>
      <p:sp>
        <p:nvSpPr>
          <p:cNvPr id="1048778" name="Slide Number Placeholder 3"/>
          <p:cNvSpPr>
            <a:spLocks noGrp="1"/>
          </p:cNvSpPr>
          <p:nvPr>
            <p:ph type="sldNum" sz="quarter" idx="10"/>
          </p:nvPr>
        </p:nvSpPr>
        <p:spPr/>
        <p:txBody>
          <a:bodyPr/>
          <a:p>
            <a:fld id="{D82F85FF-5A75-4132-B052-EED17F338737}" type="slidenum">
              <a:rPr lang="en-GB" smtClean="0"/>
            </a:fld>
            <a:endParaRPr lang="en-GB"/>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98" name=""/>
        <p:cNvGrpSpPr/>
        <p:nvPr/>
      </p:nvGrpSpPr>
      <p:grpSpPr>
        <a:xfrm>
          <a:off x="0" y="0"/>
          <a:ext cx="0" cy="0"/>
          <a:chOff x="0" y="0"/>
          <a:chExt cx="0" cy="0"/>
        </a:xfrm>
      </p:grpSpPr>
      <p:sp>
        <p:nvSpPr>
          <p:cNvPr id="1048780" name="Slide Image Placeholder 1"/>
          <p:cNvSpPr>
            <a:spLocks noChangeAspect="1" noRot="1" noGrp="1"/>
          </p:cNvSpPr>
          <p:nvPr>
            <p:ph type="sldImg"/>
          </p:nvPr>
        </p:nvSpPr>
        <p:spPr/>
      </p:sp>
      <p:sp>
        <p:nvSpPr>
          <p:cNvPr id="1048781" name="Notes Placeholder 2"/>
          <p:cNvSpPr>
            <a:spLocks noGrp="1"/>
          </p:cNvSpPr>
          <p:nvPr>
            <p:ph type="body" idx="1"/>
          </p:nvPr>
        </p:nvSpPr>
        <p:spPr/>
        <p:txBody>
          <a:bodyPr>
            <a:normAutofit/>
          </a:bodyPr>
          <a:p>
            <a:endParaRPr lang="en-GB"/>
          </a:p>
        </p:txBody>
      </p:sp>
      <p:sp>
        <p:nvSpPr>
          <p:cNvPr id="1048782" name="Slide Number Placeholder 3"/>
          <p:cNvSpPr>
            <a:spLocks noGrp="1"/>
          </p:cNvSpPr>
          <p:nvPr>
            <p:ph type="sldNum" sz="quarter" idx="10"/>
          </p:nvPr>
        </p:nvSpPr>
        <p:spPr/>
        <p:txBody>
          <a:bodyPr/>
          <a:p>
            <a:fld id="{D82F85FF-5A75-4132-B052-EED17F338737}" type="slidenum">
              <a:rPr lang="en-GB" smtClean="0"/>
            </a:fld>
            <a:endParaRPr lang="en-GB"/>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202" name=""/>
        <p:cNvGrpSpPr/>
        <p:nvPr/>
      </p:nvGrpSpPr>
      <p:grpSpPr>
        <a:xfrm>
          <a:off x="0" y="0"/>
          <a:ext cx="0" cy="0"/>
          <a:chOff x="0" y="0"/>
          <a:chExt cx="0" cy="0"/>
        </a:xfrm>
      </p:grpSpPr>
      <p:sp>
        <p:nvSpPr>
          <p:cNvPr id="1048793" name="Slide Image Placeholder 1"/>
          <p:cNvSpPr>
            <a:spLocks noChangeAspect="1" noRot="1" noGrp="1"/>
          </p:cNvSpPr>
          <p:nvPr>
            <p:ph type="sldImg"/>
          </p:nvPr>
        </p:nvSpPr>
        <p:spPr/>
      </p:sp>
      <p:sp>
        <p:nvSpPr>
          <p:cNvPr id="1048794" name="Notes Placeholder 2"/>
          <p:cNvSpPr>
            <a:spLocks noGrp="1"/>
          </p:cNvSpPr>
          <p:nvPr>
            <p:ph type="body" idx="1"/>
          </p:nvPr>
        </p:nvSpPr>
        <p:spPr/>
        <p:txBody>
          <a:bodyPr>
            <a:normAutofit/>
          </a:bodyPr>
          <a:p>
            <a:endParaRPr lang="en-GB"/>
          </a:p>
        </p:txBody>
      </p:sp>
      <p:sp>
        <p:nvSpPr>
          <p:cNvPr id="1048795" name="Slide Number Placeholder 3"/>
          <p:cNvSpPr>
            <a:spLocks noGrp="1"/>
          </p:cNvSpPr>
          <p:nvPr>
            <p:ph type="sldNum" sz="quarter" idx="10"/>
          </p:nvPr>
        </p:nvSpPr>
        <p:spPr/>
        <p:txBody>
          <a:bodyPr/>
          <a:p>
            <a:fld id="{D82F85FF-5A75-4132-B052-EED17F338737}" type="slidenum">
              <a:rPr lang="en-GB" smtClean="0"/>
            </a:fld>
            <a:endParaRPr lang="en-GB"/>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205" name=""/>
        <p:cNvGrpSpPr/>
        <p:nvPr/>
      </p:nvGrpSpPr>
      <p:grpSpPr>
        <a:xfrm>
          <a:off x="0" y="0"/>
          <a:ext cx="0" cy="0"/>
          <a:chOff x="0" y="0"/>
          <a:chExt cx="0" cy="0"/>
        </a:xfrm>
      </p:grpSpPr>
      <p:sp>
        <p:nvSpPr>
          <p:cNvPr id="1048798" name="Slide Image Placeholder 1"/>
          <p:cNvSpPr>
            <a:spLocks noChangeAspect="1" noRot="1" noGrp="1"/>
          </p:cNvSpPr>
          <p:nvPr>
            <p:ph type="sldImg"/>
          </p:nvPr>
        </p:nvSpPr>
        <p:spPr/>
      </p:sp>
      <p:sp>
        <p:nvSpPr>
          <p:cNvPr id="1048799" name="Notes Placeholder 2"/>
          <p:cNvSpPr>
            <a:spLocks noGrp="1"/>
          </p:cNvSpPr>
          <p:nvPr>
            <p:ph type="body" idx="1"/>
          </p:nvPr>
        </p:nvSpPr>
        <p:spPr/>
        <p:txBody>
          <a:bodyPr>
            <a:normAutofit/>
          </a:bodyPr>
          <a:p>
            <a:endParaRPr lang="en-GB"/>
          </a:p>
        </p:txBody>
      </p:sp>
      <p:sp>
        <p:nvSpPr>
          <p:cNvPr id="1048800" name="Slide Number Placeholder 3"/>
          <p:cNvSpPr>
            <a:spLocks noGrp="1"/>
          </p:cNvSpPr>
          <p:nvPr>
            <p:ph type="sldNum" sz="quarter" idx="10"/>
          </p:nvPr>
        </p:nvSpPr>
        <p:spPr/>
        <p:txBody>
          <a:bodyPr/>
          <a:p>
            <a:fld id="{D82F85FF-5A75-4132-B052-EED17F338737}" type="slidenum">
              <a:rPr lang="en-GB" smtClean="0"/>
            </a:fld>
            <a:endParaRPr lang="en-GB"/>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208" name=""/>
        <p:cNvGrpSpPr/>
        <p:nvPr/>
      </p:nvGrpSpPr>
      <p:grpSpPr>
        <a:xfrm>
          <a:off x="0" y="0"/>
          <a:ext cx="0" cy="0"/>
          <a:chOff x="0" y="0"/>
          <a:chExt cx="0" cy="0"/>
        </a:xfrm>
      </p:grpSpPr>
      <p:sp>
        <p:nvSpPr>
          <p:cNvPr id="1048803" name="Slide Image Placeholder 1"/>
          <p:cNvSpPr>
            <a:spLocks noChangeAspect="1" noRot="1" noGrp="1"/>
          </p:cNvSpPr>
          <p:nvPr>
            <p:ph type="sldImg"/>
          </p:nvPr>
        </p:nvSpPr>
        <p:spPr/>
      </p:sp>
      <p:sp>
        <p:nvSpPr>
          <p:cNvPr id="1048804" name="Notes Placeholder 2"/>
          <p:cNvSpPr>
            <a:spLocks noGrp="1"/>
          </p:cNvSpPr>
          <p:nvPr>
            <p:ph type="body" idx="1"/>
          </p:nvPr>
        </p:nvSpPr>
        <p:spPr/>
        <p:txBody>
          <a:bodyPr>
            <a:normAutofit/>
          </a:bodyPr>
          <a:p>
            <a:endParaRPr lang="en-GB"/>
          </a:p>
        </p:txBody>
      </p:sp>
      <p:sp>
        <p:nvSpPr>
          <p:cNvPr id="1048805" name="Slide Number Placeholder 3"/>
          <p:cNvSpPr>
            <a:spLocks noGrp="1"/>
          </p:cNvSpPr>
          <p:nvPr>
            <p:ph type="sldNum" sz="quarter" idx="10"/>
          </p:nvPr>
        </p:nvSpPr>
        <p:spPr/>
        <p:txBody>
          <a:bodyPr/>
          <a:p>
            <a:fld id="{D82F85FF-5A75-4132-B052-EED17F338737}" type="slidenum">
              <a:rPr lang="en-GB" smtClean="0"/>
            </a:fld>
            <a:endParaRPr lang="en-GB"/>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211" name=""/>
        <p:cNvGrpSpPr/>
        <p:nvPr/>
      </p:nvGrpSpPr>
      <p:grpSpPr>
        <a:xfrm>
          <a:off x="0" y="0"/>
          <a:ext cx="0" cy="0"/>
          <a:chOff x="0" y="0"/>
          <a:chExt cx="0" cy="0"/>
        </a:xfrm>
      </p:grpSpPr>
      <p:sp>
        <p:nvSpPr>
          <p:cNvPr id="1048807" name="Slide Image Placeholder 1"/>
          <p:cNvSpPr>
            <a:spLocks noChangeAspect="1" noRot="1" noGrp="1"/>
          </p:cNvSpPr>
          <p:nvPr>
            <p:ph type="sldImg"/>
          </p:nvPr>
        </p:nvSpPr>
        <p:spPr/>
      </p:sp>
      <p:sp>
        <p:nvSpPr>
          <p:cNvPr id="1048808" name="Notes Placeholder 2"/>
          <p:cNvSpPr>
            <a:spLocks noGrp="1"/>
          </p:cNvSpPr>
          <p:nvPr>
            <p:ph type="body" idx="1"/>
          </p:nvPr>
        </p:nvSpPr>
        <p:spPr/>
        <p:txBody>
          <a:bodyPr>
            <a:normAutofit/>
          </a:bodyPr>
          <a:p>
            <a:endParaRPr lang="en-GB"/>
          </a:p>
        </p:txBody>
      </p:sp>
      <p:sp>
        <p:nvSpPr>
          <p:cNvPr id="1048809" name="Slide Number Placeholder 3"/>
          <p:cNvSpPr>
            <a:spLocks noGrp="1"/>
          </p:cNvSpPr>
          <p:nvPr>
            <p:ph type="sldNum" sz="quarter" idx="10"/>
          </p:nvPr>
        </p:nvSpPr>
        <p:spPr/>
        <p:txBody>
          <a:bodyPr/>
          <a:p>
            <a:fld id="{D82F85FF-5A75-4132-B052-EED17F338737}" type="slidenum">
              <a:rPr lang="en-GB" smtClean="0"/>
            </a:fld>
            <a:endParaRPr lang="en-GB"/>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214" name=""/>
        <p:cNvGrpSpPr/>
        <p:nvPr/>
      </p:nvGrpSpPr>
      <p:grpSpPr>
        <a:xfrm>
          <a:off x="0" y="0"/>
          <a:ext cx="0" cy="0"/>
          <a:chOff x="0" y="0"/>
          <a:chExt cx="0" cy="0"/>
        </a:xfrm>
      </p:grpSpPr>
      <p:sp>
        <p:nvSpPr>
          <p:cNvPr id="1048812" name="Slide Image Placeholder 1"/>
          <p:cNvSpPr>
            <a:spLocks noChangeAspect="1" noRot="1" noGrp="1"/>
          </p:cNvSpPr>
          <p:nvPr>
            <p:ph type="sldImg"/>
          </p:nvPr>
        </p:nvSpPr>
        <p:spPr/>
      </p:sp>
      <p:sp>
        <p:nvSpPr>
          <p:cNvPr id="1048813" name="Notes Placeholder 2"/>
          <p:cNvSpPr>
            <a:spLocks noGrp="1"/>
          </p:cNvSpPr>
          <p:nvPr>
            <p:ph type="body" idx="1"/>
          </p:nvPr>
        </p:nvSpPr>
        <p:spPr/>
        <p:txBody>
          <a:bodyPr>
            <a:normAutofit/>
          </a:bodyPr>
          <a:p>
            <a:endParaRPr lang="en-GB"/>
          </a:p>
        </p:txBody>
      </p:sp>
      <p:sp>
        <p:nvSpPr>
          <p:cNvPr id="1048814" name="Slide Number Placeholder 3"/>
          <p:cNvSpPr>
            <a:spLocks noGrp="1"/>
          </p:cNvSpPr>
          <p:nvPr>
            <p:ph type="sldNum" sz="quarter" idx="10"/>
          </p:nvPr>
        </p:nvSpPr>
        <p:spPr/>
        <p:txBody>
          <a:bodyPr/>
          <a:p>
            <a:fld id="{D82F85FF-5A75-4132-B052-EED17F338737}" type="slidenum">
              <a:rPr lang="en-GB" smtClean="0"/>
            </a:fld>
            <a:endParaRPr lang="en-GB"/>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217" name=""/>
        <p:cNvGrpSpPr/>
        <p:nvPr/>
      </p:nvGrpSpPr>
      <p:grpSpPr>
        <a:xfrm>
          <a:off x="0" y="0"/>
          <a:ext cx="0" cy="0"/>
          <a:chOff x="0" y="0"/>
          <a:chExt cx="0" cy="0"/>
        </a:xfrm>
      </p:grpSpPr>
      <p:sp>
        <p:nvSpPr>
          <p:cNvPr id="1048817" name="Slide Image Placeholder 1"/>
          <p:cNvSpPr>
            <a:spLocks noChangeAspect="1" noRot="1" noGrp="1"/>
          </p:cNvSpPr>
          <p:nvPr>
            <p:ph type="sldImg"/>
          </p:nvPr>
        </p:nvSpPr>
        <p:spPr/>
      </p:sp>
      <p:sp>
        <p:nvSpPr>
          <p:cNvPr id="1048818" name="Notes Placeholder 2"/>
          <p:cNvSpPr>
            <a:spLocks noGrp="1"/>
          </p:cNvSpPr>
          <p:nvPr>
            <p:ph type="body" idx="1"/>
          </p:nvPr>
        </p:nvSpPr>
        <p:spPr/>
        <p:txBody>
          <a:bodyPr>
            <a:normAutofit/>
          </a:bodyPr>
          <a:p>
            <a:endParaRPr lang="en-GB"/>
          </a:p>
        </p:txBody>
      </p:sp>
      <p:sp>
        <p:nvSpPr>
          <p:cNvPr id="1048819" name="Slide Number Placeholder 3"/>
          <p:cNvSpPr>
            <a:spLocks noGrp="1"/>
          </p:cNvSpPr>
          <p:nvPr>
            <p:ph type="sldNum" sz="quarter" idx="10"/>
          </p:nvPr>
        </p:nvSpPr>
        <p:spPr/>
        <p:txBody>
          <a:bodyPr/>
          <a:p>
            <a:fld id="{D82F85FF-5A75-4132-B052-EED17F338737}" type="slidenum">
              <a:rPr lang="en-GB" smtClean="0"/>
            </a:fld>
            <a:endParaRPr lang="en-GB"/>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220" name=""/>
        <p:cNvGrpSpPr/>
        <p:nvPr/>
      </p:nvGrpSpPr>
      <p:grpSpPr>
        <a:xfrm>
          <a:off x="0" y="0"/>
          <a:ext cx="0" cy="0"/>
          <a:chOff x="0" y="0"/>
          <a:chExt cx="0" cy="0"/>
        </a:xfrm>
      </p:grpSpPr>
      <p:sp>
        <p:nvSpPr>
          <p:cNvPr id="1048822" name="Slide Image Placeholder 1"/>
          <p:cNvSpPr>
            <a:spLocks noChangeAspect="1" noRot="1" noGrp="1"/>
          </p:cNvSpPr>
          <p:nvPr>
            <p:ph type="sldImg"/>
          </p:nvPr>
        </p:nvSpPr>
        <p:spPr/>
      </p:sp>
      <p:sp>
        <p:nvSpPr>
          <p:cNvPr id="1048823" name="Notes Placeholder 2"/>
          <p:cNvSpPr>
            <a:spLocks noGrp="1"/>
          </p:cNvSpPr>
          <p:nvPr>
            <p:ph type="body" idx="1"/>
          </p:nvPr>
        </p:nvSpPr>
        <p:spPr/>
        <p:txBody>
          <a:bodyPr>
            <a:normAutofit/>
          </a:bodyPr>
          <a:p>
            <a:endParaRPr lang="en-GB"/>
          </a:p>
        </p:txBody>
      </p:sp>
      <p:sp>
        <p:nvSpPr>
          <p:cNvPr id="1048824" name="Slide Number Placeholder 3"/>
          <p:cNvSpPr>
            <a:spLocks noGrp="1"/>
          </p:cNvSpPr>
          <p:nvPr>
            <p:ph type="sldNum" sz="quarter" idx="10"/>
          </p:nvPr>
        </p:nvSpPr>
        <p:spPr/>
        <p:txBody>
          <a:bodyPr/>
          <a:p>
            <a:fld id="{D82F85FF-5A75-4132-B052-EED17F338737}" type="slidenum">
              <a:rPr lang="en-GB" smtClean="0"/>
            </a:fld>
            <a:endParaRPr lang="en-GB"/>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223" name=""/>
        <p:cNvGrpSpPr/>
        <p:nvPr/>
      </p:nvGrpSpPr>
      <p:grpSpPr>
        <a:xfrm>
          <a:off x="0" y="0"/>
          <a:ext cx="0" cy="0"/>
          <a:chOff x="0" y="0"/>
          <a:chExt cx="0" cy="0"/>
        </a:xfrm>
      </p:grpSpPr>
      <p:sp>
        <p:nvSpPr>
          <p:cNvPr id="1048826" name="Slide Image Placeholder 1"/>
          <p:cNvSpPr>
            <a:spLocks noChangeAspect="1" noRot="1" noGrp="1"/>
          </p:cNvSpPr>
          <p:nvPr>
            <p:ph type="sldImg"/>
          </p:nvPr>
        </p:nvSpPr>
        <p:spPr/>
      </p:sp>
      <p:sp>
        <p:nvSpPr>
          <p:cNvPr id="1048827" name="Notes Placeholder 2"/>
          <p:cNvSpPr>
            <a:spLocks noGrp="1"/>
          </p:cNvSpPr>
          <p:nvPr>
            <p:ph type="body" idx="1"/>
          </p:nvPr>
        </p:nvSpPr>
        <p:spPr/>
        <p:txBody>
          <a:bodyPr>
            <a:normAutofit/>
          </a:bodyPr>
          <a:p>
            <a:endParaRPr lang="en-GB"/>
          </a:p>
        </p:txBody>
      </p:sp>
      <p:sp>
        <p:nvSpPr>
          <p:cNvPr id="1048828" name="Slide Number Placeholder 3"/>
          <p:cNvSpPr>
            <a:spLocks noGrp="1"/>
          </p:cNvSpPr>
          <p:nvPr>
            <p:ph type="sldNum" sz="quarter" idx="10"/>
          </p:nvPr>
        </p:nvSpPr>
        <p:spPr/>
        <p:txBody>
          <a:bodyPr/>
          <a:p>
            <a:fld id="{D82F85FF-5A75-4132-B052-EED17F338737}" type="slidenum">
              <a:rPr lang="en-GB" smtClean="0"/>
            </a:fld>
            <a:endParaRPr lang="en-GB"/>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226" name=""/>
        <p:cNvGrpSpPr/>
        <p:nvPr/>
      </p:nvGrpSpPr>
      <p:grpSpPr>
        <a:xfrm>
          <a:off x="0" y="0"/>
          <a:ext cx="0" cy="0"/>
          <a:chOff x="0" y="0"/>
          <a:chExt cx="0" cy="0"/>
        </a:xfrm>
      </p:grpSpPr>
      <p:sp>
        <p:nvSpPr>
          <p:cNvPr id="1048831" name="Slide Image Placeholder 1"/>
          <p:cNvSpPr>
            <a:spLocks noChangeAspect="1" noRot="1" noGrp="1"/>
          </p:cNvSpPr>
          <p:nvPr>
            <p:ph type="sldImg"/>
          </p:nvPr>
        </p:nvSpPr>
        <p:spPr/>
      </p:sp>
      <p:sp>
        <p:nvSpPr>
          <p:cNvPr id="1048832" name="Notes Placeholder 2"/>
          <p:cNvSpPr>
            <a:spLocks noGrp="1"/>
          </p:cNvSpPr>
          <p:nvPr>
            <p:ph type="body" idx="1"/>
          </p:nvPr>
        </p:nvSpPr>
        <p:spPr/>
        <p:txBody>
          <a:bodyPr>
            <a:normAutofit/>
          </a:bodyPr>
          <a:p>
            <a:endParaRPr lang="en-GB"/>
          </a:p>
        </p:txBody>
      </p:sp>
      <p:sp>
        <p:nvSpPr>
          <p:cNvPr id="1048833" name="Slide Number Placeholder 3"/>
          <p:cNvSpPr>
            <a:spLocks noGrp="1"/>
          </p:cNvSpPr>
          <p:nvPr>
            <p:ph type="sldNum" sz="quarter" idx="10"/>
          </p:nvPr>
        </p:nvSpPr>
        <p:spPr/>
        <p:txBody>
          <a:bodyPr/>
          <a:p>
            <a:fld id="{D82F85FF-5A75-4132-B052-EED17F338737}" type="slidenum">
              <a:rPr lang="en-GB" smtClean="0"/>
            </a:fld>
            <a:endParaRPr lang="en-GB"/>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229" name=""/>
        <p:cNvGrpSpPr/>
        <p:nvPr/>
      </p:nvGrpSpPr>
      <p:grpSpPr>
        <a:xfrm>
          <a:off x="0" y="0"/>
          <a:ext cx="0" cy="0"/>
          <a:chOff x="0" y="0"/>
          <a:chExt cx="0" cy="0"/>
        </a:xfrm>
      </p:grpSpPr>
      <p:sp>
        <p:nvSpPr>
          <p:cNvPr id="1048836" name="Slide Image Placeholder 1"/>
          <p:cNvSpPr>
            <a:spLocks noChangeAspect="1" noRot="1" noGrp="1"/>
          </p:cNvSpPr>
          <p:nvPr>
            <p:ph type="sldImg"/>
          </p:nvPr>
        </p:nvSpPr>
        <p:spPr/>
      </p:sp>
      <p:sp>
        <p:nvSpPr>
          <p:cNvPr id="1048837" name="Notes Placeholder 2"/>
          <p:cNvSpPr>
            <a:spLocks noGrp="1"/>
          </p:cNvSpPr>
          <p:nvPr>
            <p:ph type="body" idx="1"/>
          </p:nvPr>
        </p:nvSpPr>
        <p:spPr/>
        <p:txBody>
          <a:bodyPr>
            <a:normAutofit/>
          </a:bodyPr>
          <a:p>
            <a:endParaRPr lang="en-GB"/>
          </a:p>
        </p:txBody>
      </p:sp>
      <p:sp>
        <p:nvSpPr>
          <p:cNvPr id="1048838" name="Slide Number Placeholder 3"/>
          <p:cNvSpPr>
            <a:spLocks noGrp="1"/>
          </p:cNvSpPr>
          <p:nvPr>
            <p:ph type="sldNum" sz="quarter" idx="10"/>
          </p:nvPr>
        </p:nvSpPr>
        <p:spPr/>
        <p:txBody>
          <a:bodyPr/>
          <a:p>
            <a:fld id="{D82F85FF-5A75-4132-B052-EED17F338737}" type="slidenum">
              <a:rPr lang="en-GB" smtClean="0"/>
            </a:fld>
            <a:endParaRPr lang="en-GB"/>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232" name=""/>
        <p:cNvGrpSpPr/>
        <p:nvPr/>
      </p:nvGrpSpPr>
      <p:grpSpPr>
        <a:xfrm>
          <a:off x="0" y="0"/>
          <a:ext cx="0" cy="0"/>
          <a:chOff x="0" y="0"/>
          <a:chExt cx="0" cy="0"/>
        </a:xfrm>
      </p:grpSpPr>
      <p:sp>
        <p:nvSpPr>
          <p:cNvPr id="1048841" name="Slide Image Placeholder 1"/>
          <p:cNvSpPr>
            <a:spLocks noChangeAspect="1" noRot="1" noGrp="1"/>
          </p:cNvSpPr>
          <p:nvPr>
            <p:ph type="sldImg"/>
          </p:nvPr>
        </p:nvSpPr>
        <p:spPr/>
      </p:sp>
      <p:sp>
        <p:nvSpPr>
          <p:cNvPr id="1048842" name="Notes Placeholder 2"/>
          <p:cNvSpPr>
            <a:spLocks noGrp="1"/>
          </p:cNvSpPr>
          <p:nvPr>
            <p:ph type="body" idx="1"/>
          </p:nvPr>
        </p:nvSpPr>
        <p:spPr/>
        <p:txBody>
          <a:bodyPr>
            <a:normAutofit/>
          </a:bodyPr>
          <a:p>
            <a:endParaRPr lang="en-GB"/>
          </a:p>
        </p:txBody>
      </p:sp>
      <p:sp>
        <p:nvSpPr>
          <p:cNvPr id="1048843" name="Slide Number Placeholder 3"/>
          <p:cNvSpPr>
            <a:spLocks noGrp="1"/>
          </p:cNvSpPr>
          <p:nvPr>
            <p:ph type="sldNum" sz="quarter" idx="10"/>
          </p:nvPr>
        </p:nvSpPr>
        <p:spPr/>
        <p:txBody>
          <a:bodyPr/>
          <a:p>
            <a:fld id="{D82F85FF-5A75-4132-B052-EED17F338737}" type="slidenum">
              <a:rPr lang="en-GB" smtClean="0"/>
            </a:fld>
            <a:endParaRPr lang="en-GB"/>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235" name=""/>
        <p:cNvGrpSpPr/>
        <p:nvPr/>
      </p:nvGrpSpPr>
      <p:grpSpPr>
        <a:xfrm>
          <a:off x="0" y="0"/>
          <a:ext cx="0" cy="0"/>
          <a:chOff x="0" y="0"/>
          <a:chExt cx="0" cy="0"/>
        </a:xfrm>
      </p:grpSpPr>
      <p:sp>
        <p:nvSpPr>
          <p:cNvPr id="1048846" name="Slide Image Placeholder 1"/>
          <p:cNvSpPr>
            <a:spLocks noChangeAspect="1" noRot="1" noGrp="1"/>
          </p:cNvSpPr>
          <p:nvPr>
            <p:ph type="sldImg"/>
          </p:nvPr>
        </p:nvSpPr>
        <p:spPr/>
      </p:sp>
      <p:sp>
        <p:nvSpPr>
          <p:cNvPr id="1048847" name="Notes Placeholder 2"/>
          <p:cNvSpPr>
            <a:spLocks noGrp="1"/>
          </p:cNvSpPr>
          <p:nvPr>
            <p:ph type="body" idx="1"/>
          </p:nvPr>
        </p:nvSpPr>
        <p:spPr/>
        <p:txBody>
          <a:bodyPr>
            <a:normAutofit/>
          </a:bodyPr>
          <a:p>
            <a:endParaRPr lang="en-GB"/>
          </a:p>
        </p:txBody>
      </p:sp>
      <p:sp>
        <p:nvSpPr>
          <p:cNvPr id="1048848" name="Slide Number Placeholder 3"/>
          <p:cNvSpPr>
            <a:spLocks noGrp="1"/>
          </p:cNvSpPr>
          <p:nvPr>
            <p:ph type="sldNum" sz="quarter" idx="10"/>
          </p:nvPr>
        </p:nvSpPr>
        <p:spPr/>
        <p:txBody>
          <a:bodyPr/>
          <a:p>
            <a:fld id="{D82F85FF-5A75-4132-B052-EED17F338737}" type="slidenum">
              <a:rPr lang="en-GB" smtClean="0"/>
            </a:fld>
            <a:endParaRPr lang="en-GB"/>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238" name=""/>
        <p:cNvGrpSpPr/>
        <p:nvPr/>
      </p:nvGrpSpPr>
      <p:grpSpPr>
        <a:xfrm>
          <a:off x="0" y="0"/>
          <a:ext cx="0" cy="0"/>
          <a:chOff x="0" y="0"/>
          <a:chExt cx="0" cy="0"/>
        </a:xfrm>
      </p:grpSpPr>
      <p:sp>
        <p:nvSpPr>
          <p:cNvPr id="1048851" name="Slide Image Placeholder 1"/>
          <p:cNvSpPr>
            <a:spLocks noChangeAspect="1" noRot="1" noGrp="1"/>
          </p:cNvSpPr>
          <p:nvPr>
            <p:ph type="sldImg"/>
          </p:nvPr>
        </p:nvSpPr>
        <p:spPr/>
      </p:sp>
      <p:sp>
        <p:nvSpPr>
          <p:cNvPr id="1048852" name="Notes Placeholder 2"/>
          <p:cNvSpPr>
            <a:spLocks noGrp="1"/>
          </p:cNvSpPr>
          <p:nvPr>
            <p:ph type="body" idx="1"/>
          </p:nvPr>
        </p:nvSpPr>
        <p:spPr/>
        <p:txBody>
          <a:bodyPr>
            <a:normAutofit/>
          </a:bodyPr>
          <a:p>
            <a:endParaRPr lang="en-GB"/>
          </a:p>
        </p:txBody>
      </p:sp>
      <p:sp>
        <p:nvSpPr>
          <p:cNvPr id="1048853" name="Slide Number Placeholder 3"/>
          <p:cNvSpPr>
            <a:spLocks noGrp="1"/>
          </p:cNvSpPr>
          <p:nvPr>
            <p:ph type="sldNum" sz="quarter" idx="10"/>
          </p:nvPr>
        </p:nvSpPr>
        <p:spPr/>
        <p:txBody>
          <a:bodyPr/>
          <a:p>
            <a:fld id="{D82F85FF-5A75-4132-B052-EED17F338737}" type="slidenum">
              <a:rPr lang="en-GB" smtClean="0"/>
            </a:fld>
            <a:endParaRPr lang="en-GB"/>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241" name=""/>
        <p:cNvGrpSpPr/>
        <p:nvPr/>
      </p:nvGrpSpPr>
      <p:grpSpPr>
        <a:xfrm>
          <a:off x="0" y="0"/>
          <a:ext cx="0" cy="0"/>
          <a:chOff x="0" y="0"/>
          <a:chExt cx="0" cy="0"/>
        </a:xfrm>
      </p:grpSpPr>
      <p:sp>
        <p:nvSpPr>
          <p:cNvPr id="1048856" name="Slide Image Placeholder 1"/>
          <p:cNvSpPr>
            <a:spLocks noChangeAspect="1" noRot="1" noGrp="1"/>
          </p:cNvSpPr>
          <p:nvPr>
            <p:ph type="sldImg"/>
          </p:nvPr>
        </p:nvSpPr>
        <p:spPr/>
      </p:sp>
      <p:sp>
        <p:nvSpPr>
          <p:cNvPr id="1048857" name="Notes Placeholder 2"/>
          <p:cNvSpPr>
            <a:spLocks noGrp="1"/>
          </p:cNvSpPr>
          <p:nvPr>
            <p:ph type="body" idx="1"/>
          </p:nvPr>
        </p:nvSpPr>
        <p:spPr/>
        <p:txBody>
          <a:bodyPr>
            <a:normAutofit/>
          </a:bodyPr>
          <a:p>
            <a:endParaRPr lang="en-GB"/>
          </a:p>
        </p:txBody>
      </p:sp>
      <p:sp>
        <p:nvSpPr>
          <p:cNvPr id="1048858" name="Slide Number Placeholder 3"/>
          <p:cNvSpPr>
            <a:spLocks noGrp="1"/>
          </p:cNvSpPr>
          <p:nvPr>
            <p:ph type="sldNum" sz="quarter" idx="10"/>
          </p:nvPr>
        </p:nvSpPr>
        <p:spPr/>
        <p:txBody>
          <a:bodyPr/>
          <a:p>
            <a:fld id="{D82F85FF-5A75-4132-B052-EED17F338737}" type="slidenum">
              <a:rPr lang="en-GB" smtClean="0"/>
            </a:fld>
            <a:endParaRPr lang="en-GB"/>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244" name=""/>
        <p:cNvGrpSpPr/>
        <p:nvPr/>
      </p:nvGrpSpPr>
      <p:grpSpPr>
        <a:xfrm>
          <a:off x="0" y="0"/>
          <a:ext cx="0" cy="0"/>
          <a:chOff x="0" y="0"/>
          <a:chExt cx="0" cy="0"/>
        </a:xfrm>
      </p:grpSpPr>
      <p:sp>
        <p:nvSpPr>
          <p:cNvPr id="1048861" name="Slide Image Placeholder 1"/>
          <p:cNvSpPr>
            <a:spLocks noChangeAspect="1" noRot="1" noGrp="1"/>
          </p:cNvSpPr>
          <p:nvPr>
            <p:ph type="sldImg"/>
          </p:nvPr>
        </p:nvSpPr>
        <p:spPr/>
      </p:sp>
      <p:sp>
        <p:nvSpPr>
          <p:cNvPr id="1048862" name="Notes Placeholder 2"/>
          <p:cNvSpPr>
            <a:spLocks noGrp="1"/>
          </p:cNvSpPr>
          <p:nvPr>
            <p:ph type="body" idx="1"/>
          </p:nvPr>
        </p:nvSpPr>
        <p:spPr/>
        <p:txBody>
          <a:bodyPr>
            <a:normAutofit/>
          </a:bodyPr>
          <a:p>
            <a:endParaRPr lang="en-GB"/>
          </a:p>
        </p:txBody>
      </p:sp>
      <p:sp>
        <p:nvSpPr>
          <p:cNvPr id="1048863" name="Slide Number Placeholder 3"/>
          <p:cNvSpPr>
            <a:spLocks noGrp="1"/>
          </p:cNvSpPr>
          <p:nvPr>
            <p:ph type="sldNum" sz="quarter" idx="10"/>
          </p:nvPr>
        </p:nvSpPr>
        <p:spPr/>
        <p:txBody>
          <a:bodyPr/>
          <a:p>
            <a:fld id="{D82F85FF-5A75-4132-B052-EED17F338737}" type="slidenum">
              <a:rPr lang="en-GB" smtClean="0"/>
            </a:fld>
            <a:endParaRPr lang="en-GB"/>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247" name=""/>
        <p:cNvGrpSpPr/>
        <p:nvPr/>
      </p:nvGrpSpPr>
      <p:grpSpPr>
        <a:xfrm>
          <a:off x="0" y="0"/>
          <a:ext cx="0" cy="0"/>
          <a:chOff x="0" y="0"/>
          <a:chExt cx="0" cy="0"/>
        </a:xfrm>
      </p:grpSpPr>
      <p:sp>
        <p:nvSpPr>
          <p:cNvPr id="1048866" name="Slide Image Placeholder 1"/>
          <p:cNvSpPr>
            <a:spLocks noChangeAspect="1" noRot="1" noGrp="1"/>
          </p:cNvSpPr>
          <p:nvPr>
            <p:ph type="sldImg"/>
          </p:nvPr>
        </p:nvSpPr>
        <p:spPr/>
      </p:sp>
      <p:sp>
        <p:nvSpPr>
          <p:cNvPr id="1048867" name="Notes Placeholder 2"/>
          <p:cNvSpPr>
            <a:spLocks noGrp="1"/>
          </p:cNvSpPr>
          <p:nvPr>
            <p:ph type="body" idx="1"/>
          </p:nvPr>
        </p:nvSpPr>
        <p:spPr/>
        <p:txBody>
          <a:bodyPr>
            <a:normAutofit/>
          </a:bodyPr>
          <a:p>
            <a:endParaRPr lang="en-GB"/>
          </a:p>
        </p:txBody>
      </p:sp>
      <p:sp>
        <p:nvSpPr>
          <p:cNvPr id="1048868" name="Slide Number Placeholder 3"/>
          <p:cNvSpPr>
            <a:spLocks noGrp="1"/>
          </p:cNvSpPr>
          <p:nvPr>
            <p:ph type="sldNum" sz="quarter" idx="10"/>
          </p:nvPr>
        </p:nvSpPr>
        <p:spPr/>
        <p:txBody>
          <a:bodyPr/>
          <a:p>
            <a:fld id="{D82F85FF-5A75-4132-B052-EED17F338737}" type="slidenum">
              <a:rPr lang="en-GB" smtClean="0"/>
            </a:fld>
            <a:endParaRPr lang="en-GB"/>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250" name=""/>
        <p:cNvGrpSpPr/>
        <p:nvPr/>
      </p:nvGrpSpPr>
      <p:grpSpPr>
        <a:xfrm>
          <a:off x="0" y="0"/>
          <a:ext cx="0" cy="0"/>
          <a:chOff x="0" y="0"/>
          <a:chExt cx="0" cy="0"/>
        </a:xfrm>
      </p:grpSpPr>
      <p:sp>
        <p:nvSpPr>
          <p:cNvPr id="1048871" name="Slide Image Placeholder 1"/>
          <p:cNvSpPr>
            <a:spLocks noChangeAspect="1" noRot="1" noGrp="1"/>
          </p:cNvSpPr>
          <p:nvPr>
            <p:ph type="sldImg"/>
          </p:nvPr>
        </p:nvSpPr>
        <p:spPr/>
      </p:sp>
      <p:sp>
        <p:nvSpPr>
          <p:cNvPr id="1048872" name="Notes Placeholder 2"/>
          <p:cNvSpPr>
            <a:spLocks noGrp="1"/>
          </p:cNvSpPr>
          <p:nvPr>
            <p:ph type="body" idx="1"/>
          </p:nvPr>
        </p:nvSpPr>
        <p:spPr/>
        <p:txBody>
          <a:bodyPr>
            <a:normAutofit/>
          </a:bodyPr>
          <a:p>
            <a:endParaRPr lang="en-GB"/>
          </a:p>
        </p:txBody>
      </p:sp>
      <p:sp>
        <p:nvSpPr>
          <p:cNvPr id="1048873" name="Slide Number Placeholder 3"/>
          <p:cNvSpPr>
            <a:spLocks noGrp="1"/>
          </p:cNvSpPr>
          <p:nvPr>
            <p:ph type="sldNum" sz="quarter" idx="10"/>
          </p:nvPr>
        </p:nvSpPr>
        <p:spPr/>
        <p:txBody>
          <a:bodyPr/>
          <a:p>
            <a:fld id="{D82F85FF-5A75-4132-B052-EED17F338737}" type="slidenum">
              <a:rPr lang="en-GB" smtClean="0"/>
            </a:fld>
            <a:endParaRPr lang="en-GB"/>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253" name=""/>
        <p:cNvGrpSpPr/>
        <p:nvPr/>
      </p:nvGrpSpPr>
      <p:grpSpPr>
        <a:xfrm>
          <a:off x="0" y="0"/>
          <a:ext cx="0" cy="0"/>
          <a:chOff x="0" y="0"/>
          <a:chExt cx="0" cy="0"/>
        </a:xfrm>
      </p:grpSpPr>
      <p:sp>
        <p:nvSpPr>
          <p:cNvPr id="1048875" name="Slide Image Placeholder 1"/>
          <p:cNvSpPr>
            <a:spLocks noChangeAspect="1" noRot="1" noGrp="1"/>
          </p:cNvSpPr>
          <p:nvPr>
            <p:ph type="sldImg"/>
          </p:nvPr>
        </p:nvSpPr>
        <p:spPr/>
      </p:sp>
      <p:sp>
        <p:nvSpPr>
          <p:cNvPr id="1048876" name="Notes Placeholder 2"/>
          <p:cNvSpPr>
            <a:spLocks noGrp="1"/>
          </p:cNvSpPr>
          <p:nvPr>
            <p:ph type="body" idx="1"/>
          </p:nvPr>
        </p:nvSpPr>
        <p:spPr/>
        <p:txBody>
          <a:bodyPr>
            <a:normAutofit/>
          </a:bodyPr>
          <a:p>
            <a:endParaRPr lang="en-GB"/>
          </a:p>
        </p:txBody>
      </p:sp>
      <p:sp>
        <p:nvSpPr>
          <p:cNvPr id="1048877" name="Slide Number Placeholder 3"/>
          <p:cNvSpPr>
            <a:spLocks noGrp="1"/>
          </p:cNvSpPr>
          <p:nvPr>
            <p:ph type="sldNum" sz="quarter" idx="10"/>
          </p:nvPr>
        </p:nvSpPr>
        <p:spPr/>
        <p:txBody>
          <a:bodyPr/>
          <a:p>
            <a:fld id="{D82F85FF-5A75-4132-B052-EED17F338737}" type="slidenum">
              <a:rPr lang="en-GB" smtClean="0"/>
            </a:fld>
            <a:endParaRPr lang="en-GB"/>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257" name=""/>
        <p:cNvGrpSpPr/>
        <p:nvPr/>
      </p:nvGrpSpPr>
      <p:grpSpPr>
        <a:xfrm>
          <a:off x="0" y="0"/>
          <a:ext cx="0" cy="0"/>
          <a:chOff x="0" y="0"/>
          <a:chExt cx="0" cy="0"/>
        </a:xfrm>
      </p:grpSpPr>
      <p:sp>
        <p:nvSpPr>
          <p:cNvPr id="1048881" name="Slide Image Placeholder 1"/>
          <p:cNvSpPr>
            <a:spLocks noChangeAspect="1" noRot="1" noGrp="1"/>
          </p:cNvSpPr>
          <p:nvPr>
            <p:ph type="sldImg"/>
          </p:nvPr>
        </p:nvSpPr>
        <p:spPr/>
      </p:sp>
      <p:sp>
        <p:nvSpPr>
          <p:cNvPr id="1048882" name="Notes Placeholder 2"/>
          <p:cNvSpPr>
            <a:spLocks noGrp="1"/>
          </p:cNvSpPr>
          <p:nvPr>
            <p:ph type="body" idx="1"/>
          </p:nvPr>
        </p:nvSpPr>
        <p:spPr/>
        <p:txBody>
          <a:bodyPr>
            <a:normAutofit/>
          </a:bodyPr>
          <a:p>
            <a:endParaRPr lang="en-GB"/>
          </a:p>
        </p:txBody>
      </p:sp>
      <p:sp>
        <p:nvSpPr>
          <p:cNvPr id="1048883" name="Slide Number Placeholder 3"/>
          <p:cNvSpPr>
            <a:spLocks noGrp="1"/>
          </p:cNvSpPr>
          <p:nvPr>
            <p:ph type="sldNum" sz="quarter" idx="10"/>
          </p:nvPr>
        </p:nvSpPr>
        <p:spPr/>
        <p:txBody>
          <a:bodyPr/>
          <a:p>
            <a:fld id="{D82F85FF-5A75-4132-B052-EED17F338737}" type="slidenum">
              <a:rPr lang="en-GB" smtClean="0"/>
            </a:fld>
            <a:endParaRPr lang="en-GB"/>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261" name=""/>
        <p:cNvGrpSpPr/>
        <p:nvPr/>
      </p:nvGrpSpPr>
      <p:grpSpPr>
        <a:xfrm>
          <a:off x="0" y="0"/>
          <a:ext cx="0" cy="0"/>
          <a:chOff x="0" y="0"/>
          <a:chExt cx="0" cy="0"/>
        </a:xfrm>
      </p:grpSpPr>
      <p:sp>
        <p:nvSpPr>
          <p:cNvPr id="1048887" name="Slide Image Placeholder 1"/>
          <p:cNvSpPr>
            <a:spLocks noChangeAspect="1" noRot="1" noGrp="1"/>
          </p:cNvSpPr>
          <p:nvPr>
            <p:ph type="sldImg"/>
          </p:nvPr>
        </p:nvSpPr>
        <p:spPr/>
      </p:sp>
      <p:sp>
        <p:nvSpPr>
          <p:cNvPr id="1048888" name="Notes Placeholder 2"/>
          <p:cNvSpPr>
            <a:spLocks noGrp="1"/>
          </p:cNvSpPr>
          <p:nvPr>
            <p:ph type="body" idx="1"/>
          </p:nvPr>
        </p:nvSpPr>
        <p:spPr/>
        <p:txBody>
          <a:bodyPr>
            <a:normAutofit/>
          </a:bodyPr>
          <a:p>
            <a:endParaRPr lang="en-GB"/>
          </a:p>
        </p:txBody>
      </p:sp>
      <p:sp>
        <p:nvSpPr>
          <p:cNvPr id="1048889" name="Slide Number Placeholder 3"/>
          <p:cNvSpPr>
            <a:spLocks noGrp="1"/>
          </p:cNvSpPr>
          <p:nvPr>
            <p:ph type="sldNum" sz="quarter" idx="10"/>
          </p:nvPr>
        </p:nvSpPr>
        <p:spPr/>
        <p:txBody>
          <a:bodyPr/>
          <a:p>
            <a:fld id="{D82F85FF-5A75-4132-B052-EED17F338737}" type="slidenum">
              <a:rPr lang="en-GB" smtClean="0"/>
            </a:fld>
            <a:endParaRPr lang="en-GB"/>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264" name=""/>
        <p:cNvGrpSpPr/>
        <p:nvPr/>
      </p:nvGrpSpPr>
      <p:grpSpPr>
        <a:xfrm>
          <a:off x="0" y="0"/>
          <a:ext cx="0" cy="0"/>
          <a:chOff x="0" y="0"/>
          <a:chExt cx="0" cy="0"/>
        </a:xfrm>
      </p:grpSpPr>
      <p:sp>
        <p:nvSpPr>
          <p:cNvPr id="1048892" name="Slide Image Placeholder 1"/>
          <p:cNvSpPr>
            <a:spLocks noChangeAspect="1" noRot="1" noGrp="1"/>
          </p:cNvSpPr>
          <p:nvPr>
            <p:ph type="sldImg"/>
          </p:nvPr>
        </p:nvSpPr>
        <p:spPr/>
      </p:sp>
      <p:sp>
        <p:nvSpPr>
          <p:cNvPr id="1048893" name="Notes Placeholder 2"/>
          <p:cNvSpPr>
            <a:spLocks noGrp="1"/>
          </p:cNvSpPr>
          <p:nvPr>
            <p:ph type="body" idx="1"/>
          </p:nvPr>
        </p:nvSpPr>
        <p:spPr/>
        <p:txBody>
          <a:bodyPr>
            <a:normAutofit/>
          </a:bodyPr>
          <a:p>
            <a:endParaRPr lang="en-GB"/>
          </a:p>
        </p:txBody>
      </p:sp>
      <p:sp>
        <p:nvSpPr>
          <p:cNvPr id="1048894" name="Slide Number Placeholder 3"/>
          <p:cNvSpPr>
            <a:spLocks noGrp="1"/>
          </p:cNvSpPr>
          <p:nvPr>
            <p:ph type="sldNum" sz="quarter" idx="10"/>
          </p:nvPr>
        </p:nvSpPr>
        <p:spPr/>
        <p:txBody>
          <a:bodyPr/>
          <a:p>
            <a:fld id="{D82F85FF-5A75-4132-B052-EED17F338737}" type="slidenum">
              <a:rPr lang="en-GB" smtClean="0"/>
            </a:fld>
            <a:endParaRPr lang="en-GB"/>
          </a:p>
        </p:txBody>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267" name=""/>
        <p:cNvGrpSpPr/>
        <p:nvPr/>
      </p:nvGrpSpPr>
      <p:grpSpPr>
        <a:xfrm>
          <a:off x="0" y="0"/>
          <a:ext cx="0" cy="0"/>
          <a:chOff x="0" y="0"/>
          <a:chExt cx="0" cy="0"/>
        </a:xfrm>
      </p:grpSpPr>
      <p:sp>
        <p:nvSpPr>
          <p:cNvPr id="1048897" name="Slide Image Placeholder 1"/>
          <p:cNvSpPr>
            <a:spLocks noChangeAspect="1" noRot="1" noGrp="1"/>
          </p:cNvSpPr>
          <p:nvPr>
            <p:ph type="sldImg"/>
          </p:nvPr>
        </p:nvSpPr>
        <p:spPr/>
      </p:sp>
      <p:sp>
        <p:nvSpPr>
          <p:cNvPr id="1048898" name="Notes Placeholder 2"/>
          <p:cNvSpPr>
            <a:spLocks noGrp="1"/>
          </p:cNvSpPr>
          <p:nvPr>
            <p:ph type="body" idx="1"/>
          </p:nvPr>
        </p:nvSpPr>
        <p:spPr/>
        <p:txBody>
          <a:bodyPr>
            <a:normAutofit/>
          </a:bodyPr>
          <a:p>
            <a:endParaRPr lang="en-GB"/>
          </a:p>
        </p:txBody>
      </p:sp>
      <p:sp>
        <p:nvSpPr>
          <p:cNvPr id="1048899" name="Slide Number Placeholder 3"/>
          <p:cNvSpPr>
            <a:spLocks noGrp="1"/>
          </p:cNvSpPr>
          <p:nvPr>
            <p:ph type="sldNum" sz="quarter" idx="10"/>
          </p:nvPr>
        </p:nvSpPr>
        <p:spPr/>
        <p:txBody>
          <a:bodyPr/>
          <a:p>
            <a:fld id="{D82F85FF-5A75-4132-B052-EED17F338737}" type="slidenum">
              <a:rPr lang="en-GB" smtClean="0"/>
            </a:fld>
            <a:endParaRPr lang="en-GB"/>
          </a:p>
        </p:txBody>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270" name=""/>
        <p:cNvGrpSpPr/>
        <p:nvPr/>
      </p:nvGrpSpPr>
      <p:grpSpPr>
        <a:xfrm>
          <a:off x="0" y="0"/>
          <a:ext cx="0" cy="0"/>
          <a:chOff x="0" y="0"/>
          <a:chExt cx="0" cy="0"/>
        </a:xfrm>
      </p:grpSpPr>
      <p:sp>
        <p:nvSpPr>
          <p:cNvPr id="1048901" name="Slide Image Placeholder 1"/>
          <p:cNvSpPr>
            <a:spLocks noChangeAspect="1" noRot="1" noGrp="1"/>
          </p:cNvSpPr>
          <p:nvPr>
            <p:ph type="sldImg"/>
          </p:nvPr>
        </p:nvSpPr>
        <p:spPr/>
      </p:sp>
      <p:sp>
        <p:nvSpPr>
          <p:cNvPr id="1048902" name="Notes Placeholder 2"/>
          <p:cNvSpPr>
            <a:spLocks noGrp="1"/>
          </p:cNvSpPr>
          <p:nvPr>
            <p:ph type="body" idx="1"/>
          </p:nvPr>
        </p:nvSpPr>
        <p:spPr/>
        <p:txBody>
          <a:bodyPr>
            <a:normAutofit/>
          </a:bodyPr>
          <a:p>
            <a:endParaRPr lang="en-GB"/>
          </a:p>
        </p:txBody>
      </p:sp>
      <p:sp>
        <p:nvSpPr>
          <p:cNvPr id="1048903" name="Slide Number Placeholder 3"/>
          <p:cNvSpPr>
            <a:spLocks noGrp="1"/>
          </p:cNvSpPr>
          <p:nvPr>
            <p:ph type="sldNum" sz="quarter" idx="10"/>
          </p:nvPr>
        </p:nvSpPr>
        <p:spPr/>
        <p:txBody>
          <a:bodyPr/>
          <a:p>
            <a:fld id="{D82F85FF-5A75-4132-B052-EED17F338737}" type="slidenum">
              <a:rPr lang="en-GB" smtClean="0"/>
            </a:fld>
            <a:endParaRPr lang="en-GB"/>
          </a:p>
        </p:txBody>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273" name=""/>
        <p:cNvGrpSpPr/>
        <p:nvPr/>
      </p:nvGrpSpPr>
      <p:grpSpPr>
        <a:xfrm>
          <a:off x="0" y="0"/>
          <a:ext cx="0" cy="0"/>
          <a:chOff x="0" y="0"/>
          <a:chExt cx="0" cy="0"/>
        </a:xfrm>
      </p:grpSpPr>
      <p:sp>
        <p:nvSpPr>
          <p:cNvPr id="1048906" name="Slide Image Placeholder 1"/>
          <p:cNvSpPr>
            <a:spLocks noChangeAspect="1" noRot="1" noGrp="1"/>
          </p:cNvSpPr>
          <p:nvPr>
            <p:ph type="sldImg"/>
          </p:nvPr>
        </p:nvSpPr>
        <p:spPr/>
      </p:sp>
      <p:sp>
        <p:nvSpPr>
          <p:cNvPr id="1048907" name="Notes Placeholder 2"/>
          <p:cNvSpPr>
            <a:spLocks noGrp="1"/>
          </p:cNvSpPr>
          <p:nvPr>
            <p:ph type="body" idx="1"/>
          </p:nvPr>
        </p:nvSpPr>
        <p:spPr/>
        <p:txBody>
          <a:bodyPr>
            <a:normAutofit/>
          </a:bodyPr>
          <a:p>
            <a:endParaRPr lang="en-GB"/>
          </a:p>
        </p:txBody>
      </p:sp>
      <p:sp>
        <p:nvSpPr>
          <p:cNvPr id="1048908" name="Slide Number Placeholder 3"/>
          <p:cNvSpPr>
            <a:spLocks noGrp="1"/>
          </p:cNvSpPr>
          <p:nvPr>
            <p:ph type="sldNum" sz="quarter" idx="10"/>
          </p:nvPr>
        </p:nvSpPr>
        <p:spPr/>
        <p:txBody>
          <a:bodyPr/>
          <a:p>
            <a:fld id="{D82F85FF-5A75-4132-B052-EED17F338737}" type="slidenum">
              <a:rPr lang="en-GB" smtClean="0"/>
            </a:fld>
            <a:endParaRPr lang="en-GB"/>
          </a:p>
        </p:txBody>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276" name=""/>
        <p:cNvGrpSpPr/>
        <p:nvPr/>
      </p:nvGrpSpPr>
      <p:grpSpPr>
        <a:xfrm>
          <a:off x="0" y="0"/>
          <a:ext cx="0" cy="0"/>
          <a:chOff x="0" y="0"/>
          <a:chExt cx="0" cy="0"/>
        </a:xfrm>
      </p:grpSpPr>
      <p:sp>
        <p:nvSpPr>
          <p:cNvPr id="1048911" name="Slide Image Placeholder 1"/>
          <p:cNvSpPr>
            <a:spLocks noChangeAspect="1" noRot="1" noGrp="1"/>
          </p:cNvSpPr>
          <p:nvPr>
            <p:ph type="sldImg"/>
          </p:nvPr>
        </p:nvSpPr>
        <p:spPr/>
      </p:sp>
      <p:sp>
        <p:nvSpPr>
          <p:cNvPr id="1048912" name="Notes Placeholder 2"/>
          <p:cNvSpPr>
            <a:spLocks noGrp="1"/>
          </p:cNvSpPr>
          <p:nvPr>
            <p:ph type="body" idx="1"/>
          </p:nvPr>
        </p:nvSpPr>
        <p:spPr/>
        <p:txBody>
          <a:bodyPr>
            <a:normAutofit/>
          </a:bodyPr>
          <a:p>
            <a:endParaRPr lang="en-GB"/>
          </a:p>
        </p:txBody>
      </p:sp>
      <p:sp>
        <p:nvSpPr>
          <p:cNvPr id="1048913" name="Slide Number Placeholder 3"/>
          <p:cNvSpPr>
            <a:spLocks noGrp="1"/>
          </p:cNvSpPr>
          <p:nvPr>
            <p:ph type="sldNum" sz="quarter" idx="10"/>
          </p:nvPr>
        </p:nvSpPr>
        <p:spPr/>
        <p:txBody>
          <a:bodyPr/>
          <a:p>
            <a:fld id="{D82F85FF-5A75-4132-B052-EED17F338737}" type="slidenum">
              <a:rPr lang="en-GB" smtClean="0"/>
            </a:fld>
            <a:endParaRPr lang="en-GB"/>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showMasterSp="0" type="title">
  <p:cSld name="Title Slide">
    <p:spTree>
      <p:nvGrpSpPr>
        <p:cNvPr id="102" name=""/>
        <p:cNvGrpSpPr/>
        <p:nvPr/>
      </p:nvGrpSpPr>
      <p:grpSpPr>
        <a:xfrm>
          <a:off x="0" y="0"/>
          <a:ext cx="0" cy="0"/>
          <a:chOff x="0" y="0"/>
          <a:chExt cx="0" cy="0"/>
        </a:xfrm>
      </p:grpSpPr>
      <p:sp>
        <p:nvSpPr>
          <p:cNvPr id="1048623" name="Rectangle 8"/>
          <p:cNvSpPr/>
          <p:nvPr/>
        </p:nvSpPr>
        <p:spPr bwMode="ltGray">
          <a:xfrm>
            <a:off x="0" y="0"/>
            <a:ext cx="9143999" cy="5135430"/>
          </a:xfrm>
          <a:prstGeom prst="rect"/>
          <a:solidFill>
            <a:srgbClr val="000000"/>
          </a:solidFill>
          <a:ln w="48000" cap="flat" cmpd="thickThin" algn="ctr">
            <a:noFill/>
            <a:prstDash val="solid"/>
          </a:ln>
        </p:spPr>
        <p:style>
          <a:lnRef idx="2">
            <a:schemeClr val="accent1"/>
          </a:lnRef>
          <a:fillRef idx="1">
            <a:schemeClr val="accent1"/>
          </a:fillRef>
          <a:effectRef idx="0">
            <a:schemeClr val="accent1"/>
          </a:effectRef>
          <a:fontRef idx="minor">
            <a:schemeClr val="lt1"/>
          </a:fontRef>
        </p:style>
        <p:txBody>
          <a:bodyPr anchor="ctr" rtlCol="0"/>
          <a:p>
            <a:pPr algn="ctr" eaLnBrk="1" hangingPunct="1" latinLnBrk="0"/>
            <a:endParaRPr kumimoji="0" lang="en-US"/>
          </a:p>
        </p:txBody>
      </p:sp>
      <p:sp>
        <p:nvSpPr>
          <p:cNvPr id="1048624" name="Title 1"/>
          <p:cNvSpPr>
            <a:spLocks noGrp="1"/>
          </p:cNvSpPr>
          <p:nvPr>
            <p:ph type="ctrTitle"/>
          </p:nvPr>
        </p:nvSpPr>
        <p:spPr>
          <a:xfrm>
            <a:off x="685800" y="3355848"/>
            <a:ext cx="8077200" cy="1673352"/>
          </a:xfrm>
        </p:spPr>
        <p:txBody>
          <a:bodyPr anchor="t" bIns="0" lIns="91440" rIns="45720" rtlCol="0" tIns="0" vert="horz">
            <a:normAutofit/>
            <a:scene3d>
              <a:camera prst="orthographicFront"/>
              <a:lightRig dir="t" rig="threePt">
                <a:rot lat="0" lon="0" rev="4800000"/>
              </a:lightRig>
            </a:scene3d>
            <a:sp3d prstMaterial="matte">
              <a:bevelT w="50800" h="10160"/>
            </a:sp3d>
          </a:bodyPr>
          <a:lstStyle>
            <a:lvl1pPr algn="l">
              <a:defRPr b="1" sz="4700"/>
            </a:lvl1pPr>
          </a:lstStyle>
          <a:p>
            <a:r>
              <a:rPr kumimoji="0" lang="en-US" smtClean="0"/>
              <a:t>Click to edit Master title style</a:t>
            </a:r>
            <a:endParaRPr kumimoji="0" lang="en-US"/>
          </a:p>
        </p:txBody>
      </p:sp>
      <p:sp>
        <p:nvSpPr>
          <p:cNvPr id="1048625" name="Subtitle 2"/>
          <p:cNvSpPr>
            <a:spLocks noGrp="1"/>
          </p:cNvSpPr>
          <p:nvPr>
            <p:ph type="subTitle" idx="1"/>
          </p:nvPr>
        </p:nvSpPr>
        <p:spPr>
          <a:xfrm>
            <a:off x="685800" y="1828800"/>
            <a:ext cx="8077200" cy="1499616"/>
          </a:xfrm>
        </p:spPr>
        <p:txBody>
          <a:bodyPr anchor="b" bIns="0" lIns="118872" rIns="45720" tIns="0"/>
          <a:lstStyle>
            <a:lvl1pPr algn="l" indent="0" marL="0">
              <a:buNone/>
              <a:defRPr sz="2000">
                <a:solidFill>
                  <a:srgbClr val="FFFFFF"/>
                </a:solidFill>
              </a:defRPr>
            </a:lvl1pPr>
            <a:lvl2pPr algn="ctr" indent="0" marL="457200">
              <a:buNone/>
              <a:defRPr>
                <a:solidFill>
                  <a:schemeClr val="tx1">
                    <a:tint val="75000"/>
                  </a:schemeClr>
                </a:solidFill>
              </a:defRPr>
            </a:lvl2pPr>
            <a:lvl3pPr algn="ctr" indent="0" marL="914400">
              <a:buNone/>
              <a:defRPr>
                <a:solidFill>
                  <a:schemeClr val="tx1">
                    <a:tint val="75000"/>
                  </a:schemeClr>
                </a:solidFill>
              </a:defRPr>
            </a:lvl3pPr>
            <a:lvl4pPr algn="ctr" indent="0" marL="1371600">
              <a:buNone/>
              <a:defRPr>
                <a:solidFill>
                  <a:schemeClr val="tx1">
                    <a:tint val="75000"/>
                  </a:schemeClr>
                </a:solidFill>
              </a:defRPr>
            </a:lvl4pPr>
            <a:lvl5pPr algn="ctr" indent="0" marL="1828800">
              <a:buNone/>
              <a:defRPr>
                <a:solidFill>
                  <a:schemeClr val="tx1">
                    <a:tint val="75000"/>
                  </a:schemeClr>
                </a:solidFill>
              </a:defRPr>
            </a:lvl5pPr>
            <a:lvl6pPr algn="ctr" indent="0" marL="2286000">
              <a:buNone/>
              <a:defRPr>
                <a:solidFill>
                  <a:schemeClr val="tx1">
                    <a:tint val="75000"/>
                  </a:schemeClr>
                </a:solidFill>
              </a:defRPr>
            </a:lvl6pPr>
            <a:lvl7pPr algn="ctr" indent="0" marL="2743200">
              <a:buNone/>
              <a:defRPr>
                <a:solidFill>
                  <a:schemeClr val="tx1">
                    <a:tint val="75000"/>
                  </a:schemeClr>
                </a:solidFill>
              </a:defRPr>
            </a:lvl7pPr>
            <a:lvl8pPr algn="ctr" indent="0" marL="3200400">
              <a:buNone/>
              <a:defRPr>
                <a:solidFill>
                  <a:schemeClr val="tx1">
                    <a:tint val="75000"/>
                  </a:schemeClr>
                </a:solidFill>
              </a:defRPr>
            </a:lvl8pPr>
            <a:lvl9pPr algn="ctr" indent="0" marL="3657600">
              <a:buNone/>
              <a:defRPr>
                <a:solidFill>
                  <a:schemeClr val="tx1">
                    <a:tint val="75000"/>
                  </a:schemeClr>
                </a:solidFill>
              </a:defRPr>
            </a:lvl9pPr>
          </a:lstStyle>
          <a:p>
            <a:r>
              <a:rPr kumimoji="0" lang="en-US" smtClean="0"/>
              <a:t>Click to edit Master subtitle style</a:t>
            </a:r>
            <a:endParaRPr kumimoji="0" lang="en-US"/>
          </a:p>
        </p:txBody>
      </p:sp>
      <p:sp>
        <p:nvSpPr>
          <p:cNvPr id="1048626" name="Date Placeholder 3"/>
          <p:cNvSpPr>
            <a:spLocks noGrp="1"/>
          </p:cNvSpPr>
          <p:nvPr>
            <p:ph type="dt" sz="half" idx="10"/>
          </p:nvPr>
        </p:nvSpPr>
        <p:spPr/>
        <p:txBody>
          <a:bodyPr/>
          <a:p>
            <a:fld id="{2D8E8500-6A82-43FC-8EC9-786FBB1084EA}" type="datetimeFigureOut">
              <a:rPr lang="en-US" smtClean="0"/>
            </a:fld>
            <a:endParaRPr lang="en-GB"/>
          </a:p>
        </p:txBody>
      </p:sp>
      <p:sp>
        <p:nvSpPr>
          <p:cNvPr id="1048627" name="Footer Placeholder 4"/>
          <p:cNvSpPr>
            <a:spLocks noGrp="1"/>
          </p:cNvSpPr>
          <p:nvPr>
            <p:ph type="ftr" sz="quarter" idx="11"/>
          </p:nvPr>
        </p:nvSpPr>
        <p:spPr/>
        <p:txBody>
          <a:bodyPr/>
          <a:p>
            <a:endParaRPr lang="en-GB"/>
          </a:p>
        </p:txBody>
      </p:sp>
      <p:sp>
        <p:nvSpPr>
          <p:cNvPr id="1048628" name="Slide Number Placeholder 5"/>
          <p:cNvSpPr>
            <a:spLocks noGrp="1"/>
          </p:cNvSpPr>
          <p:nvPr>
            <p:ph type="sldNum" sz="quarter" idx="12"/>
          </p:nvPr>
        </p:nvSpPr>
        <p:spPr/>
        <p:txBody>
          <a:bodyPr/>
          <a:p>
            <a:fld id="{5B190482-78AA-40F2-AD8A-D35B3E9A229D}" type="slidenum">
              <a:rPr lang="en-GB" smtClean="0"/>
            </a:fld>
            <a:endParaRPr lang="en-GB"/>
          </a:p>
        </p:txBody>
      </p:sp>
      <p:sp>
        <p:nvSpPr>
          <p:cNvPr id="1048629" name="Rectangle 9"/>
          <p:cNvSpPr/>
          <p:nvPr/>
        </p:nvSpPr>
        <p:spPr bwMode="invGray">
          <a:xfrm>
            <a:off x="0" y="5128334"/>
            <a:ext cx="9144000" cy="45720"/>
          </a:xfrm>
          <a:prstGeom prst="rect"/>
          <a:solidFill>
            <a:srgbClr val="FFFFFF"/>
          </a:solidFill>
          <a:ln w="48000" cap="flat" cmpd="thickThin" algn="ctr">
            <a:noFill/>
            <a:prstDash val="solid"/>
          </a:ln>
          <a:effectLst>
            <a:outerShdw algn="tl" blurRad="31750" dir="5400000" dist="10160" rotWithShape="0">
              <a:srgbClr val="000000">
                <a:alpha val="60000"/>
              </a:srgbClr>
            </a:outerShdw>
          </a:effectLst>
        </p:spPr>
        <p:style>
          <a:lnRef idx="2">
            <a:schemeClr val="accent1"/>
          </a:lnRef>
          <a:fillRef idx="1">
            <a:schemeClr val="accent1"/>
          </a:fillRef>
          <a:effectRef idx="0">
            <a:schemeClr val="accent1"/>
          </a:effectRef>
          <a:fontRef idx="minor">
            <a:schemeClr val="lt1"/>
          </a:fontRef>
        </p:style>
        <p:txBody>
          <a:bodyPr anchor="ctr" rtlCol="0"/>
          <a:p>
            <a:pPr algn="ctr" eaLnBrk="1" hangingPunct="1" latinLnBrk="0"/>
            <a:endParaRPr kumimoji="0"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type="obj">
  <p:cSld name="Title and Content">
    <p:spTree>
      <p:nvGrpSpPr>
        <p:cNvPr id="41" name=""/>
        <p:cNvGrpSpPr/>
        <p:nvPr/>
      </p:nvGrpSpPr>
      <p:grpSpPr>
        <a:xfrm>
          <a:off x="0" y="0"/>
          <a:ext cx="0" cy="0"/>
          <a:chOff x="0" y="0"/>
          <a:chExt cx="0" cy="0"/>
        </a:xfrm>
      </p:grpSpPr>
      <p:sp>
        <p:nvSpPr>
          <p:cNvPr id="1048583" name="Title 1"/>
          <p:cNvSpPr>
            <a:spLocks noGrp="1"/>
          </p:cNvSpPr>
          <p:nvPr>
            <p:ph type="title"/>
          </p:nvPr>
        </p:nvSpPr>
        <p:spPr>
          <a:xfrm>
            <a:off x="457200" y="155448"/>
            <a:ext cx="8229600" cy="1252728"/>
          </a:xfrm>
        </p:spPr>
        <p:txBody>
          <a:bodyPr/>
          <a:p>
            <a:r>
              <a:rPr kumimoji="0" lang="en-US" smtClean="0"/>
              <a:t>Click to edit Master title style</a:t>
            </a:r>
            <a:endParaRPr kumimoji="0" lang="en-US"/>
          </a:p>
        </p:txBody>
      </p:sp>
      <p:sp>
        <p:nvSpPr>
          <p:cNvPr id="1048584" name="Content Placeholder 2"/>
          <p:cNvSpPr>
            <a:spLocks noGrp="1"/>
          </p:cNvSpPr>
          <p:nvPr>
            <p:ph idx="1"/>
          </p:nvPr>
        </p:nvSpPr>
        <p:spPr/>
        <p:txBody>
          <a:bodyPr/>
          <a:p>
            <a:pPr eaLnBrk="1" hangingPunct="1" latinLnBrk="0" lvl="0"/>
            <a:r>
              <a:rPr lang="en-US" smtClean="0"/>
              <a:t>Click to edit Master text styles</a:t>
            </a:r>
          </a:p>
          <a:p>
            <a:pPr eaLnBrk="1" hangingPunct="1" latinLnBrk="0" lvl="1"/>
            <a:r>
              <a:rPr lang="en-US" smtClean="0"/>
              <a:t>Second level</a:t>
            </a:r>
          </a:p>
          <a:p>
            <a:pPr eaLnBrk="1" hangingPunct="1" latinLnBrk="0" lvl="2"/>
            <a:r>
              <a:rPr lang="en-US" smtClean="0"/>
              <a:t>Third level</a:t>
            </a:r>
          </a:p>
          <a:p>
            <a:pPr eaLnBrk="1" hangingPunct="1" latinLnBrk="0" lvl="3"/>
            <a:r>
              <a:rPr lang="en-US" smtClean="0"/>
              <a:t>Fourth level</a:t>
            </a:r>
          </a:p>
          <a:p>
            <a:pPr eaLnBrk="1" hangingPunct="1" latinLnBrk="0" lvl="4"/>
            <a:r>
              <a:rPr lang="en-US" smtClean="0"/>
              <a:t>Fifth level</a:t>
            </a:r>
            <a:endParaRPr kumimoji="0" lang="en-US"/>
          </a:p>
        </p:txBody>
      </p:sp>
      <p:sp>
        <p:nvSpPr>
          <p:cNvPr id="1048585" name="Date Placeholder 3"/>
          <p:cNvSpPr>
            <a:spLocks noGrp="1"/>
          </p:cNvSpPr>
          <p:nvPr>
            <p:ph type="dt" sz="half" idx="10"/>
          </p:nvPr>
        </p:nvSpPr>
        <p:spPr/>
        <p:txBody>
          <a:bodyPr/>
          <a:p>
            <a:fld id="{2D8E8500-6A82-43FC-8EC9-786FBB1084EA}" type="datetimeFigureOut">
              <a:rPr lang="en-US" smtClean="0"/>
            </a:fld>
            <a:endParaRPr lang="en-GB"/>
          </a:p>
        </p:txBody>
      </p:sp>
      <p:sp>
        <p:nvSpPr>
          <p:cNvPr id="1048586" name="Footer Placeholder 4"/>
          <p:cNvSpPr>
            <a:spLocks noGrp="1"/>
          </p:cNvSpPr>
          <p:nvPr>
            <p:ph type="ftr" sz="quarter" idx="11"/>
          </p:nvPr>
        </p:nvSpPr>
        <p:spPr/>
        <p:txBody>
          <a:bodyPr/>
          <a:p>
            <a:endParaRPr lang="en-GB"/>
          </a:p>
        </p:txBody>
      </p:sp>
      <p:sp>
        <p:nvSpPr>
          <p:cNvPr id="1048587" name="Slide Number Placeholder 5"/>
          <p:cNvSpPr>
            <a:spLocks noGrp="1"/>
          </p:cNvSpPr>
          <p:nvPr>
            <p:ph type="sldNum" sz="quarter" idx="12"/>
          </p:nvPr>
        </p:nvSpPr>
        <p:spPr/>
        <p:txBody>
          <a:bodyPr/>
          <a:p>
            <a:fld id="{5B190482-78AA-40F2-AD8A-D35B3E9A229D}" type="slidenum">
              <a:rPr lang="en-GB" smtClean="0"/>
            </a:fld>
            <a:endParaRPr lang="en-GB"/>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showMasterSp="0" type="secHead">
  <p:cSld name="Section Header">
    <p:spTree>
      <p:nvGrpSpPr>
        <p:cNvPr id="282" name=""/>
        <p:cNvGrpSpPr/>
        <p:nvPr/>
      </p:nvGrpSpPr>
      <p:grpSpPr>
        <a:xfrm>
          <a:off x="0" y="0"/>
          <a:ext cx="0" cy="0"/>
          <a:chOff x="0" y="0"/>
          <a:chExt cx="0" cy="0"/>
        </a:xfrm>
      </p:grpSpPr>
      <p:sp>
        <p:nvSpPr>
          <p:cNvPr id="1048942" name="Rectangle 8"/>
          <p:cNvSpPr/>
          <p:nvPr/>
        </p:nvSpPr>
        <p:spPr bwMode="ltGray">
          <a:xfrm>
            <a:off x="0" y="1"/>
            <a:ext cx="9144000" cy="2602520"/>
          </a:xfrm>
          <a:prstGeom prst="rect"/>
          <a:solidFill>
            <a:srgbClr val="000000"/>
          </a:solidFill>
          <a:ln w="48000" cap="flat" cmpd="thickThin" algn="ctr">
            <a:noFill/>
            <a:prstDash val="solid"/>
          </a:ln>
        </p:spPr>
        <p:style>
          <a:lnRef idx="2">
            <a:schemeClr val="accent1"/>
          </a:lnRef>
          <a:fillRef idx="1">
            <a:schemeClr val="accent1"/>
          </a:fillRef>
          <a:effectRef idx="0">
            <a:schemeClr val="accent1"/>
          </a:effectRef>
          <a:fontRef idx="minor">
            <a:schemeClr val="lt1"/>
          </a:fontRef>
        </p:style>
        <p:txBody>
          <a:bodyPr anchor="ctr" rtlCol="0"/>
          <a:p>
            <a:pPr algn="ctr" eaLnBrk="1" hangingPunct="1" latinLnBrk="0"/>
            <a:endParaRPr kumimoji="0" lang="en-US"/>
          </a:p>
        </p:txBody>
      </p:sp>
      <p:sp>
        <p:nvSpPr>
          <p:cNvPr id="1048943" name="Rectangle 11"/>
          <p:cNvSpPr/>
          <p:nvPr/>
        </p:nvSpPr>
        <p:spPr bwMode="invGray">
          <a:xfrm>
            <a:off x="0" y="2602520"/>
            <a:ext cx="9144000" cy="45720"/>
          </a:xfrm>
          <a:prstGeom prst="rect"/>
          <a:solidFill>
            <a:srgbClr val="FFFFFF"/>
          </a:solidFill>
          <a:ln w="48000" cap="flat" cmpd="thickThin" algn="ctr">
            <a:noFill/>
            <a:prstDash val="solid"/>
          </a:ln>
          <a:effectLst>
            <a:outerShdw algn="tl" blurRad="31750" dir="5400000" dist="10160" rotWithShape="0">
              <a:srgbClr val="000000">
                <a:alpha val="60000"/>
              </a:srgbClr>
            </a:outerShdw>
          </a:effectLst>
        </p:spPr>
        <p:style>
          <a:lnRef idx="2">
            <a:schemeClr val="accent1"/>
          </a:lnRef>
          <a:fillRef idx="1">
            <a:schemeClr val="accent1"/>
          </a:fillRef>
          <a:effectRef idx="0">
            <a:schemeClr val="accent1"/>
          </a:effectRef>
          <a:fontRef idx="minor">
            <a:schemeClr val="lt1"/>
          </a:fontRef>
        </p:style>
        <p:txBody>
          <a:bodyPr anchor="ctr" rtlCol="0"/>
          <a:p>
            <a:pPr algn="ctr" eaLnBrk="1" hangingPunct="1" latinLnBrk="0"/>
            <a:endParaRPr kumimoji="0" lang="en-US"/>
          </a:p>
        </p:txBody>
      </p:sp>
      <p:sp>
        <p:nvSpPr>
          <p:cNvPr id="1048944" name="Title 1"/>
          <p:cNvSpPr>
            <a:spLocks noGrp="1"/>
          </p:cNvSpPr>
          <p:nvPr>
            <p:ph type="title"/>
          </p:nvPr>
        </p:nvSpPr>
        <p:spPr>
          <a:xfrm>
            <a:off x="749808" y="118872"/>
            <a:ext cx="8013192" cy="1636776"/>
          </a:xfrm>
        </p:spPr>
        <p:txBody>
          <a:bodyPr anchor="b" bIns="0" lIns="91440" rIns="91440" rtlCol="0" tIns="0" vert="horz">
            <a:normAutofit/>
            <a:scene3d>
              <a:camera prst="orthographicFront"/>
              <a:lightRig dir="t" rig="threePt">
                <a:rot lat="0" lon="0" rev="4800000"/>
              </a:lightRig>
            </a:scene3d>
            <a:sp3d prstMaterial="matte">
              <a:bevelT w="50800" h="10160"/>
            </a:sp3d>
          </a:bodyPr>
          <a:lstStyle>
            <a:lvl1pPr algn="l">
              <a:defRPr baseline="0" b="1" cap="none" sz="4700"/>
            </a:lvl1pPr>
          </a:lstStyle>
          <a:p>
            <a:r>
              <a:rPr kumimoji="0" lang="en-US" smtClean="0"/>
              <a:t>Click to edit Master title style</a:t>
            </a:r>
            <a:endParaRPr kumimoji="0" lang="en-US"/>
          </a:p>
        </p:txBody>
      </p:sp>
      <p:sp>
        <p:nvSpPr>
          <p:cNvPr id="1048945" name="Text Placeholder 2"/>
          <p:cNvSpPr>
            <a:spLocks noGrp="1"/>
          </p:cNvSpPr>
          <p:nvPr>
            <p:ph type="body" idx="1"/>
          </p:nvPr>
        </p:nvSpPr>
        <p:spPr>
          <a:xfrm>
            <a:off x="740664" y="1828800"/>
            <a:ext cx="8022336" cy="685800"/>
          </a:xfrm>
        </p:spPr>
        <p:txBody>
          <a:bodyPr anchor="t" bIns="0" lIns="146304" rIns="45720" tIns="0"/>
          <a:lstStyle>
            <a:lvl1pPr indent="0" marL="0">
              <a:buNone/>
              <a:defRPr sz="2000">
                <a:solidFill>
                  <a:srgbClr val="FFFFFF"/>
                </a:solidFill>
              </a:defRPr>
            </a:lvl1pPr>
            <a:lvl2pPr indent="0" marL="457200">
              <a:buNone/>
              <a:defRPr sz="1800">
                <a:solidFill>
                  <a:schemeClr val="tx1">
                    <a:tint val="75000"/>
                  </a:schemeClr>
                </a:solidFill>
              </a:defRPr>
            </a:lvl2pPr>
            <a:lvl3pPr indent="0" marL="914400">
              <a:buNone/>
              <a:defRPr sz="1600">
                <a:solidFill>
                  <a:schemeClr val="tx1">
                    <a:tint val="75000"/>
                  </a:schemeClr>
                </a:solidFill>
              </a:defRPr>
            </a:lvl3pPr>
            <a:lvl4pPr indent="0" marL="1371600">
              <a:buNone/>
              <a:defRPr sz="1400">
                <a:solidFill>
                  <a:schemeClr val="tx1">
                    <a:tint val="75000"/>
                  </a:schemeClr>
                </a:solidFill>
              </a:defRPr>
            </a:lvl4pPr>
            <a:lvl5pPr indent="0" marL="1828800">
              <a:buNone/>
              <a:defRPr sz="1400">
                <a:solidFill>
                  <a:schemeClr val="tx1">
                    <a:tint val="75000"/>
                  </a:schemeClr>
                </a:solidFill>
              </a:defRPr>
            </a:lvl5pPr>
            <a:lvl6pPr indent="0" marL="2286000">
              <a:buNone/>
              <a:defRPr sz="1400">
                <a:solidFill>
                  <a:schemeClr val="tx1">
                    <a:tint val="75000"/>
                  </a:schemeClr>
                </a:solidFill>
              </a:defRPr>
            </a:lvl6pPr>
            <a:lvl7pPr indent="0" marL="2743200">
              <a:buNone/>
              <a:defRPr sz="1400">
                <a:solidFill>
                  <a:schemeClr val="tx1">
                    <a:tint val="75000"/>
                  </a:schemeClr>
                </a:solidFill>
              </a:defRPr>
            </a:lvl7pPr>
            <a:lvl8pPr indent="0" marL="3200400">
              <a:buNone/>
              <a:defRPr sz="1400">
                <a:solidFill>
                  <a:schemeClr val="tx1">
                    <a:tint val="75000"/>
                  </a:schemeClr>
                </a:solidFill>
              </a:defRPr>
            </a:lvl8pPr>
            <a:lvl9pPr indent="0" marL="3657600">
              <a:buNone/>
              <a:defRPr sz="1400">
                <a:solidFill>
                  <a:schemeClr val="tx1">
                    <a:tint val="75000"/>
                  </a:schemeClr>
                </a:solidFill>
              </a:defRPr>
            </a:lvl9pPr>
          </a:lstStyle>
          <a:p>
            <a:pPr eaLnBrk="1" hangingPunct="1" latinLnBrk="0" lvl="0"/>
            <a:r>
              <a:rPr kumimoji="0" lang="en-US" smtClean="0"/>
              <a:t>Click to edit Master text styles</a:t>
            </a:r>
          </a:p>
        </p:txBody>
      </p:sp>
      <p:sp>
        <p:nvSpPr>
          <p:cNvPr id="1048946" name="Date Placeholder 3"/>
          <p:cNvSpPr>
            <a:spLocks noGrp="1"/>
          </p:cNvSpPr>
          <p:nvPr>
            <p:ph type="dt" sz="half" idx="10"/>
          </p:nvPr>
        </p:nvSpPr>
        <p:spPr/>
        <p:txBody>
          <a:bodyPr/>
          <a:p>
            <a:fld id="{2D8E8500-6A82-43FC-8EC9-786FBB1084EA}" type="datetimeFigureOut">
              <a:rPr lang="en-US" smtClean="0"/>
            </a:fld>
            <a:endParaRPr lang="en-GB"/>
          </a:p>
        </p:txBody>
      </p:sp>
      <p:sp>
        <p:nvSpPr>
          <p:cNvPr id="1048947" name="Footer Placeholder 4"/>
          <p:cNvSpPr>
            <a:spLocks noGrp="1"/>
          </p:cNvSpPr>
          <p:nvPr>
            <p:ph type="ftr" sz="quarter" idx="11"/>
          </p:nvPr>
        </p:nvSpPr>
        <p:spPr/>
        <p:txBody>
          <a:bodyPr/>
          <a:p>
            <a:endParaRPr lang="en-GB"/>
          </a:p>
        </p:txBody>
      </p:sp>
      <p:sp>
        <p:nvSpPr>
          <p:cNvPr id="1048948" name="Slide Number Placeholder 5"/>
          <p:cNvSpPr>
            <a:spLocks noGrp="1"/>
          </p:cNvSpPr>
          <p:nvPr>
            <p:ph type="sldNum" sz="quarter" idx="12"/>
          </p:nvPr>
        </p:nvSpPr>
        <p:spPr/>
        <p:txBody>
          <a:bodyPr/>
          <a:p>
            <a:fld id="{5B190482-78AA-40F2-AD8A-D35B3E9A229D}" type="slidenum">
              <a:rPr lang="en-GB" smtClean="0"/>
            </a:fld>
            <a:endParaRPr lang="en-GB"/>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type="twoObj">
  <p:cSld name="Two Content">
    <p:spTree>
      <p:nvGrpSpPr>
        <p:cNvPr id="277" name=""/>
        <p:cNvGrpSpPr/>
        <p:nvPr/>
      </p:nvGrpSpPr>
      <p:grpSpPr>
        <a:xfrm>
          <a:off x="0" y="0"/>
          <a:ext cx="0" cy="0"/>
          <a:chOff x="0" y="0"/>
          <a:chExt cx="0" cy="0"/>
        </a:xfrm>
      </p:grpSpPr>
      <p:sp>
        <p:nvSpPr>
          <p:cNvPr id="1048914" name="Title 1"/>
          <p:cNvSpPr>
            <a:spLocks noGrp="1"/>
          </p:cNvSpPr>
          <p:nvPr>
            <p:ph type="title"/>
          </p:nvPr>
        </p:nvSpPr>
        <p:spPr/>
        <p:txBody>
          <a:bodyPr/>
          <a:p>
            <a:r>
              <a:rPr kumimoji="0" lang="en-US" smtClean="0"/>
              <a:t>Click to edit Master title style</a:t>
            </a:r>
            <a:endParaRPr kumimoji="0" lang="en-US"/>
          </a:p>
        </p:txBody>
      </p:sp>
      <p:sp>
        <p:nvSpPr>
          <p:cNvPr id="1048915" name="Content Placeholder 2"/>
          <p:cNvSpPr>
            <a:spLocks noGrp="1"/>
          </p:cNvSpPr>
          <p:nvPr>
            <p:ph sz="half" idx="1"/>
          </p:nvPr>
        </p:nvSpPr>
        <p:spPr>
          <a:xfrm>
            <a:off x="457200" y="1773936"/>
            <a:ext cx="4038600" cy="4623816"/>
          </a:xfrm>
        </p:spPr>
        <p:txBody>
          <a:bodyPr lIns="91440"/>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eaLnBrk="1" hangingPunct="1" latinLnBrk="0" lvl="0"/>
            <a:r>
              <a:rPr lang="en-US" smtClean="0"/>
              <a:t>Click to edit Master text styles</a:t>
            </a:r>
          </a:p>
          <a:p>
            <a:pPr eaLnBrk="1" hangingPunct="1" latinLnBrk="0" lvl="1"/>
            <a:r>
              <a:rPr lang="en-US" smtClean="0"/>
              <a:t>Second level</a:t>
            </a:r>
          </a:p>
          <a:p>
            <a:pPr eaLnBrk="1" hangingPunct="1" latinLnBrk="0" lvl="2"/>
            <a:r>
              <a:rPr lang="en-US" smtClean="0"/>
              <a:t>Third level</a:t>
            </a:r>
          </a:p>
          <a:p>
            <a:pPr eaLnBrk="1" hangingPunct="1" latinLnBrk="0" lvl="3"/>
            <a:r>
              <a:rPr lang="en-US" smtClean="0"/>
              <a:t>Fourth level</a:t>
            </a:r>
          </a:p>
          <a:p>
            <a:pPr eaLnBrk="1" hangingPunct="1" latinLnBrk="0" lvl="4"/>
            <a:r>
              <a:rPr lang="en-US" smtClean="0"/>
              <a:t>Fifth level</a:t>
            </a:r>
            <a:endParaRPr kumimoji="0" lang="en-US"/>
          </a:p>
        </p:txBody>
      </p:sp>
      <p:sp>
        <p:nvSpPr>
          <p:cNvPr id="1048916" name="Content Placeholder 3"/>
          <p:cNvSpPr>
            <a:spLocks noGrp="1"/>
          </p:cNvSpPr>
          <p:nvPr>
            <p:ph sz="half" idx="2"/>
          </p:nvPr>
        </p:nvSpPr>
        <p:spPr>
          <a:xfrm>
            <a:off x="4648200" y="1773936"/>
            <a:ext cx="4038600" cy="4623816"/>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eaLnBrk="1" hangingPunct="1" latinLnBrk="0" lvl="0"/>
            <a:r>
              <a:rPr lang="en-US" smtClean="0"/>
              <a:t>Click to edit Master text styles</a:t>
            </a:r>
          </a:p>
          <a:p>
            <a:pPr eaLnBrk="1" hangingPunct="1" latinLnBrk="0" lvl="1"/>
            <a:r>
              <a:rPr lang="en-US" smtClean="0"/>
              <a:t>Second level</a:t>
            </a:r>
          </a:p>
          <a:p>
            <a:pPr eaLnBrk="1" hangingPunct="1" latinLnBrk="0" lvl="2"/>
            <a:r>
              <a:rPr lang="en-US" smtClean="0"/>
              <a:t>Third level</a:t>
            </a:r>
          </a:p>
          <a:p>
            <a:pPr eaLnBrk="1" hangingPunct="1" latinLnBrk="0" lvl="3"/>
            <a:r>
              <a:rPr lang="en-US" smtClean="0"/>
              <a:t>Fourth level</a:t>
            </a:r>
          </a:p>
          <a:p>
            <a:pPr eaLnBrk="1" hangingPunct="1" latinLnBrk="0" lvl="4"/>
            <a:r>
              <a:rPr lang="en-US" smtClean="0"/>
              <a:t>Fifth level</a:t>
            </a:r>
            <a:endParaRPr kumimoji="0" lang="en-US"/>
          </a:p>
        </p:txBody>
      </p:sp>
      <p:sp>
        <p:nvSpPr>
          <p:cNvPr id="1048917" name="Date Placeholder 4"/>
          <p:cNvSpPr>
            <a:spLocks noGrp="1"/>
          </p:cNvSpPr>
          <p:nvPr>
            <p:ph type="dt" sz="half" idx="10"/>
          </p:nvPr>
        </p:nvSpPr>
        <p:spPr/>
        <p:txBody>
          <a:bodyPr/>
          <a:p>
            <a:fld id="{2D8E8500-6A82-43FC-8EC9-786FBB1084EA}" type="datetimeFigureOut">
              <a:rPr lang="en-US" smtClean="0"/>
            </a:fld>
            <a:endParaRPr lang="en-GB"/>
          </a:p>
        </p:txBody>
      </p:sp>
      <p:sp>
        <p:nvSpPr>
          <p:cNvPr id="1048918" name="Footer Placeholder 5"/>
          <p:cNvSpPr>
            <a:spLocks noGrp="1"/>
          </p:cNvSpPr>
          <p:nvPr>
            <p:ph type="ftr" sz="quarter" idx="11"/>
          </p:nvPr>
        </p:nvSpPr>
        <p:spPr/>
        <p:txBody>
          <a:bodyPr/>
          <a:p>
            <a:endParaRPr lang="en-GB"/>
          </a:p>
        </p:txBody>
      </p:sp>
      <p:sp>
        <p:nvSpPr>
          <p:cNvPr id="1048919" name="Slide Number Placeholder 6"/>
          <p:cNvSpPr>
            <a:spLocks noGrp="1"/>
          </p:cNvSpPr>
          <p:nvPr>
            <p:ph type="sldNum" sz="quarter" idx="12"/>
          </p:nvPr>
        </p:nvSpPr>
        <p:spPr/>
        <p:txBody>
          <a:bodyPr/>
          <a:p>
            <a:fld id="{5B190482-78AA-40F2-AD8A-D35B3E9A229D}" type="slidenum">
              <a:rPr lang="en-GB" smtClean="0"/>
            </a:fld>
            <a:endParaRPr lang="en-GB"/>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type="twoTxTwoObj">
  <p:cSld name="Comparison">
    <p:spTree>
      <p:nvGrpSpPr>
        <p:cNvPr id="278" name=""/>
        <p:cNvGrpSpPr/>
        <p:nvPr/>
      </p:nvGrpSpPr>
      <p:grpSpPr>
        <a:xfrm>
          <a:off x="0" y="0"/>
          <a:ext cx="0" cy="0"/>
          <a:chOff x="0" y="0"/>
          <a:chExt cx="0" cy="0"/>
        </a:xfrm>
      </p:grpSpPr>
      <p:sp>
        <p:nvSpPr>
          <p:cNvPr id="1048920" name="Title 1"/>
          <p:cNvSpPr>
            <a:spLocks noGrp="1"/>
          </p:cNvSpPr>
          <p:nvPr>
            <p:ph type="title"/>
          </p:nvPr>
        </p:nvSpPr>
        <p:spPr/>
        <p:txBody>
          <a:bodyPr/>
          <a:p>
            <a:r>
              <a:rPr kumimoji="0" lang="en-US" smtClean="0"/>
              <a:t>Click to edit Master title style</a:t>
            </a:r>
            <a:endParaRPr kumimoji="0" lang="en-US"/>
          </a:p>
        </p:txBody>
      </p:sp>
      <p:sp>
        <p:nvSpPr>
          <p:cNvPr id="1048921" name="Text Placeholder 2"/>
          <p:cNvSpPr>
            <a:spLocks noGrp="1"/>
          </p:cNvSpPr>
          <p:nvPr>
            <p:ph type="body" idx="1"/>
          </p:nvPr>
        </p:nvSpPr>
        <p:spPr>
          <a:xfrm>
            <a:off x="457200" y="1698987"/>
            <a:ext cx="4040188" cy="715355"/>
          </a:xfrm>
        </p:spPr>
        <p:txBody>
          <a:bodyPr anchor="ctr" lIns="146304"/>
          <a:lstStyle>
            <a:lvl1pPr indent="0" marL="0">
              <a:buNone/>
              <a:defRPr baseline="0" b="1" cap="all" sz="2300"/>
            </a:lvl1pPr>
            <a:lvl2pPr indent="0" marL="457200">
              <a:buNone/>
              <a:defRPr b="1" sz="2000"/>
            </a:lvl2pPr>
            <a:lvl3pPr indent="0" marL="914400">
              <a:buNone/>
              <a:defRPr b="1" sz="1800"/>
            </a:lvl3pPr>
            <a:lvl4pPr indent="0" marL="1371600">
              <a:buNone/>
              <a:defRPr b="1" sz="1600"/>
            </a:lvl4pPr>
            <a:lvl5pPr indent="0" marL="1828800">
              <a:buNone/>
              <a:defRPr b="1" sz="1600"/>
            </a:lvl5pPr>
            <a:lvl6pPr indent="0" marL="2286000">
              <a:buNone/>
              <a:defRPr b="1" sz="1600"/>
            </a:lvl6pPr>
            <a:lvl7pPr indent="0" marL="2743200">
              <a:buNone/>
              <a:defRPr b="1" sz="1600"/>
            </a:lvl7pPr>
            <a:lvl8pPr indent="0" marL="3200400">
              <a:buNone/>
              <a:defRPr b="1" sz="1600"/>
            </a:lvl8pPr>
            <a:lvl9pPr indent="0" marL="3657600">
              <a:buNone/>
              <a:defRPr b="1" sz="1600"/>
            </a:lvl9pPr>
          </a:lstStyle>
          <a:p>
            <a:pPr eaLnBrk="1" hangingPunct="1" latinLnBrk="0" lvl="0"/>
            <a:r>
              <a:rPr kumimoji="0" lang="en-US" smtClean="0"/>
              <a:t>Click to edit Master text styles</a:t>
            </a:r>
          </a:p>
        </p:txBody>
      </p:sp>
      <p:sp>
        <p:nvSpPr>
          <p:cNvPr id="1048922" name="Content Placeholder 3"/>
          <p:cNvSpPr>
            <a:spLocks noGrp="1"/>
          </p:cNvSpPr>
          <p:nvPr>
            <p:ph sz="half" idx="2"/>
          </p:nvPr>
        </p:nvSpPr>
        <p:spPr>
          <a:xfrm>
            <a:off x="457200" y="2449512"/>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eaLnBrk="1" hangingPunct="1" latinLnBrk="0" lvl="0"/>
            <a:r>
              <a:rPr lang="en-US" smtClean="0"/>
              <a:t>Click to edit Master text styles</a:t>
            </a:r>
          </a:p>
          <a:p>
            <a:pPr eaLnBrk="1" hangingPunct="1" latinLnBrk="0" lvl="1"/>
            <a:r>
              <a:rPr lang="en-US" smtClean="0"/>
              <a:t>Second level</a:t>
            </a:r>
          </a:p>
          <a:p>
            <a:pPr eaLnBrk="1" hangingPunct="1" latinLnBrk="0" lvl="2"/>
            <a:r>
              <a:rPr lang="en-US" smtClean="0"/>
              <a:t>Third level</a:t>
            </a:r>
          </a:p>
          <a:p>
            <a:pPr eaLnBrk="1" hangingPunct="1" latinLnBrk="0" lvl="3"/>
            <a:r>
              <a:rPr lang="en-US" smtClean="0"/>
              <a:t>Fourth level</a:t>
            </a:r>
          </a:p>
          <a:p>
            <a:pPr eaLnBrk="1" hangingPunct="1" latinLnBrk="0" lvl="4"/>
            <a:r>
              <a:rPr lang="en-US" smtClean="0"/>
              <a:t>Fifth level</a:t>
            </a:r>
            <a:endParaRPr kumimoji="0" lang="en-US"/>
          </a:p>
        </p:txBody>
      </p:sp>
      <p:sp>
        <p:nvSpPr>
          <p:cNvPr id="1048923" name="Text Placeholder 4"/>
          <p:cNvSpPr>
            <a:spLocks noGrp="1"/>
          </p:cNvSpPr>
          <p:nvPr>
            <p:ph type="body" sz="quarter" idx="3"/>
          </p:nvPr>
        </p:nvSpPr>
        <p:spPr>
          <a:xfrm>
            <a:off x="4645025" y="1698987"/>
            <a:ext cx="4041775" cy="715355"/>
          </a:xfrm>
        </p:spPr>
        <p:txBody>
          <a:bodyPr anchor="ctr" lIns="146304"/>
          <a:lstStyle>
            <a:lvl1pPr indent="0" marL="0">
              <a:buNone/>
              <a:defRPr baseline="0" b="1" cap="all" sz="2300"/>
            </a:lvl1pPr>
            <a:lvl2pPr indent="0" marL="457200">
              <a:buNone/>
              <a:defRPr b="1" sz="2000"/>
            </a:lvl2pPr>
            <a:lvl3pPr indent="0" marL="914400">
              <a:buNone/>
              <a:defRPr b="1" sz="1800"/>
            </a:lvl3pPr>
            <a:lvl4pPr indent="0" marL="1371600">
              <a:buNone/>
              <a:defRPr b="1" sz="1600"/>
            </a:lvl4pPr>
            <a:lvl5pPr indent="0" marL="1828800">
              <a:buNone/>
              <a:defRPr b="1" sz="1600"/>
            </a:lvl5pPr>
            <a:lvl6pPr indent="0" marL="2286000">
              <a:buNone/>
              <a:defRPr b="1" sz="1600"/>
            </a:lvl6pPr>
            <a:lvl7pPr indent="0" marL="2743200">
              <a:buNone/>
              <a:defRPr b="1" sz="1600"/>
            </a:lvl7pPr>
            <a:lvl8pPr indent="0" marL="3200400">
              <a:buNone/>
              <a:defRPr b="1" sz="1600"/>
            </a:lvl8pPr>
            <a:lvl9pPr indent="0" marL="3657600">
              <a:buNone/>
              <a:defRPr b="1" sz="1600"/>
            </a:lvl9pPr>
          </a:lstStyle>
          <a:p>
            <a:pPr eaLnBrk="1" hangingPunct="1" latinLnBrk="0" lvl="0"/>
            <a:r>
              <a:rPr kumimoji="0" lang="en-US" smtClean="0"/>
              <a:t>Click to edit Master text styles</a:t>
            </a:r>
          </a:p>
        </p:txBody>
      </p:sp>
      <p:sp>
        <p:nvSpPr>
          <p:cNvPr id="1048924" name="Content Placeholder 5"/>
          <p:cNvSpPr>
            <a:spLocks noGrp="1"/>
          </p:cNvSpPr>
          <p:nvPr>
            <p:ph sz="quarter" idx="4"/>
          </p:nvPr>
        </p:nvSpPr>
        <p:spPr>
          <a:xfrm>
            <a:off x="4645025" y="2449512"/>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eaLnBrk="1" hangingPunct="1" latinLnBrk="0" lvl="0"/>
            <a:r>
              <a:rPr lang="en-US" smtClean="0"/>
              <a:t>Click to edit Master text styles</a:t>
            </a:r>
          </a:p>
          <a:p>
            <a:pPr eaLnBrk="1" hangingPunct="1" latinLnBrk="0" lvl="1"/>
            <a:r>
              <a:rPr lang="en-US" smtClean="0"/>
              <a:t>Second level</a:t>
            </a:r>
          </a:p>
          <a:p>
            <a:pPr eaLnBrk="1" hangingPunct="1" latinLnBrk="0" lvl="2"/>
            <a:r>
              <a:rPr lang="en-US" smtClean="0"/>
              <a:t>Third level</a:t>
            </a:r>
          </a:p>
          <a:p>
            <a:pPr eaLnBrk="1" hangingPunct="1" latinLnBrk="0" lvl="3"/>
            <a:r>
              <a:rPr lang="en-US" smtClean="0"/>
              <a:t>Fourth level</a:t>
            </a:r>
          </a:p>
          <a:p>
            <a:pPr eaLnBrk="1" hangingPunct="1" latinLnBrk="0" lvl="4"/>
            <a:r>
              <a:rPr lang="en-US" smtClean="0"/>
              <a:t>Fifth level</a:t>
            </a:r>
            <a:endParaRPr kumimoji="0" lang="en-US"/>
          </a:p>
        </p:txBody>
      </p:sp>
      <p:sp>
        <p:nvSpPr>
          <p:cNvPr id="1048925" name="Date Placeholder 6"/>
          <p:cNvSpPr>
            <a:spLocks noGrp="1"/>
          </p:cNvSpPr>
          <p:nvPr>
            <p:ph type="dt" sz="half" idx="10"/>
          </p:nvPr>
        </p:nvSpPr>
        <p:spPr/>
        <p:txBody>
          <a:bodyPr/>
          <a:p>
            <a:fld id="{2D8E8500-6A82-43FC-8EC9-786FBB1084EA}" type="datetimeFigureOut">
              <a:rPr lang="en-US" smtClean="0"/>
            </a:fld>
            <a:endParaRPr lang="en-GB"/>
          </a:p>
        </p:txBody>
      </p:sp>
      <p:sp>
        <p:nvSpPr>
          <p:cNvPr id="1048926" name="Footer Placeholder 7"/>
          <p:cNvSpPr>
            <a:spLocks noGrp="1"/>
          </p:cNvSpPr>
          <p:nvPr>
            <p:ph type="ftr" sz="quarter" idx="11"/>
          </p:nvPr>
        </p:nvSpPr>
        <p:spPr/>
        <p:txBody>
          <a:bodyPr/>
          <a:p>
            <a:endParaRPr lang="en-GB"/>
          </a:p>
        </p:txBody>
      </p:sp>
      <p:sp>
        <p:nvSpPr>
          <p:cNvPr id="1048927" name="Slide Number Placeholder 8"/>
          <p:cNvSpPr>
            <a:spLocks noGrp="1"/>
          </p:cNvSpPr>
          <p:nvPr>
            <p:ph type="sldNum" sz="quarter" idx="12"/>
          </p:nvPr>
        </p:nvSpPr>
        <p:spPr/>
        <p:txBody>
          <a:bodyPr/>
          <a:p>
            <a:fld id="{5B190482-78AA-40F2-AD8A-D35B3E9A229D}" type="slidenum">
              <a:rPr lang="en-GB" smtClean="0"/>
            </a:fld>
            <a:endParaRPr lang="en-GB"/>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type="titleOnly">
  <p:cSld name="Title Only">
    <p:spTree>
      <p:nvGrpSpPr>
        <p:cNvPr id="279" name=""/>
        <p:cNvGrpSpPr/>
        <p:nvPr/>
      </p:nvGrpSpPr>
      <p:grpSpPr>
        <a:xfrm>
          <a:off x="0" y="0"/>
          <a:ext cx="0" cy="0"/>
          <a:chOff x="0" y="0"/>
          <a:chExt cx="0" cy="0"/>
        </a:xfrm>
      </p:grpSpPr>
      <p:sp>
        <p:nvSpPr>
          <p:cNvPr id="1048928" name="Title 1"/>
          <p:cNvSpPr>
            <a:spLocks noGrp="1"/>
          </p:cNvSpPr>
          <p:nvPr>
            <p:ph type="title"/>
          </p:nvPr>
        </p:nvSpPr>
        <p:spPr/>
        <p:txBody>
          <a:bodyPr/>
          <a:p>
            <a:r>
              <a:rPr kumimoji="0" lang="en-US" smtClean="0"/>
              <a:t>Click to edit Master title style</a:t>
            </a:r>
            <a:endParaRPr kumimoji="0" lang="en-US"/>
          </a:p>
        </p:txBody>
      </p:sp>
      <p:sp>
        <p:nvSpPr>
          <p:cNvPr id="1048929" name="Date Placeholder 2"/>
          <p:cNvSpPr>
            <a:spLocks noGrp="1"/>
          </p:cNvSpPr>
          <p:nvPr>
            <p:ph type="dt" sz="half" idx="10"/>
          </p:nvPr>
        </p:nvSpPr>
        <p:spPr/>
        <p:txBody>
          <a:bodyPr/>
          <a:p>
            <a:fld id="{2D8E8500-6A82-43FC-8EC9-786FBB1084EA}" type="datetimeFigureOut">
              <a:rPr lang="en-US" smtClean="0"/>
            </a:fld>
            <a:endParaRPr lang="en-GB"/>
          </a:p>
        </p:txBody>
      </p:sp>
      <p:sp>
        <p:nvSpPr>
          <p:cNvPr id="1048930" name="Footer Placeholder 3"/>
          <p:cNvSpPr>
            <a:spLocks noGrp="1"/>
          </p:cNvSpPr>
          <p:nvPr>
            <p:ph type="ftr" sz="quarter" idx="11"/>
          </p:nvPr>
        </p:nvSpPr>
        <p:spPr/>
        <p:txBody>
          <a:bodyPr/>
          <a:p>
            <a:endParaRPr lang="en-GB"/>
          </a:p>
        </p:txBody>
      </p:sp>
      <p:sp>
        <p:nvSpPr>
          <p:cNvPr id="1048931" name="Slide Number Placeholder 4"/>
          <p:cNvSpPr>
            <a:spLocks noGrp="1"/>
          </p:cNvSpPr>
          <p:nvPr>
            <p:ph type="sldNum" sz="quarter" idx="12"/>
          </p:nvPr>
        </p:nvSpPr>
        <p:spPr/>
        <p:txBody>
          <a:bodyPr/>
          <a:p>
            <a:fld id="{5B190482-78AA-40F2-AD8A-D35B3E9A229D}" type="slidenum">
              <a:rPr lang="en-GB" smtClean="0"/>
            </a:fld>
            <a:endParaRPr lang="en-GB"/>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showMasterSp="0" type="blank">
  <p:cSld name="Blank">
    <p:spTree>
      <p:nvGrpSpPr>
        <p:cNvPr id="281" name=""/>
        <p:cNvGrpSpPr/>
        <p:nvPr/>
      </p:nvGrpSpPr>
      <p:grpSpPr>
        <a:xfrm>
          <a:off x="0" y="0"/>
          <a:ext cx="0" cy="0"/>
          <a:chOff x="0" y="0"/>
          <a:chExt cx="0" cy="0"/>
        </a:xfrm>
      </p:grpSpPr>
      <p:sp>
        <p:nvSpPr>
          <p:cNvPr id="1048939" name="Date Placeholder 1"/>
          <p:cNvSpPr>
            <a:spLocks noGrp="1"/>
          </p:cNvSpPr>
          <p:nvPr>
            <p:ph type="dt" sz="half" idx="10"/>
          </p:nvPr>
        </p:nvSpPr>
        <p:spPr/>
        <p:txBody>
          <a:bodyPr/>
          <a:p>
            <a:fld id="{2D8E8500-6A82-43FC-8EC9-786FBB1084EA}" type="datetimeFigureOut">
              <a:rPr lang="en-US" smtClean="0"/>
            </a:fld>
            <a:endParaRPr lang="en-GB"/>
          </a:p>
        </p:txBody>
      </p:sp>
      <p:sp>
        <p:nvSpPr>
          <p:cNvPr id="1048940" name="Footer Placeholder 2"/>
          <p:cNvSpPr>
            <a:spLocks noGrp="1"/>
          </p:cNvSpPr>
          <p:nvPr>
            <p:ph type="ftr" sz="quarter" idx="11"/>
          </p:nvPr>
        </p:nvSpPr>
        <p:spPr/>
        <p:txBody>
          <a:bodyPr/>
          <a:p>
            <a:endParaRPr lang="en-GB"/>
          </a:p>
        </p:txBody>
      </p:sp>
      <p:sp>
        <p:nvSpPr>
          <p:cNvPr id="1048941" name="Slide Number Placeholder 3"/>
          <p:cNvSpPr>
            <a:spLocks noGrp="1"/>
          </p:cNvSpPr>
          <p:nvPr>
            <p:ph type="sldNum" sz="quarter" idx="12"/>
          </p:nvPr>
        </p:nvSpPr>
        <p:spPr/>
        <p:txBody>
          <a:bodyPr/>
          <a:p>
            <a:fld id="{5B190482-78AA-40F2-AD8A-D35B3E9A229D}" type="slidenum">
              <a:rPr lang="en-GB" smtClean="0"/>
            </a:fld>
            <a:endParaRPr lang="en-GB"/>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type="objTx">
  <p:cSld name="Content with Caption">
    <p:spTree>
      <p:nvGrpSpPr>
        <p:cNvPr id="284" name=""/>
        <p:cNvGrpSpPr/>
        <p:nvPr/>
      </p:nvGrpSpPr>
      <p:grpSpPr>
        <a:xfrm>
          <a:off x="0" y="0"/>
          <a:ext cx="0" cy="0"/>
          <a:chOff x="0" y="0"/>
          <a:chExt cx="0" cy="0"/>
        </a:xfrm>
      </p:grpSpPr>
      <p:sp>
        <p:nvSpPr>
          <p:cNvPr id="1048954" name="Title 1"/>
          <p:cNvSpPr>
            <a:spLocks noGrp="1"/>
          </p:cNvSpPr>
          <p:nvPr>
            <p:ph type="title"/>
          </p:nvPr>
        </p:nvSpPr>
        <p:spPr>
          <a:xfrm>
            <a:off x="167838" y="152400"/>
            <a:ext cx="2523744" cy="978408"/>
          </a:xfrm>
        </p:spPr>
        <p:txBody>
          <a:bodyPr anchor="b" bIns="0" lIns="73152" rIns="45720" rtlCol="0" vert="horz">
            <a:normAutofit/>
            <a:sp3d prstMaterial="matte"/>
          </a:bodyPr>
          <a:lstStyle>
            <a:lvl1pPr algn="l">
              <a:defRPr b="0" sz="2000"/>
            </a:lvl1pPr>
          </a:lstStyle>
          <a:p>
            <a:r>
              <a:rPr kumimoji="0" lang="en-US" smtClean="0"/>
              <a:t>Click to edit Master title style</a:t>
            </a:r>
            <a:endParaRPr kumimoji="0" lang="en-US"/>
          </a:p>
        </p:txBody>
      </p:sp>
      <p:sp>
        <p:nvSpPr>
          <p:cNvPr id="1048955" name="Content Placeholder 2"/>
          <p:cNvSpPr>
            <a:spLocks noGrp="1"/>
          </p:cNvSpPr>
          <p:nvPr>
            <p:ph idx="1"/>
          </p:nvPr>
        </p:nvSpPr>
        <p:spPr>
          <a:xfrm>
            <a:off x="3019377" y="1743133"/>
            <a:ext cx="5920641" cy="455888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eaLnBrk="1" hangingPunct="1" latinLnBrk="0" lvl="0"/>
            <a:r>
              <a:rPr lang="en-US" smtClean="0"/>
              <a:t>Click to edit Master text styles</a:t>
            </a:r>
          </a:p>
          <a:p>
            <a:pPr eaLnBrk="1" hangingPunct="1" latinLnBrk="0" lvl="1"/>
            <a:r>
              <a:rPr lang="en-US" smtClean="0"/>
              <a:t>Second level</a:t>
            </a:r>
          </a:p>
          <a:p>
            <a:pPr eaLnBrk="1" hangingPunct="1" latinLnBrk="0" lvl="2"/>
            <a:r>
              <a:rPr lang="en-US" smtClean="0"/>
              <a:t>Third level</a:t>
            </a:r>
          </a:p>
          <a:p>
            <a:pPr eaLnBrk="1" hangingPunct="1" latinLnBrk="0" lvl="3"/>
            <a:r>
              <a:rPr lang="en-US" smtClean="0"/>
              <a:t>Fourth level</a:t>
            </a:r>
          </a:p>
          <a:p>
            <a:pPr eaLnBrk="1" hangingPunct="1" latinLnBrk="0" lvl="4"/>
            <a:r>
              <a:rPr lang="en-US" smtClean="0"/>
              <a:t>Fifth level</a:t>
            </a:r>
            <a:endParaRPr kumimoji="0" lang="en-US"/>
          </a:p>
        </p:txBody>
      </p:sp>
      <p:sp>
        <p:nvSpPr>
          <p:cNvPr id="1048956" name="Text Placeholder 3"/>
          <p:cNvSpPr>
            <a:spLocks noGrp="1"/>
          </p:cNvSpPr>
          <p:nvPr>
            <p:ph type="body" sz="half" idx="2"/>
          </p:nvPr>
        </p:nvSpPr>
        <p:spPr>
          <a:xfrm>
            <a:off x="167838" y="1730018"/>
            <a:ext cx="2468880" cy="4572000"/>
          </a:xfrm>
        </p:spPr>
        <p:txBody>
          <a:bodyPr/>
          <a:lstStyle>
            <a:lvl1pPr indent="0" marL="0">
              <a:buNone/>
              <a:defRPr sz="1400"/>
            </a:lvl1pPr>
            <a:lvl2pPr indent="0" marL="457200">
              <a:buNone/>
              <a:defRPr sz="1200"/>
            </a:lvl2pPr>
            <a:lvl3pPr indent="0" marL="914400">
              <a:buNone/>
              <a:defRPr sz="1000"/>
            </a:lvl3pPr>
            <a:lvl4pPr indent="0" marL="1371600">
              <a:buNone/>
              <a:defRPr sz="900"/>
            </a:lvl4pPr>
            <a:lvl5pPr indent="0" marL="1828800">
              <a:buNone/>
              <a:defRPr sz="900"/>
            </a:lvl5pPr>
            <a:lvl6pPr indent="0" marL="2286000">
              <a:buNone/>
              <a:defRPr sz="900"/>
            </a:lvl6pPr>
            <a:lvl7pPr indent="0" marL="2743200">
              <a:buNone/>
              <a:defRPr sz="900"/>
            </a:lvl7pPr>
            <a:lvl8pPr indent="0" marL="3200400">
              <a:buNone/>
              <a:defRPr sz="900"/>
            </a:lvl8pPr>
            <a:lvl9pPr indent="0" marL="3657600">
              <a:buNone/>
              <a:defRPr sz="900"/>
            </a:lvl9pPr>
          </a:lstStyle>
          <a:p>
            <a:pPr eaLnBrk="1" hangingPunct="1" latinLnBrk="0" lvl="0"/>
            <a:r>
              <a:rPr kumimoji="0" lang="en-US" smtClean="0"/>
              <a:t>Click to edit Master text styles</a:t>
            </a:r>
          </a:p>
        </p:txBody>
      </p:sp>
      <p:sp>
        <p:nvSpPr>
          <p:cNvPr id="1048957" name="Date Placeholder 4"/>
          <p:cNvSpPr>
            <a:spLocks noGrp="1"/>
          </p:cNvSpPr>
          <p:nvPr>
            <p:ph type="dt" sz="half" idx="10"/>
          </p:nvPr>
        </p:nvSpPr>
        <p:spPr/>
        <p:txBody>
          <a:bodyPr/>
          <a:p>
            <a:fld id="{2D8E8500-6A82-43FC-8EC9-786FBB1084EA}" type="datetimeFigureOut">
              <a:rPr lang="en-US" smtClean="0"/>
            </a:fld>
            <a:endParaRPr lang="en-GB"/>
          </a:p>
        </p:txBody>
      </p:sp>
      <p:sp>
        <p:nvSpPr>
          <p:cNvPr id="1048958" name="Footer Placeholder 5"/>
          <p:cNvSpPr>
            <a:spLocks noGrp="1"/>
          </p:cNvSpPr>
          <p:nvPr>
            <p:ph type="ftr" sz="quarter" idx="11"/>
          </p:nvPr>
        </p:nvSpPr>
        <p:spPr/>
        <p:txBody>
          <a:bodyPr/>
          <a:p>
            <a:endParaRPr lang="en-GB"/>
          </a:p>
        </p:txBody>
      </p:sp>
      <p:sp>
        <p:nvSpPr>
          <p:cNvPr id="1048959" name="Slide Number Placeholder 6"/>
          <p:cNvSpPr>
            <a:spLocks noGrp="1"/>
          </p:cNvSpPr>
          <p:nvPr>
            <p:ph type="sldNum" sz="quarter" idx="12"/>
          </p:nvPr>
        </p:nvSpPr>
        <p:spPr/>
        <p:txBody>
          <a:bodyPr/>
          <a:p>
            <a:fld id="{5B190482-78AA-40F2-AD8A-D35B3E9A229D}" type="slidenum">
              <a:rPr lang="en-GB" smtClean="0"/>
            </a:fld>
            <a:endParaRPr lang="en-GB"/>
          </a:p>
        </p:txBody>
      </p:sp>
      <p:sp>
        <p:nvSpPr>
          <p:cNvPr id="1048960" name="Rectangle 11"/>
          <p:cNvSpPr/>
          <p:nvPr/>
        </p:nvSpPr>
        <p:spPr bwMode="invGray">
          <a:xfrm>
            <a:off x="2855737" y="0"/>
            <a:ext cx="45720" cy="1453896"/>
          </a:xfrm>
          <a:prstGeom prst="rect"/>
          <a:solidFill>
            <a:srgbClr val="FFFFFF"/>
          </a:solidFill>
          <a:ln w="48000" cap="flat" cmpd="thickThin" algn="ctr">
            <a:noFill/>
            <a:prstDash val="solid"/>
          </a:ln>
        </p:spPr>
        <p:style>
          <a:lnRef idx="2">
            <a:schemeClr val="accent1"/>
          </a:lnRef>
          <a:fillRef idx="1">
            <a:schemeClr val="accent1"/>
          </a:fillRef>
          <a:effectRef idx="0">
            <a:schemeClr val="accent1"/>
          </a:effectRef>
          <a:fontRef idx="minor">
            <a:schemeClr val="lt1"/>
          </a:fontRef>
        </p:style>
        <p:txBody>
          <a:bodyPr anchor="ctr" rtlCol="0"/>
          <a:p>
            <a:pPr algn="ctr" eaLnBrk="1" hangingPunct="1" latinLnBrk="0"/>
            <a:endParaRPr kumimoji="0" lang="en-US"/>
          </a:p>
        </p:txBody>
      </p:sp>
      <p:sp>
        <p:nvSpPr>
          <p:cNvPr id="1048961" name="Rectangle 8"/>
          <p:cNvSpPr/>
          <p:nvPr/>
        </p:nvSpPr>
        <p:spPr bwMode="invGray">
          <a:xfrm>
            <a:off x="2855737" y="0"/>
            <a:ext cx="45720" cy="1453896"/>
          </a:xfrm>
          <a:prstGeom prst="rect"/>
          <a:solidFill>
            <a:srgbClr val="FFFFFF"/>
          </a:solidFill>
          <a:ln w="48000" cap="flat" cmpd="thickThin" algn="ctr">
            <a:noFill/>
            <a:prstDash val="solid"/>
          </a:ln>
        </p:spPr>
        <p:style>
          <a:lnRef idx="2">
            <a:schemeClr val="accent1"/>
          </a:lnRef>
          <a:fillRef idx="1">
            <a:schemeClr val="accent1"/>
          </a:fillRef>
          <a:effectRef idx="0">
            <a:schemeClr val="accent1"/>
          </a:effectRef>
          <a:fontRef idx="minor">
            <a:schemeClr val="lt1"/>
          </a:fontRef>
        </p:style>
        <p:txBody>
          <a:bodyPr anchor="ctr" rtlCol="0"/>
          <a:p>
            <a:pPr algn="ctr" eaLnBrk="1" hangingPunct="1" latinLnBrk="0"/>
            <a:endParaRPr kumimoji="0"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type="picTx">
  <p:cSld name="Picture with Caption">
    <p:spTree>
      <p:nvGrpSpPr>
        <p:cNvPr id="199" name=""/>
        <p:cNvGrpSpPr/>
        <p:nvPr/>
      </p:nvGrpSpPr>
      <p:grpSpPr>
        <a:xfrm>
          <a:off x="0" y="0"/>
          <a:ext cx="0" cy="0"/>
          <a:chOff x="0" y="0"/>
          <a:chExt cx="0" cy="0"/>
        </a:xfrm>
      </p:grpSpPr>
      <p:sp>
        <p:nvSpPr>
          <p:cNvPr id="1048783" name="Title 1"/>
          <p:cNvSpPr>
            <a:spLocks noGrp="1"/>
          </p:cNvSpPr>
          <p:nvPr>
            <p:ph type="title"/>
          </p:nvPr>
        </p:nvSpPr>
        <p:spPr>
          <a:xfrm>
            <a:off x="164592" y="155448"/>
            <a:ext cx="2525150" cy="978408"/>
          </a:xfrm>
        </p:spPr>
        <p:txBody>
          <a:bodyPr anchor="b" bIns="0" lIns="73152">
            <a:sp3d prstMaterial="matte"/>
          </a:bodyPr>
          <a:lstStyle>
            <a:lvl1pPr algn="l">
              <a:defRPr b="0" sz="2000"/>
            </a:lvl1pPr>
          </a:lstStyle>
          <a:p>
            <a:r>
              <a:rPr kumimoji="0" lang="en-US" smtClean="0"/>
              <a:t>Click to edit Master title style</a:t>
            </a:r>
            <a:endParaRPr kumimoji="0" lang="en-US"/>
          </a:p>
        </p:txBody>
      </p:sp>
      <p:sp>
        <p:nvSpPr>
          <p:cNvPr id="1048784" name="Picture Placeholder 2"/>
          <p:cNvSpPr>
            <a:spLocks noGrp="1"/>
          </p:cNvSpPr>
          <p:nvPr>
            <p:ph type="pic" idx="1"/>
          </p:nvPr>
        </p:nvSpPr>
        <p:spPr>
          <a:xfrm>
            <a:off x="2903805" y="1484808"/>
            <a:ext cx="6247397" cy="5373192"/>
          </a:xfrm>
          <a:solidFill>
            <a:schemeClr val="bg2">
              <a:shade val="75000"/>
            </a:schemeClr>
          </a:solidFill>
        </p:spPr>
        <p:txBody>
          <a:bodyPr/>
          <a:lstStyle>
            <a:lvl1pPr indent="0" marL="0">
              <a:buNone/>
              <a:defRPr sz="3200"/>
            </a:lvl1pPr>
            <a:lvl2pPr indent="0" marL="457200">
              <a:buNone/>
              <a:defRPr sz="2800"/>
            </a:lvl2pPr>
            <a:lvl3pPr indent="0" marL="914400">
              <a:buNone/>
              <a:defRPr sz="2400"/>
            </a:lvl3pPr>
            <a:lvl4pPr indent="0" marL="1371600">
              <a:buNone/>
              <a:defRPr sz="2000"/>
            </a:lvl4pPr>
            <a:lvl5pPr indent="0" marL="1828800">
              <a:buNone/>
              <a:defRPr sz="2000"/>
            </a:lvl5pPr>
            <a:lvl6pPr indent="0" marL="2286000">
              <a:buNone/>
              <a:defRPr sz="2000"/>
            </a:lvl6pPr>
            <a:lvl7pPr indent="0" marL="2743200">
              <a:buNone/>
              <a:defRPr sz="2000"/>
            </a:lvl7pPr>
            <a:lvl8pPr indent="0" marL="3200400">
              <a:buNone/>
              <a:defRPr sz="2000"/>
            </a:lvl8pPr>
            <a:lvl9pPr indent="0" marL="3657600">
              <a:buNone/>
              <a:defRPr sz="2000"/>
            </a:lvl9pPr>
          </a:lstStyle>
          <a:p>
            <a:r>
              <a:rPr kumimoji="0" lang="en-US" smtClean="0"/>
              <a:t>Click icon to add picture</a:t>
            </a:r>
            <a:endParaRPr dirty="0" kumimoji="0" lang="en-US"/>
          </a:p>
        </p:txBody>
      </p:sp>
      <p:sp>
        <p:nvSpPr>
          <p:cNvPr id="1048785" name="Text Placeholder 3"/>
          <p:cNvSpPr>
            <a:spLocks noGrp="1"/>
          </p:cNvSpPr>
          <p:nvPr>
            <p:ph type="body" sz="half" idx="2"/>
          </p:nvPr>
        </p:nvSpPr>
        <p:spPr>
          <a:xfrm>
            <a:off x="164592" y="1728216"/>
            <a:ext cx="2468880" cy="4572000"/>
          </a:xfrm>
        </p:spPr>
        <p:txBody>
          <a:bodyPr/>
          <a:lstStyle>
            <a:lvl1pPr indent="0" marL="0">
              <a:buNone/>
              <a:defRPr sz="1400"/>
            </a:lvl1pPr>
            <a:lvl2pPr indent="0" marL="457200">
              <a:buNone/>
              <a:defRPr sz="1200"/>
            </a:lvl2pPr>
            <a:lvl3pPr indent="0" marL="914400">
              <a:buNone/>
              <a:defRPr sz="1000"/>
            </a:lvl3pPr>
            <a:lvl4pPr indent="0" marL="1371600">
              <a:buNone/>
              <a:defRPr sz="900"/>
            </a:lvl4pPr>
            <a:lvl5pPr indent="0" marL="1828800">
              <a:buNone/>
              <a:defRPr sz="900"/>
            </a:lvl5pPr>
            <a:lvl6pPr indent="0" marL="2286000">
              <a:buNone/>
              <a:defRPr sz="900"/>
            </a:lvl6pPr>
            <a:lvl7pPr indent="0" marL="2743200">
              <a:buNone/>
              <a:defRPr sz="900"/>
            </a:lvl7pPr>
            <a:lvl8pPr indent="0" marL="3200400">
              <a:buNone/>
              <a:defRPr sz="900"/>
            </a:lvl8pPr>
            <a:lvl9pPr indent="0" marL="3657600">
              <a:buNone/>
              <a:defRPr sz="900"/>
            </a:lvl9pPr>
          </a:lstStyle>
          <a:p>
            <a:pPr eaLnBrk="1" hangingPunct="1" latinLnBrk="0" lvl="0"/>
            <a:r>
              <a:rPr kumimoji="0" lang="en-US" smtClean="0"/>
              <a:t>Click to edit Master text styles</a:t>
            </a:r>
          </a:p>
        </p:txBody>
      </p:sp>
      <p:sp>
        <p:nvSpPr>
          <p:cNvPr id="1048786" name="Date Placeholder 4"/>
          <p:cNvSpPr>
            <a:spLocks noGrp="1"/>
          </p:cNvSpPr>
          <p:nvPr>
            <p:ph type="dt" sz="half" idx="10"/>
          </p:nvPr>
        </p:nvSpPr>
        <p:spPr>
          <a:xfrm>
            <a:off x="164592" y="1170432"/>
            <a:ext cx="2523744" cy="201168"/>
          </a:xfrm>
        </p:spPr>
        <p:txBody>
          <a:bodyPr/>
          <a:p>
            <a:fld id="{2D8E8500-6A82-43FC-8EC9-786FBB1084EA}" type="datetimeFigureOut">
              <a:rPr lang="en-US" smtClean="0"/>
            </a:fld>
            <a:endParaRPr lang="en-GB"/>
          </a:p>
        </p:txBody>
      </p:sp>
      <p:sp>
        <p:nvSpPr>
          <p:cNvPr id="1048787" name="Rectangle 10"/>
          <p:cNvSpPr/>
          <p:nvPr/>
        </p:nvSpPr>
        <p:spPr>
          <a:xfrm>
            <a:off x="2855737" y="0"/>
            <a:ext cx="45720" cy="6858000"/>
          </a:xfrm>
          <a:prstGeom prst="rect"/>
          <a:solidFill>
            <a:srgbClr val="FFFFFF"/>
          </a:solidFill>
          <a:ln w="48000" cap="flat" cmpd="thickThin" algn="ctr">
            <a:noFill/>
            <a:prstDash val="solid"/>
          </a:ln>
        </p:spPr>
        <p:style>
          <a:lnRef idx="2">
            <a:schemeClr val="accent1"/>
          </a:lnRef>
          <a:fillRef idx="1">
            <a:schemeClr val="accent1"/>
          </a:fillRef>
          <a:effectRef idx="0">
            <a:schemeClr val="accent1"/>
          </a:effectRef>
          <a:fontRef idx="minor">
            <a:schemeClr val="lt1"/>
          </a:fontRef>
        </p:style>
        <p:txBody>
          <a:bodyPr anchor="ctr" rtlCol="0"/>
          <a:p>
            <a:pPr algn="ctr" eaLnBrk="1" hangingPunct="1" latinLnBrk="0"/>
            <a:endParaRPr kumimoji="0" lang="en-US"/>
          </a:p>
        </p:txBody>
      </p:sp>
      <p:sp>
        <p:nvSpPr>
          <p:cNvPr id="1048788" name="Rectangle 8"/>
          <p:cNvSpPr/>
          <p:nvPr/>
        </p:nvSpPr>
        <p:spPr bwMode="invGray">
          <a:xfrm>
            <a:off x="2855737" y="0"/>
            <a:ext cx="45720" cy="6858000"/>
          </a:xfrm>
          <a:prstGeom prst="rect"/>
          <a:solidFill>
            <a:srgbClr val="FFFFFF"/>
          </a:solidFill>
          <a:ln w="48000" cap="flat" cmpd="thickThin" algn="ctr">
            <a:noFill/>
            <a:prstDash val="solid"/>
          </a:ln>
        </p:spPr>
        <p:style>
          <a:lnRef idx="2">
            <a:schemeClr val="accent1"/>
          </a:lnRef>
          <a:fillRef idx="1">
            <a:schemeClr val="accent1"/>
          </a:fillRef>
          <a:effectRef idx="0">
            <a:schemeClr val="accent1"/>
          </a:effectRef>
          <a:fontRef idx="minor">
            <a:schemeClr val="lt1"/>
          </a:fontRef>
        </p:style>
        <p:txBody>
          <a:bodyPr anchor="ctr" rtlCol="0"/>
          <a:p>
            <a:pPr algn="ctr" eaLnBrk="1" hangingPunct="1" latinLnBrk="0"/>
            <a:endParaRPr kumimoji="0" lang="en-US"/>
          </a:p>
        </p:txBody>
      </p:sp>
      <p:sp>
        <p:nvSpPr>
          <p:cNvPr id="1048789" name="Footer Placeholder 5"/>
          <p:cNvSpPr>
            <a:spLocks noGrp="1"/>
          </p:cNvSpPr>
          <p:nvPr>
            <p:ph type="ftr" sz="quarter" idx="11"/>
          </p:nvPr>
        </p:nvSpPr>
        <p:spPr>
          <a:xfrm>
            <a:off x="3035808" y="1170432"/>
            <a:ext cx="5193792" cy="201168"/>
          </a:xfrm>
        </p:spPr>
        <p:txBody>
          <a:bodyPr/>
          <a:lstStyle>
            <a:lvl1pPr>
              <a:defRPr>
                <a:solidFill>
                  <a:schemeClr val="bg1">
                    <a:shade val="50000"/>
                  </a:schemeClr>
                </a:solidFill>
              </a:defRPr>
            </a:lvl1pPr>
          </a:lstStyle>
          <a:p>
            <a:endParaRPr lang="en-GB"/>
          </a:p>
        </p:txBody>
      </p:sp>
      <p:sp>
        <p:nvSpPr>
          <p:cNvPr id="1048790" name="Slide Number Placeholder 6"/>
          <p:cNvSpPr>
            <a:spLocks noGrp="1"/>
          </p:cNvSpPr>
          <p:nvPr>
            <p:ph type="sldNum" sz="quarter" idx="12"/>
          </p:nvPr>
        </p:nvSpPr>
        <p:spPr>
          <a:xfrm>
            <a:off x="8339328" y="1170432"/>
            <a:ext cx="733864" cy="201168"/>
          </a:xfrm>
        </p:spPr>
        <p:txBody>
          <a:bodyPr/>
          <a:p>
            <a:fld id="{5B190482-78AA-40F2-AD8A-D35B3E9A229D}" type="slidenum">
              <a:rPr lang="en-GB" smtClean="0"/>
            </a:fld>
            <a:endParaRPr lang="en-GB"/>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type="vertTx">
  <p:cSld name="Title and Vertical Text">
    <p:spTree>
      <p:nvGrpSpPr>
        <p:cNvPr id="283" name=""/>
        <p:cNvGrpSpPr/>
        <p:nvPr/>
      </p:nvGrpSpPr>
      <p:grpSpPr>
        <a:xfrm>
          <a:off x="0" y="0"/>
          <a:ext cx="0" cy="0"/>
          <a:chOff x="0" y="0"/>
          <a:chExt cx="0" cy="0"/>
        </a:xfrm>
      </p:grpSpPr>
      <p:sp>
        <p:nvSpPr>
          <p:cNvPr id="1048949" name="Title 1"/>
          <p:cNvSpPr>
            <a:spLocks noGrp="1"/>
          </p:cNvSpPr>
          <p:nvPr>
            <p:ph type="title"/>
          </p:nvPr>
        </p:nvSpPr>
        <p:spPr/>
        <p:txBody>
          <a:bodyPr/>
          <a:p>
            <a:r>
              <a:rPr kumimoji="0" lang="en-US" smtClean="0"/>
              <a:t>Click to edit Master title style</a:t>
            </a:r>
            <a:endParaRPr kumimoji="0" lang="en-US"/>
          </a:p>
        </p:txBody>
      </p:sp>
      <p:sp>
        <p:nvSpPr>
          <p:cNvPr id="1048950" name="Vertical Text Placeholder 2"/>
          <p:cNvSpPr>
            <a:spLocks noGrp="1"/>
          </p:cNvSpPr>
          <p:nvPr>
            <p:ph type="body" orient="vert" idx="1"/>
          </p:nvPr>
        </p:nvSpPr>
        <p:spPr/>
        <p:txBody>
          <a:bodyPr vert="eaVert"/>
          <a:p>
            <a:pPr eaLnBrk="1" hangingPunct="1" latinLnBrk="0" lvl="0"/>
            <a:r>
              <a:rPr lang="en-US" smtClean="0"/>
              <a:t>Click to edit Master text styles</a:t>
            </a:r>
          </a:p>
          <a:p>
            <a:pPr eaLnBrk="1" hangingPunct="1" latinLnBrk="0" lvl="1"/>
            <a:r>
              <a:rPr lang="en-US" smtClean="0"/>
              <a:t>Second level</a:t>
            </a:r>
          </a:p>
          <a:p>
            <a:pPr eaLnBrk="1" hangingPunct="1" latinLnBrk="0" lvl="2"/>
            <a:r>
              <a:rPr lang="en-US" smtClean="0"/>
              <a:t>Third level</a:t>
            </a:r>
          </a:p>
          <a:p>
            <a:pPr eaLnBrk="1" hangingPunct="1" latinLnBrk="0" lvl="3"/>
            <a:r>
              <a:rPr lang="en-US" smtClean="0"/>
              <a:t>Fourth level</a:t>
            </a:r>
          </a:p>
          <a:p>
            <a:pPr eaLnBrk="1" hangingPunct="1" latinLnBrk="0" lvl="4"/>
            <a:r>
              <a:rPr lang="en-US" smtClean="0"/>
              <a:t>Fifth level</a:t>
            </a:r>
            <a:endParaRPr kumimoji="0" lang="en-US"/>
          </a:p>
        </p:txBody>
      </p:sp>
      <p:sp>
        <p:nvSpPr>
          <p:cNvPr id="1048951" name="Date Placeholder 3"/>
          <p:cNvSpPr>
            <a:spLocks noGrp="1"/>
          </p:cNvSpPr>
          <p:nvPr>
            <p:ph type="dt" sz="half" idx="10"/>
          </p:nvPr>
        </p:nvSpPr>
        <p:spPr/>
        <p:txBody>
          <a:bodyPr/>
          <a:p>
            <a:fld id="{2D8E8500-6A82-43FC-8EC9-786FBB1084EA}" type="datetimeFigureOut">
              <a:rPr lang="en-US" smtClean="0"/>
            </a:fld>
            <a:endParaRPr lang="en-GB"/>
          </a:p>
        </p:txBody>
      </p:sp>
      <p:sp>
        <p:nvSpPr>
          <p:cNvPr id="1048952" name="Footer Placeholder 4"/>
          <p:cNvSpPr>
            <a:spLocks noGrp="1"/>
          </p:cNvSpPr>
          <p:nvPr>
            <p:ph type="ftr" sz="quarter" idx="11"/>
          </p:nvPr>
        </p:nvSpPr>
        <p:spPr/>
        <p:txBody>
          <a:bodyPr/>
          <a:p>
            <a:endParaRPr lang="en-GB"/>
          </a:p>
        </p:txBody>
      </p:sp>
      <p:sp>
        <p:nvSpPr>
          <p:cNvPr id="1048953" name="Slide Number Placeholder 5"/>
          <p:cNvSpPr>
            <a:spLocks noGrp="1"/>
          </p:cNvSpPr>
          <p:nvPr>
            <p:ph type="sldNum" sz="quarter" idx="12"/>
          </p:nvPr>
        </p:nvSpPr>
        <p:spPr/>
        <p:txBody>
          <a:bodyPr/>
          <a:p>
            <a:fld id="{5B190482-78AA-40F2-AD8A-D35B3E9A229D}" type="slidenum">
              <a:rPr lang="en-GB" smtClean="0"/>
            </a:fld>
            <a:endParaRPr lang="en-GB"/>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showMasterSp="0" type="vertTitleAndTx">
  <p:cSld name="Vertical Title and Text">
    <p:spTree>
      <p:nvGrpSpPr>
        <p:cNvPr id="280" name=""/>
        <p:cNvGrpSpPr/>
        <p:nvPr/>
      </p:nvGrpSpPr>
      <p:grpSpPr>
        <a:xfrm>
          <a:off x="0" y="0"/>
          <a:ext cx="0" cy="0"/>
          <a:chOff x="0" y="0"/>
          <a:chExt cx="0" cy="0"/>
        </a:xfrm>
      </p:grpSpPr>
      <p:sp>
        <p:nvSpPr>
          <p:cNvPr id="1048932" name="Rectangle 8"/>
          <p:cNvSpPr/>
          <p:nvPr/>
        </p:nvSpPr>
        <p:spPr bwMode="invGray">
          <a:xfrm>
            <a:off x="6598920" y="0"/>
            <a:ext cx="45720" cy="6858000"/>
          </a:xfrm>
          <a:prstGeom prst="rect"/>
          <a:solidFill>
            <a:srgbClr val="FFFFFF"/>
          </a:solidFill>
          <a:ln w="48000" cap="flat" cmpd="thickThin" algn="ctr">
            <a:noFill/>
            <a:prstDash val="solid"/>
          </a:ln>
          <a:effectLst>
            <a:outerShdw algn="tl" blurRad="31750" dir="10800000" dist="10160" rotWithShape="0">
              <a:srgbClr val="000000">
                <a:alpha val="60000"/>
              </a:srgbClr>
            </a:outerShdw>
          </a:effectLst>
        </p:spPr>
        <p:style>
          <a:lnRef idx="2">
            <a:schemeClr val="accent1"/>
          </a:lnRef>
          <a:fillRef idx="1">
            <a:schemeClr val="accent1"/>
          </a:fillRef>
          <a:effectRef idx="0">
            <a:schemeClr val="accent1"/>
          </a:effectRef>
          <a:fontRef idx="minor">
            <a:schemeClr val="lt1"/>
          </a:fontRef>
        </p:style>
        <p:txBody>
          <a:bodyPr anchor="ctr" rtlCol="0"/>
          <a:p>
            <a:pPr algn="ctr" eaLnBrk="1" hangingPunct="1" latinLnBrk="0"/>
            <a:endParaRPr kumimoji="0" lang="en-US"/>
          </a:p>
        </p:txBody>
      </p:sp>
      <p:sp>
        <p:nvSpPr>
          <p:cNvPr id="1048933" name="Rectangle 7"/>
          <p:cNvSpPr/>
          <p:nvPr/>
        </p:nvSpPr>
        <p:spPr bwMode="ltGray">
          <a:xfrm>
            <a:off x="6647687" y="0"/>
            <a:ext cx="2514601" cy="6858000"/>
          </a:xfrm>
          <a:prstGeom prst="rect"/>
          <a:solidFill>
            <a:srgbClr val="000000"/>
          </a:solidFill>
          <a:ln w="48000" cap="flat" cmpd="thickThin" algn="ctr">
            <a:noFill/>
            <a:prstDash val="solid"/>
          </a:ln>
        </p:spPr>
        <p:style>
          <a:lnRef idx="2">
            <a:schemeClr val="accent1"/>
          </a:lnRef>
          <a:fillRef idx="1">
            <a:schemeClr val="accent1"/>
          </a:fillRef>
          <a:effectRef idx="0">
            <a:schemeClr val="accent1"/>
          </a:effectRef>
          <a:fontRef idx="minor">
            <a:schemeClr val="lt1"/>
          </a:fontRef>
        </p:style>
        <p:txBody>
          <a:bodyPr anchor="ctr" rtlCol="0"/>
          <a:p>
            <a:pPr algn="ctr" eaLnBrk="1" hangingPunct="1" latinLnBrk="0"/>
            <a:endParaRPr kumimoji="0" lang="en-US"/>
          </a:p>
        </p:txBody>
      </p:sp>
      <p:sp>
        <p:nvSpPr>
          <p:cNvPr id="1048934" name="Vertical Title 1"/>
          <p:cNvSpPr>
            <a:spLocks noGrp="1"/>
          </p:cNvSpPr>
          <p:nvPr>
            <p:ph type="title" orient="vert"/>
          </p:nvPr>
        </p:nvSpPr>
        <p:spPr>
          <a:xfrm>
            <a:off x="6781800" y="274640"/>
            <a:ext cx="1905000" cy="5851525"/>
          </a:xfrm>
        </p:spPr>
        <p:txBody>
          <a:bodyPr vert="eaVert"/>
          <a:p>
            <a:r>
              <a:rPr kumimoji="0" lang="en-US" smtClean="0"/>
              <a:t>Click to edit Master title style</a:t>
            </a:r>
            <a:endParaRPr kumimoji="0" lang="en-US"/>
          </a:p>
        </p:txBody>
      </p:sp>
      <p:sp>
        <p:nvSpPr>
          <p:cNvPr id="1048935" name="Vertical Text Placeholder 2"/>
          <p:cNvSpPr>
            <a:spLocks noGrp="1"/>
          </p:cNvSpPr>
          <p:nvPr>
            <p:ph type="body" orient="vert" idx="1"/>
          </p:nvPr>
        </p:nvSpPr>
        <p:spPr>
          <a:xfrm>
            <a:off x="457200" y="304800"/>
            <a:ext cx="6019800" cy="5851525"/>
          </a:xfrm>
        </p:spPr>
        <p:txBody>
          <a:bodyPr vert="eaVert"/>
          <a:p>
            <a:pPr eaLnBrk="1" hangingPunct="1" latinLnBrk="0" lvl="0"/>
            <a:r>
              <a:rPr lang="en-US" smtClean="0"/>
              <a:t>Click to edit Master text styles</a:t>
            </a:r>
          </a:p>
          <a:p>
            <a:pPr eaLnBrk="1" hangingPunct="1" latinLnBrk="0" lvl="1"/>
            <a:r>
              <a:rPr lang="en-US" smtClean="0"/>
              <a:t>Second level</a:t>
            </a:r>
          </a:p>
          <a:p>
            <a:pPr eaLnBrk="1" hangingPunct="1" latinLnBrk="0" lvl="2"/>
            <a:r>
              <a:rPr lang="en-US" smtClean="0"/>
              <a:t>Third level</a:t>
            </a:r>
          </a:p>
          <a:p>
            <a:pPr eaLnBrk="1" hangingPunct="1" latinLnBrk="0" lvl="3"/>
            <a:r>
              <a:rPr lang="en-US" smtClean="0"/>
              <a:t>Fourth level</a:t>
            </a:r>
          </a:p>
          <a:p>
            <a:pPr eaLnBrk="1" hangingPunct="1" latinLnBrk="0" lvl="4"/>
            <a:r>
              <a:rPr lang="en-US" smtClean="0"/>
              <a:t>Fifth level</a:t>
            </a:r>
            <a:endParaRPr kumimoji="0" lang="en-US"/>
          </a:p>
        </p:txBody>
      </p:sp>
      <p:sp>
        <p:nvSpPr>
          <p:cNvPr id="1048936" name="Date Placeholder 3"/>
          <p:cNvSpPr>
            <a:spLocks noGrp="1"/>
          </p:cNvSpPr>
          <p:nvPr>
            <p:ph type="dt" sz="half" idx="10"/>
          </p:nvPr>
        </p:nvSpPr>
        <p:spPr/>
        <p:txBody>
          <a:bodyPr/>
          <a:p>
            <a:fld id="{2D8E8500-6A82-43FC-8EC9-786FBB1084EA}" type="datetimeFigureOut">
              <a:rPr lang="en-US" smtClean="0"/>
            </a:fld>
            <a:endParaRPr lang="en-GB"/>
          </a:p>
        </p:txBody>
      </p:sp>
      <p:sp>
        <p:nvSpPr>
          <p:cNvPr id="1048937" name="Footer Placeholder 4"/>
          <p:cNvSpPr>
            <a:spLocks noGrp="1"/>
          </p:cNvSpPr>
          <p:nvPr>
            <p:ph type="ftr" sz="quarter" idx="11"/>
          </p:nvPr>
        </p:nvSpPr>
        <p:spPr>
          <a:xfrm>
            <a:off x="2640597" y="6377459"/>
            <a:ext cx="3836404" cy="365125"/>
          </a:xfrm>
        </p:spPr>
        <p:txBody>
          <a:bodyPr/>
          <a:p>
            <a:endParaRPr lang="en-GB"/>
          </a:p>
        </p:txBody>
      </p:sp>
      <p:sp>
        <p:nvSpPr>
          <p:cNvPr id="1048938" name="Slide Number Placeholder 5"/>
          <p:cNvSpPr>
            <a:spLocks noGrp="1"/>
          </p:cNvSpPr>
          <p:nvPr>
            <p:ph type="sldNum" sz="quarter" idx="12"/>
          </p:nvPr>
        </p:nvSpPr>
        <p:spPr/>
        <p:txBody>
          <a:bodyPr/>
          <a:p>
            <a:fld id="{5B190482-78AA-40F2-AD8A-D35B3E9A229D}" type="slidenum">
              <a:rPr lang="en-GB" smtClean="0"/>
            </a:fld>
            <a:endParaRPr lang="en-GB"/>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29" name=""/>
        <p:cNvGrpSpPr/>
        <p:nvPr/>
      </p:nvGrpSpPr>
      <p:grpSpPr>
        <a:xfrm>
          <a:off x="0" y="0"/>
          <a:ext cx="0" cy="0"/>
          <a:chOff x="0" y="0"/>
          <a:chExt cx="0" cy="0"/>
        </a:xfrm>
      </p:grpSpPr>
      <p:sp>
        <p:nvSpPr>
          <p:cNvPr id="1048576" name="Rectangle 9"/>
          <p:cNvSpPr/>
          <p:nvPr/>
        </p:nvSpPr>
        <p:spPr bwMode="invGray">
          <a:xfrm>
            <a:off x="0" y="1435895"/>
            <a:ext cx="9144000" cy="45720"/>
          </a:xfrm>
          <a:prstGeom prst="rect"/>
          <a:solidFill>
            <a:srgbClr val="FFFFFF"/>
          </a:solidFill>
          <a:ln w="48000" cap="flat" cmpd="thickThin" algn="ctr">
            <a:noFill/>
            <a:prstDash val="solid"/>
          </a:ln>
          <a:effectLst>
            <a:outerShdw algn="tl" blurRad="31750" dir="5400000" dist="10160" rotWithShape="0">
              <a:srgbClr val="000000">
                <a:alpha val="60000"/>
              </a:srgbClr>
            </a:outerShdw>
          </a:effectLst>
        </p:spPr>
        <p:style>
          <a:lnRef idx="2">
            <a:schemeClr val="accent1"/>
          </a:lnRef>
          <a:fillRef idx="1">
            <a:schemeClr val="accent1"/>
          </a:fillRef>
          <a:effectRef idx="0">
            <a:schemeClr val="accent1"/>
          </a:effectRef>
          <a:fontRef idx="minor">
            <a:schemeClr val="lt1"/>
          </a:fontRef>
        </p:style>
        <p:txBody>
          <a:bodyPr anchor="ctr" rtlCol="0"/>
          <a:p>
            <a:pPr algn="ctr" eaLnBrk="1" hangingPunct="1" latinLnBrk="0"/>
            <a:endParaRPr kumimoji="0" lang="en-US"/>
          </a:p>
        </p:txBody>
      </p:sp>
      <p:sp>
        <p:nvSpPr>
          <p:cNvPr id="1048577" name="Rectangle 6"/>
          <p:cNvSpPr/>
          <p:nvPr/>
        </p:nvSpPr>
        <p:spPr bwMode="ltGray">
          <a:xfrm>
            <a:off x="0" y="0"/>
            <a:ext cx="9143999" cy="1433733"/>
          </a:xfrm>
          <a:prstGeom prst="rect"/>
          <a:solidFill>
            <a:srgbClr val="000000"/>
          </a:solidFill>
          <a:ln w="48000" cap="flat" cmpd="thickThin" algn="ctr">
            <a:noFill/>
            <a:prstDash val="solid"/>
          </a:ln>
        </p:spPr>
        <p:style>
          <a:lnRef idx="2">
            <a:schemeClr val="accent1"/>
          </a:lnRef>
          <a:fillRef idx="1">
            <a:schemeClr val="accent1"/>
          </a:fillRef>
          <a:effectRef idx="0">
            <a:schemeClr val="accent1"/>
          </a:effectRef>
          <a:fontRef idx="minor">
            <a:schemeClr val="lt1"/>
          </a:fontRef>
        </p:style>
        <p:txBody>
          <a:bodyPr anchor="ctr" rtlCol="0"/>
          <a:p>
            <a:pPr algn="ctr" eaLnBrk="1" hangingPunct="1" latinLnBrk="0"/>
            <a:endParaRPr kumimoji="0" lang="en-US"/>
          </a:p>
        </p:txBody>
      </p:sp>
      <p:sp>
        <p:nvSpPr>
          <p:cNvPr id="1048578" name="Title Placeholder 1"/>
          <p:cNvSpPr>
            <a:spLocks noGrp="1"/>
          </p:cNvSpPr>
          <p:nvPr>
            <p:ph type="title"/>
          </p:nvPr>
        </p:nvSpPr>
        <p:spPr>
          <a:xfrm>
            <a:off x="457200" y="152400"/>
            <a:ext cx="8229600" cy="1251062"/>
          </a:xfrm>
          <a:prstGeom prst="rect"/>
        </p:spPr>
        <p:txBody>
          <a:bodyPr anchor="ctr" lIns="91440" rIns="45720" rtlCol="0" vert="horz">
            <a:normAutofit/>
            <a:scene3d>
              <a:camera prst="orthographicFront"/>
              <a:lightRig dir="t" rig="threePt">
                <a:rot lat="0" lon="0" rev="4800000"/>
              </a:lightRig>
            </a:scene3d>
            <a:sp3d prstMaterial="matte">
              <a:bevelT w="50800" h="10160"/>
            </a:sp3d>
          </a:bodyPr>
          <a:p>
            <a:r>
              <a:rPr kumimoji="0" lang="en-US" smtClean="0"/>
              <a:t>Click to edit Master title style</a:t>
            </a:r>
            <a:endParaRPr kumimoji="0" lang="en-US"/>
          </a:p>
        </p:txBody>
      </p:sp>
      <p:sp>
        <p:nvSpPr>
          <p:cNvPr id="1048579" name="Text Placeholder 2"/>
          <p:cNvSpPr>
            <a:spLocks noGrp="1"/>
          </p:cNvSpPr>
          <p:nvPr>
            <p:ph type="body" idx="1"/>
          </p:nvPr>
        </p:nvSpPr>
        <p:spPr>
          <a:xfrm>
            <a:off x="457200" y="1775191"/>
            <a:ext cx="8229600" cy="4625609"/>
          </a:xfrm>
          <a:prstGeom prst="rect"/>
        </p:spPr>
        <p:txBody>
          <a:bodyPr lIns="54864" rtlCol="0" tIns="91440" vert="horz">
            <a:normAutofit/>
          </a:bodyPr>
          <a:p>
            <a:pPr eaLnBrk="1" hangingPunct="1" latinLnBrk="0" lvl="0"/>
            <a:r>
              <a:rPr kumimoji="0" lang="en-US" smtClean="0"/>
              <a:t>Click to edit Master text styles</a:t>
            </a:r>
          </a:p>
          <a:p>
            <a:pPr eaLnBrk="1" hangingPunct="1" latinLnBrk="0" lvl="1"/>
            <a:r>
              <a:rPr kumimoji="0" lang="en-US" smtClean="0"/>
              <a:t>Second level</a:t>
            </a:r>
          </a:p>
          <a:p>
            <a:pPr eaLnBrk="1" hangingPunct="1" latinLnBrk="0" lvl="2"/>
            <a:r>
              <a:rPr kumimoji="0" lang="en-US" smtClean="0"/>
              <a:t>Third level</a:t>
            </a:r>
          </a:p>
          <a:p>
            <a:pPr eaLnBrk="1" hangingPunct="1" latinLnBrk="0" lvl="3"/>
            <a:r>
              <a:rPr kumimoji="0" lang="en-US" smtClean="0"/>
              <a:t>Fourth level</a:t>
            </a:r>
          </a:p>
          <a:p>
            <a:pPr eaLnBrk="1" hangingPunct="1" latinLnBrk="0" lvl="4"/>
            <a:r>
              <a:rPr kumimoji="0" lang="en-US" smtClean="0"/>
              <a:t>Fifth level</a:t>
            </a:r>
            <a:endParaRPr kumimoji="0" lang="en-US"/>
          </a:p>
        </p:txBody>
      </p:sp>
      <p:sp>
        <p:nvSpPr>
          <p:cNvPr id="1048580" name="Date Placeholder 3"/>
          <p:cNvSpPr>
            <a:spLocks noGrp="1"/>
          </p:cNvSpPr>
          <p:nvPr>
            <p:ph type="dt" sz="half" idx="2"/>
          </p:nvPr>
        </p:nvSpPr>
        <p:spPr>
          <a:xfrm>
            <a:off x="457200" y="6476999"/>
            <a:ext cx="2133600" cy="274320"/>
          </a:xfrm>
          <a:prstGeom prst="rect"/>
        </p:spPr>
        <p:txBody>
          <a:bodyPr anchor="b" bIns="0" lIns="109728" rIns="45720" rtlCol="0" vert="horz"/>
          <a:lstStyle>
            <a:lvl1pPr algn="l" eaLnBrk="1" hangingPunct="1" latinLnBrk="0">
              <a:defRPr sz="1200" kumimoji="0">
                <a:solidFill>
                  <a:schemeClr val="tx1">
                    <a:tint val="95000"/>
                  </a:schemeClr>
                </a:solidFill>
              </a:defRPr>
            </a:lvl1pPr>
          </a:lstStyle>
          <a:p>
            <a:fld id="{2D8E8500-6A82-43FC-8EC9-786FBB1084EA}" type="datetimeFigureOut">
              <a:rPr lang="en-US" smtClean="0"/>
            </a:fld>
            <a:endParaRPr lang="en-GB"/>
          </a:p>
        </p:txBody>
      </p:sp>
      <p:sp>
        <p:nvSpPr>
          <p:cNvPr id="1048581" name="Footer Placeholder 4"/>
          <p:cNvSpPr>
            <a:spLocks noGrp="1"/>
          </p:cNvSpPr>
          <p:nvPr>
            <p:ph type="ftr" sz="quarter" idx="3"/>
          </p:nvPr>
        </p:nvSpPr>
        <p:spPr>
          <a:xfrm>
            <a:off x="2640596" y="6476999"/>
            <a:ext cx="5507719" cy="274320"/>
          </a:xfrm>
          <a:prstGeom prst="rect"/>
        </p:spPr>
        <p:txBody>
          <a:bodyPr anchor="b" bIns="0" lIns="45720" rIns="45720" rtlCol="0" vert="horz"/>
          <a:lstStyle>
            <a:lvl1pPr algn="l" eaLnBrk="1" hangingPunct="1" latinLnBrk="0">
              <a:defRPr sz="1200" kumimoji="0">
                <a:solidFill>
                  <a:schemeClr val="tx1">
                    <a:tint val="95000"/>
                  </a:schemeClr>
                </a:solidFill>
              </a:defRPr>
            </a:lvl1pPr>
          </a:lstStyle>
          <a:p>
            <a:endParaRPr lang="en-GB"/>
          </a:p>
        </p:txBody>
      </p:sp>
      <p:sp>
        <p:nvSpPr>
          <p:cNvPr id="1048582" name="Slide Number Placeholder 5"/>
          <p:cNvSpPr>
            <a:spLocks noGrp="1"/>
          </p:cNvSpPr>
          <p:nvPr>
            <p:ph type="sldNum" sz="quarter" idx="4"/>
          </p:nvPr>
        </p:nvSpPr>
        <p:spPr>
          <a:xfrm>
            <a:off x="8204396" y="6476999"/>
            <a:ext cx="733864" cy="274320"/>
          </a:xfrm>
          <a:prstGeom prst="rect"/>
        </p:spPr>
        <p:txBody>
          <a:bodyPr anchor="b" bIns="0" rtlCol="0" vert="horz"/>
          <a:lstStyle>
            <a:lvl1pPr algn="r" eaLnBrk="1" hangingPunct="1" latinLnBrk="0">
              <a:defRPr sz="1200" kumimoji="0">
                <a:solidFill>
                  <a:schemeClr val="tx1">
                    <a:tint val="95000"/>
                  </a:schemeClr>
                </a:solidFill>
              </a:defRPr>
            </a:lvl1pPr>
          </a:lstStyle>
          <a:p>
            <a:fld id="{5B190482-78AA-40F2-AD8A-D35B3E9A229D}" type="slidenum">
              <a:rPr lang="en-GB" smtClean="0"/>
            </a:fld>
            <a:endParaRPr lang="en-GB"/>
          </a:p>
        </p:txBody>
      </p:sp>
    </p:spTree>
  </p:cSld>
  <p:clrMap accent1="accent1" accent2="accent2" accent3="accent3" accent4="accent4" accent5="accent5" accent6="accent6" bg1="dk1" bg2="dk2" tx1="lt1" tx2="lt2"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eaLnBrk="1" hangingPunct="1" latinLnBrk="0" rtl="0">
        <a:spcBef>
          <a:spcPct val="0"/>
        </a:spcBef>
        <a:buNone/>
        <a:defRPr b="1" sz="4500" kern="1200" kumimoji="0">
          <a:solidFill>
            <a:schemeClr val="accent1">
              <a:satMod val="150000"/>
            </a:schemeClr>
          </a:solidFill>
          <a:effectLst/>
          <a:latin typeface="+mj-lt"/>
          <a:ea typeface="+mj-ea"/>
          <a:cs typeface="+mj-cs"/>
        </a:defRPr>
      </a:lvl1pPr>
    </p:titleStyle>
    <p:bodyStyle>
      <a:lvl1pPr algn="l" eaLnBrk="1" hangingPunct="1" indent="-320040" latinLnBrk="0" marL="438912" rtl="0">
        <a:spcBef>
          <a:spcPts val="0"/>
        </a:spcBef>
        <a:buClr>
          <a:schemeClr val="accent1"/>
        </a:buClr>
        <a:buSzPct val="80000"/>
        <a:buFont typeface="Wingdings 2"/>
        <a:buChar char=""/>
        <a:defRPr sz="3200" kern="1200" kumimoji="0">
          <a:solidFill>
            <a:schemeClr val="tx1"/>
          </a:solidFill>
          <a:latin typeface="+mn-lt"/>
          <a:ea typeface="+mn-ea"/>
          <a:cs typeface="+mn-cs"/>
        </a:defRPr>
      </a:lvl1pPr>
      <a:lvl2pPr algn="l" eaLnBrk="1" hangingPunct="1" indent="-274320" latinLnBrk="0" marL="731520" rtl="0">
        <a:spcBef>
          <a:spcPct val="20000"/>
        </a:spcBef>
        <a:buClr>
          <a:schemeClr val="accent2"/>
        </a:buClr>
        <a:buSzPct val="90000"/>
        <a:buFont typeface="Wingdings"/>
        <a:buChar char=""/>
        <a:defRPr sz="2800" kern="1200" kumimoji="0">
          <a:solidFill>
            <a:schemeClr val="tx1"/>
          </a:solidFill>
          <a:latin typeface="+mn-lt"/>
          <a:ea typeface="+mn-ea"/>
          <a:cs typeface="+mn-cs"/>
        </a:defRPr>
      </a:lvl2pPr>
      <a:lvl3pPr algn="l" eaLnBrk="1" hangingPunct="1" indent="-228600" latinLnBrk="0" marL="996696" rtl="0">
        <a:spcBef>
          <a:spcPct val="20000"/>
        </a:spcBef>
        <a:buClr>
          <a:schemeClr val="accent3"/>
        </a:buClr>
        <a:buFont typeface="Arial"/>
        <a:buChar char="▪"/>
        <a:defRPr sz="2400" kern="1200" kumimoji="0">
          <a:solidFill>
            <a:schemeClr val="tx1"/>
          </a:solidFill>
          <a:latin typeface="+mn-lt"/>
          <a:ea typeface="+mn-ea"/>
          <a:cs typeface="+mn-cs"/>
        </a:defRPr>
      </a:lvl3pPr>
      <a:lvl4pPr algn="l" eaLnBrk="1" hangingPunct="1" indent="-182880" latinLnBrk="0" marL="1216152" rtl="0">
        <a:spcBef>
          <a:spcPct val="20000"/>
        </a:spcBef>
        <a:buClr>
          <a:schemeClr val="accent4"/>
        </a:buClr>
        <a:buFont typeface="Arial"/>
        <a:buChar char="▪"/>
        <a:defRPr sz="2000" kern="1200" kumimoji="0">
          <a:solidFill>
            <a:schemeClr val="tx1"/>
          </a:solidFill>
          <a:latin typeface="+mn-lt"/>
          <a:ea typeface="+mn-ea"/>
          <a:cs typeface="+mn-cs"/>
        </a:defRPr>
      </a:lvl4pPr>
      <a:lvl5pPr algn="l" eaLnBrk="1" hangingPunct="1" indent="-182880" latinLnBrk="0" marL="1426464" rtl="0">
        <a:spcBef>
          <a:spcPct val="20000"/>
        </a:spcBef>
        <a:buClr>
          <a:schemeClr val="accent5"/>
        </a:buClr>
        <a:buFont typeface="Wingdings 3"/>
        <a:buChar char=""/>
        <a:defRPr sz="2000" kern="1200" kumimoji="0" lang="en-US" smtClean="0">
          <a:solidFill>
            <a:schemeClr val="tx1"/>
          </a:solidFill>
          <a:latin typeface="+mn-lt"/>
          <a:ea typeface="+mn-ea"/>
          <a:cs typeface="+mn-cs"/>
        </a:defRPr>
      </a:lvl5pPr>
      <a:lvl6pPr algn="l" eaLnBrk="1" hangingPunct="1" indent="-182880" latinLnBrk="0" marL="1627632" rtl="0">
        <a:spcBef>
          <a:spcPct val="20000"/>
        </a:spcBef>
        <a:buClr>
          <a:schemeClr val="accent6"/>
        </a:buClr>
        <a:buSzPct val="100000"/>
        <a:buFont typeface="Wingdings 2"/>
        <a:buChar char=""/>
        <a:defRPr sz="2000" kern="1200" kumimoji="0">
          <a:solidFill>
            <a:schemeClr val="tx1"/>
          </a:solidFill>
          <a:latin typeface="+mn-lt"/>
          <a:ea typeface="+mn-ea"/>
          <a:cs typeface="+mn-cs"/>
        </a:defRPr>
      </a:lvl6pPr>
      <a:lvl7pPr algn="l" eaLnBrk="1" hangingPunct="1" indent="-182880" latinLnBrk="0" marL="1828800" rtl="0">
        <a:spcBef>
          <a:spcPct val="20000"/>
        </a:spcBef>
        <a:buClr>
          <a:schemeClr val="accent1"/>
        </a:buClr>
        <a:buSzPct val="100000"/>
        <a:buFont typeface="Wingdings 2"/>
        <a:buChar char=""/>
        <a:defRPr sz="1800" kern="1200" kumimoji="0">
          <a:solidFill>
            <a:schemeClr val="tx1"/>
          </a:solidFill>
          <a:latin typeface="+mn-lt"/>
          <a:ea typeface="+mn-ea"/>
          <a:cs typeface="+mn-cs"/>
        </a:defRPr>
      </a:lvl7pPr>
      <a:lvl8pPr algn="l" eaLnBrk="1" hangingPunct="1" indent="-182880" latinLnBrk="0" marL="2029968" rtl="0">
        <a:spcBef>
          <a:spcPct val="20000"/>
        </a:spcBef>
        <a:buClr>
          <a:schemeClr val="accent2"/>
        </a:buClr>
        <a:buFont typeface="Wingdings 2" pitchFamily="18" charset="2"/>
        <a:buChar char=""/>
        <a:defRPr sz="1800" kern="1200" kumimoji="0">
          <a:solidFill>
            <a:schemeClr val="tx1"/>
          </a:solidFill>
          <a:latin typeface="+mn-lt"/>
          <a:ea typeface="+mn-ea"/>
          <a:cs typeface="+mn-cs"/>
        </a:defRPr>
      </a:lvl8pPr>
      <a:lvl9pPr algn="l" eaLnBrk="1" hangingPunct="1" indent="-182880" latinLnBrk="0" marL="2231136" rtl="0">
        <a:spcBef>
          <a:spcPct val="20000"/>
        </a:spcBef>
        <a:buClr>
          <a:schemeClr val="accent3"/>
        </a:buClr>
        <a:buFont typeface="Wingdings 2" pitchFamily="18" charset="2"/>
        <a:buChar char=""/>
        <a:defRPr baseline="0" sz="1800" kern="1200" kumimoji="0">
          <a:solidFill>
            <a:schemeClr val="tx1"/>
          </a:solidFill>
          <a:latin typeface="+mn-lt"/>
          <a:ea typeface="+mn-ea"/>
          <a:cs typeface="+mn-cs"/>
        </a:defRPr>
      </a:lvl9pPr>
    </p:bodyStyle>
    <p:otherStyle>
      <a:lvl1pPr algn="l" eaLnBrk="1" hangingPunct="1" latinLnBrk="0" marL="0" rtl="0">
        <a:defRPr kern="1200" kumimoji="0">
          <a:solidFill>
            <a:schemeClr val="tx1"/>
          </a:solidFill>
          <a:latin typeface="+mn-lt"/>
          <a:ea typeface="+mn-ea"/>
          <a:cs typeface="+mn-cs"/>
        </a:defRPr>
      </a:lvl1pPr>
      <a:lvl2pPr algn="l" eaLnBrk="1" hangingPunct="1" latinLnBrk="0" marL="457200" rtl="0">
        <a:defRPr kern="1200" kumimoji="0">
          <a:solidFill>
            <a:schemeClr val="tx1"/>
          </a:solidFill>
          <a:latin typeface="+mn-lt"/>
          <a:ea typeface="+mn-ea"/>
          <a:cs typeface="+mn-cs"/>
        </a:defRPr>
      </a:lvl2pPr>
      <a:lvl3pPr algn="l" eaLnBrk="1" hangingPunct="1" latinLnBrk="0" marL="914400" rtl="0">
        <a:defRPr kern="1200" kumimoji="0">
          <a:solidFill>
            <a:schemeClr val="tx1"/>
          </a:solidFill>
          <a:latin typeface="+mn-lt"/>
          <a:ea typeface="+mn-ea"/>
          <a:cs typeface="+mn-cs"/>
        </a:defRPr>
      </a:lvl3pPr>
      <a:lvl4pPr algn="l" eaLnBrk="1" hangingPunct="1" latinLnBrk="0" marL="1371600" rtl="0">
        <a:defRPr kern="1200" kumimoji="0">
          <a:solidFill>
            <a:schemeClr val="tx1"/>
          </a:solidFill>
          <a:latin typeface="+mn-lt"/>
          <a:ea typeface="+mn-ea"/>
          <a:cs typeface="+mn-cs"/>
        </a:defRPr>
      </a:lvl4pPr>
      <a:lvl5pPr algn="l" eaLnBrk="1" hangingPunct="1" latinLnBrk="0" marL="1828800" rtl="0">
        <a:defRPr kern="1200" kumimoji="0">
          <a:solidFill>
            <a:schemeClr val="tx1"/>
          </a:solidFill>
          <a:latin typeface="+mn-lt"/>
          <a:ea typeface="+mn-ea"/>
          <a:cs typeface="+mn-cs"/>
        </a:defRPr>
      </a:lvl5pPr>
      <a:lvl6pPr algn="l" eaLnBrk="1" hangingPunct="1" latinLnBrk="0" marL="2286000" rtl="0">
        <a:defRPr kern="1200" kumimoji="0">
          <a:solidFill>
            <a:schemeClr val="tx1"/>
          </a:solidFill>
          <a:latin typeface="+mn-lt"/>
          <a:ea typeface="+mn-ea"/>
          <a:cs typeface="+mn-cs"/>
        </a:defRPr>
      </a:lvl6pPr>
      <a:lvl7pPr algn="l" eaLnBrk="1" hangingPunct="1" latinLnBrk="0" marL="2743200" rtl="0">
        <a:defRPr kern="1200" kumimoji="0">
          <a:solidFill>
            <a:schemeClr val="tx1"/>
          </a:solidFill>
          <a:latin typeface="+mn-lt"/>
          <a:ea typeface="+mn-ea"/>
          <a:cs typeface="+mn-cs"/>
        </a:defRPr>
      </a:lvl7pPr>
      <a:lvl8pPr algn="l" eaLnBrk="1" hangingPunct="1" latinLnBrk="0" marL="3200400" rtl="0">
        <a:defRPr kern="1200" kumimoji="0">
          <a:solidFill>
            <a:schemeClr val="tx1"/>
          </a:solidFill>
          <a:latin typeface="+mn-lt"/>
          <a:ea typeface="+mn-ea"/>
          <a:cs typeface="+mn-cs"/>
        </a:defRPr>
      </a:lvl8pPr>
      <a:lvl9pPr algn="l" eaLnBrk="1" hangingPunct="1" latinLnBrk="0" marL="3657600" rtl="0">
        <a:defRPr kern="1200" kumimoji="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3.gif"/><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4.jpe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hyperlink" Target="http://en.wikipedia.org/wiki/Vibrio" TargetMode="External"/><Relationship Id="rId2" Type="http://schemas.openxmlformats.org/officeDocument/2006/relationships/image" Target="../media/image5.jpeg"/><Relationship Id="rId3" Type="http://schemas.openxmlformats.org/officeDocument/2006/relationships/slideLayout" Target="../slideLayouts/slideLayout2.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6.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7.jpe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8.jpe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9.jpe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10.gif"/><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12.jpeg"/><Relationship Id="rId2" Type="http://schemas.openxmlformats.org/officeDocument/2006/relationships/slideLayout" Target="../slideLayouts/slideLayout9.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13.jpeg"/><Relationship Id="rId2" Type="http://schemas.openxmlformats.org/officeDocument/2006/relationships/slideLayout" Target="../slideLayouts/slideLayout9.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14.jpeg"/><Relationship Id="rId2" Type="http://schemas.openxmlformats.org/officeDocument/2006/relationships/slideLayout" Target="../slideLayouts/slideLayout9.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15.png"/><Relationship Id="rId2" Type="http://schemas.openxmlformats.org/officeDocument/2006/relationships/slideLayout" Target="../slideLayouts/slideLayout2.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16.jpeg"/><Relationship Id="rId2" Type="http://schemas.openxmlformats.org/officeDocument/2006/relationships/slideLayout" Target="../slideLayouts/slideLayout9.xml"/><Relationship Id="rId3"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image" Target="../media/image17.jpeg"/><Relationship Id="rId2" Type="http://schemas.openxmlformats.org/officeDocument/2006/relationships/slideLayout" Target="../slideLayouts/slideLayout9.xml"/><Relationship Id="rId3"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image" Target="../media/image18.jpeg"/><Relationship Id="rId2" Type="http://schemas.openxmlformats.org/officeDocument/2006/relationships/slideLayout" Target="../slideLayouts/slideLayout9.xml"/><Relationship Id="rId3"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image" Target="../media/image19.jpeg"/><Relationship Id="rId2" Type="http://schemas.openxmlformats.org/officeDocument/2006/relationships/slideLayout" Target="../slideLayouts/slideLayout9.xml"/><Relationship Id="rId3"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image" Target="../media/image20.jpeg"/><Relationship Id="rId2" Type="http://schemas.openxmlformats.org/officeDocument/2006/relationships/slideLayout" Target="../slideLayouts/slideLayout9.xml"/><Relationship Id="rId3"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image" Target="../media/image21.jpeg"/><Relationship Id="rId2" Type="http://schemas.openxmlformats.org/officeDocument/2006/relationships/slideLayout" Target="../slideLayouts/slideLayout9.xml"/><Relationship Id="rId3"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image" Target="../media/image22.jpeg"/><Relationship Id="rId2" Type="http://schemas.openxmlformats.org/officeDocument/2006/relationships/slideLayout" Target="../slideLayouts/slideLayout2.xml"/><Relationship Id="rId3"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image" Target="../media/image23.jpeg"/><Relationship Id="rId2" Type="http://schemas.openxmlformats.org/officeDocument/2006/relationships/slideLayout" Target="../slideLayouts/slideLayout2.xml"/><Relationship Id="rId3"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image" Target="../media/image24.jpeg"/><Relationship Id="rId2"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image" Target="../media/image25.png"/><Relationship Id="rId2" Type="http://schemas.openxmlformats.org/officeDocument/2006/relationships/slideLayout" Target="../slideLayouts/slideLayout2.xml"/><Relationship Id="rId3" Type="http://schemas.openxmlformats.org/officeDocument/2006/relationships/notesSlide" Target="../notesSlides/notesSlide58.xml"/></Relationships>
</file>

<file path=ppt/slides/_rels/slide60.xml.rels><?xml version="1.0" encoding="UTF-8" standalone="yes"?>
<Relationships xmlns="http://schemas.openxmlformats.org/package/2006/relationships"><Relationship Id="rId1" Type="http://schemas.openxmlformats.org/officeDocument/2006/relationships/hyperlink" Target="http://upload.wikimedia.org/wikipedia/commons/5/5f/Alga_volvox.png" TargetMode="External"/><Relationship Id="rId2" Type="http://schemas.openxmlformats.org/officeDocument/2006/relationships/image" Target="../media/image26.png"/><Relationship Id="rId3"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9.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0.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1.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3.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03" name=""/>
        <p:cNvGrpSpPr/>
        <p:nvPr/>
      </p:nvGrpSpPr>
      <p:grpSpPr>
        <a:xfrm>
          <a:off x="0" y="0"/>
          <a:ext cx="0" cy="0"/>
          <a:chOff x="0" y="0"/>
          <a:chExt cx="0" cy="0"/>
        </a:xfrm>
      </p:grpSpPr>
      <p:sp>
        <p:nvSpPr>
          <p:cNvPr id="1048630" name="Title 3"/>
          <p:cNvSpPr>
            <a:spLocks noGrp="1"/>
          </p:cNvSpPr>
          <p:nvPr>
            <p:ph type="ctrTitle"/>
          </p:nvPr>
        </p:nvSpPr>
        <p:spPr>
          <a:xfrm>
            <a:off x="685800" y="3355848"/>
            <a:ext cx="8077200" cy="1787664"/>
          </a:xfrm>
        </p:spPr>
        <p:txBody>
          <a:bodyPr>
            <a:normAutofit fontScale="90000"/>
          </a:bodyPr>
          <a:p>
            <a:r>
              <a:rPr dirty="0" lang="en-GB" smtClean="0"/>
              <a:t>Dr. A. </a:t>
            </a:r>
            <a:r>
              <a:rPr dirty="0" lang="en-GB" err="1" smtClean="0"/>
              <a:t>Chuku</a:t>
            </a:r>
            <a:r>
              <a:rPr dirty="0" lang="en-GB" smtClean="0"/>
              <a:t/>
            </a:r>
            <a:br>
              <a:rPr dirty="0" lang="en-GB" smtClean="0"/>
            </a:br>
            <a:r>
              <a:rPr dirty="0" lang="en-GB" smtClean="0"/>
              <a:t>Miss. M. </a:t>
            </a:r>
            <a:r>
              <a:rPr dirty="0" lang="en-GB" err="1" smtClean="0"/>
              <a:t>Owoseni</a:t>
            </a:r>
            <a:r>
              <a:rPr dirty="0" lang="en-GB" smtClean="0"/>
              <a:t/>
            </a:r>
            <a:br>
              <a:rPr dirty="0" lang="en-GB" smtClean="0"/>
            </a:br>
            <a:r>
              <a:rPr dirty="0" lang="en-GB" smtClean="0"/>
              <a:t>Mr. G. </a:t>
            </a:r>
            <a:r>
              <a:rPr dirty="0" lang="en-GB" err="1" smtClean="0"/>
              <a:t>Akomolafe</a:t>
            </a:r>
            <a:endParaRPr dirty="0" lang="en-GB"/>
          </a:p>
        </p:txBody>
      </p:sp>
      <p:sp>
        <p:nvSpPr>
          <p:cNvPr id="1048631" name="Subtitle 4"/>
          <p:cNvSpPr>
            <a:spLocks noGrp="1"/>
          </p:cNvSpPr>
          <p:nvPr>
            <p:ph type="subTitle" idx="1"/>
          </p:nvPr>
        </p:nvSpPr>
        <p:spPr>
          <a:xfrm>
            <a:off x="0" y="0"/>
            <a:ext cx="9144000" cy="3429000"/>
          </a:xfrm>
        </p:spPr>
        <p:txBody>
          <a:bodyPr>
            <a:noAutofit/>
          </a:bodyPr>
          <a:p>
            <a:pPr algn="ctr"/>
            <a:r>
              <a:rPr b="1" dirty="0" sz="6000" lang="en-GB" smtClean="0">
                <a:solidFill>
                  <a:srgbClr val="FFC000"/>
                </a:solidFill>
                <a:latin typeface="Times New Roman" pitchFamily="18" charset="0"/>
                <a:cs typeface="Times New Roman" pitchFamily="18" charset="0"/>
              </a:rPr>
              <a:t>GENERAL BIOLOGY 11</a:t>
            </a:r>
            <a:br>
              <a:rPr b="1" dirty="0" sz="6000" lang="en-GB" smtClean="0">
                <a:solidFill>
                  <a:srgbClr val="FFC000"/>
                </a:solidFill>
                <a:latin typeface="Times New Roman" pitchFamily="18" charset="0"/>
                <a:cs typeface="Times New Roman" pitchFamily="18" charset="0"/>
              </a:rPr>
            </a:br>
            <a:r>
              <a:rPr b="1" dirty="0" sz="6000" lang="en-GB" smtClean="0">
                <a:solidFill>
                  <a:srgbClr val="FFC000"/>
                </a:solidFill>
                <a:latin typeface="Times New Roman" pitchFamily="18" charset="0"/>
                <a:cs typeface="Times New Roman" pitchFamily="18" charset="0"/>
              </a:rPr>
              <a:t>BLY121</a:t>
            </a:r>
            <a:endParaRPr dirty="0" sz="6000" lang="en-GB">
              <a:solidFill>
                <a:srgbClr val="FFC000"/>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06" name=""/>
        <p:cNvGrpSpPr/>
        <p:nvPr/>
      </p:nvGrpSpPr>
      <p:grpSpPr>
        <a:xfrm>
          <a:off x="0" y="0"/>
          <a:ext cx="0" cy="0"/>
          <a:chOff x="0" y="0"/>
          <a:chExt cx="0" cy="0"/>
        </a:xfrm>
      </p:grpSpPr>
      <p:sp>
        <p:nvSpPr>
          <p:cNvPr id="1048635" name="Title 1"/>
          <p:cNvSpPr>
            <a:spLocks noGrp="1"/>
          </p:cNvSpPr>
          <p:nvPr>
            <p:ph type="title"/>
          </p:nvPr>
        </p:nvSpPr>
        <p:spPr>
          <a:xfrm>
            <a:off x="0" y="0"/>
            <a:ext cx="9144000" cy="1408176"/>
          </a:xfrm>
        </p:spPr>
        <p:txBody>
          <a:bodyPr>
            <a:normAutofit/>
          </a:bodyPr>
          <a:p>
            <a:pPr algn="ctr"/>
            <a:r>
              <a:rPr b="1" dirty="0" sz="7200" lang="en-GB" smtClean="0">
                <a:latin typeface="Times New Roman" pitchFamily="18" charset="0"/>
                <a:cs typeface="Times New Roman" pitchFamily="18" charset="0"/>
              </a:rPr>
              <a:t>TOPIC</a:t>
            </a:r>
            <a:endParaRPr b="1" dirty="0" sz="7200" lang="en-GB">
              <a:latin typeface="Times New Roman" pitchFamily="18" charset="0"/>
              <a:cs typeface="Times New Roman" pitchFamily="18" charset="0"/>
            </a:endParaRPr>
          </a:p>
        </p:txBody>
      </p:sp>
      <p:sp>
        <p:nvSpPr>
          <p:cNvPr id="1048636" name="Content Placeholder 3"/>
          <p:cNvSpPr>
            <a:spLocks noGrp="1"/>
          </p:cNvSpPr>
          <p:nvPr>
            <p:ph idx="1"/>
          </p:nvPr>
        </p:nvSpPr>
        <p:spPr>
          <a:xfrm>
            <a:off x="0" y="1500175"/>
            <a:ext cx="9144000" cy="5357826"/>
          </a:xfrm>
        </p:spPr>
        <p:txBody>
          <a:bodyPr>
            <a:normAutofit fontScale="97727" lnSpcReduction="10000"/>
          </a:bodyPr>
          <a:p>
            <a:r>
              <a:rPr b="1" dirty="0" sz="4400" lang="en-GB" smtClean="0">
                <a:solidFill>
                  <a:srgbClr val="FFFF00"/>
                </a:solidFill>
              </a:rPr>
              <a:t>PROKARYOTES</a:t>
            </a:r>
          </a:p>
          <a:p>
            <a:endParaRPr b="1" dirty="0" sz="4400" lang="en-GB" smtClean="0">
              <a:solidFill>
                <a:srgbClr val="FFFF00"/>
              </a:solidFill>
            </a:endParaRPr>
          </a:p>
          <a:p>
            <a:r>
              <a:rPr b="1" dirty="0" sz="4400" lang="en-GB" smtClean="0">
                <a:solidFill>
                  <a:srgbClr val="FFFF00"/>
                </a:solidFill>
              </a:rPr>
              <a:t>FUNGI</a:t>
            </a:r>
          </a:p>
          <a:p>
            <a:pPr>
              <a:buNone/>
            </a:pPr>
            <a:endParaRPr b="1" dirty="0" sz="4400" lang="en-GB" smtClean="0">
              <a:solidFill>
                <a:srgbClr val="FFFF00"/>
              </a:solidFill>
            </a:endParaRPr>
          </a:p>
          <a:p>
            <a:pPr>
              <a:buNone/>
            </a:pPr>
            <a:endParaRPr b="1" dirty="0" sz="4400" lang="en-GB" smtClean="0">
              <a:solidFill>
                <a:srgbClr val="FFFF00"/>
              </a:solidFill>
            </a:endParaRPr>
          </a:p>
          <a:p>
            <a:r>
              <a:rPr b="1" dirty="0" sz="4400" lang="en-GB" smtClean="0">
                <a:solidFill>
                  <a:srgbClr val="FFFF00"/>
                </a:solidFill>
              </a:rPr>
              <a:t>LOWER PLANTS (CRYPTOGAMS)</a:t>
            </a:r>
          </a:p>
          <a:p>
            <a:pPr>
              <a:buNone/>
            </a:pPr>
            <a:endParaRPr b="1" dirty="0" sz="4400" lang="en-GB" smtClean="0">
              <a:solidFill>
                <a:srgbClr val="FFFF00"/>
              </a:solidFill>
            </a:endParaRPr>
          </a:p>
          <a:p>
            <a:pPr>
              <a:buNone/>
            </a:pPr>
            <a:endParaRPr b="1" dirty="0" sz="4400" lang="en-GB" smtClean="0">
              <a:solidFill>
                <a:srgbClr val="FFFF00"/>
              </a:solidFill>
            </a:endParaRPr>
          </a:p>
          <a:p>
            <a:r>
              <a:rPr b="1" dirty="0" sz="4400" lang="en-GB" smtClean="0">
                <a:solidFill>
                  <a:srgbClr val="FFFF00"/>
                </a:solidFill>
              </a:rPr>
              <a:t>ALGAE</a:t>
            </a:r>
          </a:p>
          <a:p>
            <a:endParaRPr b="1" dirty="0" sz="4400" lang="en-GB" smtClean="0">
              <a:solidFill>
                <a:srgbClr val="FFFF00"/>
              </a:solidFill>
            </a:endParaRPr>
          </a:p>
          <a:p>
            <a:endParaRPr b="1" dirty="0" sz="4400" lang="en-GB" smtClean="0">
              <a:solidFill>
                <a:srgbClr val="FFFF00"/>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09" name=""/>
        <p:cNvGrpSpPr/>
        <p:nvPr/>
      </p:nvGrpSpPr>
      <p:grpSpPr>
        <a:xfrm>
          <a:off x="0" y="0"/>
          <a:ext cx="0" cy="0"/>
          <a:chOff x="0" y="0"/>
          <a:chExt cx="0" cy="0"/>
        </a:xfrm>
      </p:grpSpPr>
      <p:sp>
        <p:nvSpPr>
          <p:cNvPr id="1048640" name="Title 1"/>
          <p:cNvSpPr>
            <a:spLocks noGrp="1"/>
          </p:cNvSpPr>
          <p:nvPr>
            <p:ph type="title"/>
          </p:nvPr>
        </p:nvSpPr>
        <p:spPr>
          <a:xfrm>
            <a:off x="0" y="0"/>
            <a:ext cx="9144000" cy="1408176"/>
          </a:xfrm>
        </p:spPr>
        <p:txBody>
          <a:bodyPr>
            <a:normAutofit/>
          </a:bodyPr>
          <a:p>
            <a:pPr algn="ctr"/>
            <a:r>
              <a:rPr dirty="0" sz="6000" lang="en-GB" smtClean="0"/>
              <a:t>PROKARYOTES</a:t>
            </a:r>
            <a:endParaRPr dirty="0" sz="6000" lang="en-GB"/>
          </a:p>
        </p:txBody>
      </p:sp>
      <p:sp>
        <p:nvSpPr>
          <p:cNvPr id="1048641" name="Content Placeholder 4"/>
          <p:cNvSpPr>
            <a:spLocks noGrp="1"/>
          </p:cNvSpPr>
          <p:nvPr>
            <p:ph idx="1"/>
          </p:nvPr>
        </p:nvSpPr>
        <p:spPr>
          <a:xfrm>
            <a:off x="0" y="1500174"/>
            <a:ext cx="9144000" cy="5357825"/>
          </a:xfrm>
        </p:spPr>
        <p:txBody>
          <a:bodyPr>
            <a:normAutofit fontScale="96875" lnSpcReduction="10000"/>
          </a:bodyPr>
          <a:p>
            <a:r>
              <a:rPr dirty="0" lang="en-GB" smtClean="0">
                <a:solidFill>
                  <a:srgbClr val="FFFF00"/>
                </a:solidFill>
              </a:rPr>
              <a:t>Prokaryotes are single-celled organisms. </a:t>
            </a:r>
          </a:p>
          <a:p>
            <a:endParaRPr dirty="0" lang="en-GB" smtClean="0">
              <a:solidFill>
                <a:srgbClr val="FFFF00"/>
              </a:solidFill>
            </a:endParaRPr>
          </a:p>
          <a:p>
            <a:r>
              <a:rPr dirty="0" lang="en-GB" smtClean="0">
                <a:solidFill>
                  <a:srgbClr val="FFFF00"/>
                </a:solidFill>
              </a:rPr>
              <a:t>They are the smallest, simplest organisms. </a:t>
            </a:r>
          </a:p>
          <a:p>
            <a:endParaRPr dirty="0" lang="en-GB" smtClean="0">
              <a:solidFill>
                <a:srgbClr val="FFFF00"/>
              </a:solidFill>
            </a:endParaRPr>
          </a:p>
          <a:p>
            <a:r>
              <a:rPr dirty="0" lang="en-GB" smtClean="0">
                <a:solidFill>
                  <a:srgbClr val="FFFF00"/>
                </a:solidFill>
              </a:rPr>
              <a:t>They are the earliest and most primitive forms of life on earth. </a:t>
            </a:r>
          </a:p>
          <a:p>
            <a:r>
              <a:rPr dirty="0" lang="en-GB" smtClean="0">
                <a:solidFill>
                  <a:srgbClr val="FFFF00"/>
                </a:solidFill>
              </a:rPr>
              <a:t>They are a group of organisms whose cells lack a cell nucleus</a:t>
            </a:r>
          </a:p>
          <a:p>
            <a:endParaRPr dirty="0" lang="en-GB" smtClean="0">
              <a:solidFill>
                <a:srgbClr val="FFFF00"/>
              </a:solidFill>
            </a:endParaRPr>
          </a:p>
          <a:p>
            <a:r>
              <a:rPr dirty="0" lang="en-GB" smtClean="0">
                <a:solidFill>
                  <a:srgbClr val="FFFF00"/>
                </a:solidFill>
              </a:rPr>
              <a:t>They are abundant in the air, water, soil, and on most objects</a:t>
            </a:r>
            <a:endParaRPr dirty="0" lang="en-GB">
              <a:solidFill>
                <a:srgbClr val="FFFF00"/>
              </a:solidFill>
            </a:endParaRPr>
          </a:p>
        </p:txBody>
      </p:sp>
    </p:spTree>
  </p:cSld>
  <p:clrMapOvr>
    <a:masterClrMapping/>
  </p:clrMapOvr>
  <p:timing>
    <p:tnLst>
      <p:par>
        <p:cTn dur="indefinite" id="1" nodeType="tmRoot" restart="never">
          <p:childTnLst>
            <p:seq concurrent="1" nextAc="seek">
              <p:cTn dur="indefinite" id="2" nodeType="mainSeq">
                <p:childTnLst>
                  <p:par>
                    <p:cTn fill="hold" id="3">
                      <p:stCondLst>
                        <p:cond delay="indefinite"/>
                      </p:stCondLst>
                      <p:childTnLst>
                        <p:par>
                          <p:cTn fill="hold" id="4">
                            <p:stCondLst>
                              <p:cond delay="0"/>
                            </p:stCondLst>
                            <p:childTnLst>
                              <p:par>
                                <p:cTn fill="hold" id="5" nodeType="clickEffect" presetClass="entr" presetID="2" presetSubtype="4">
                                  <p:stCondLst>
                                    <p:cond delay="0"/>
                                  </p:stCondLst>
                                  <p:childTnLst>
                                    <p:set>
                                      <p:cBhvr>
                                        <p:cTn dur="1" fill="hold" id="6">
                                          <p:stCondLst>
                                            <p:cond delay="0"/>
                                          </p:stCondLst>
                                        </p:cTn>
                                        <p:tgtEl>
                                          <p:spTgt spid="1048641">
                                            <p:txEl>
                                              <p:pRg st="0" end="0"/>
                                            </p:txEl>
                                          </p:spTgt>
                                        </p:tgtEl>
                                        <p:attrNameLst>
                                          <p:attrName>style.visibility</p:attrName>
                                        </p:attrNameLst>
                                      </p:cBhvr>
                                      <p:to>
                                        <p:strVal val="visible"/>
                                      </p:to>
                                    </p:set>
                                    <p:anim calcmode="lin" valueType="num">
                                      <p:cBhvr additive="base">
                                        <p:cTn dur="500" fill="hold" id="7"/>
                                        <p:tgtEl>
                                          <p:spTgt spid="1048641">
                                            <p:txEl>
                                              <p:pRg st="0" end="0"/>
                                            </p:txEl>
                                          </p:spTgt>
                                        </p:tgtEl>
                                        <p:attrNameLst>
                                          <p:attrName>ppt_x</p:attrName>
                                        </p:attrNameLst>
                                      </p:cBhvr>
                                      <p:tavLst>
                                        <p:tav tm="0">
                                          <p:val>
                                            <p:strVal val="#ppt_x"/>
                                          </p:val>
                                        </p:tav>
                                        <p:tav tm="100000">
                                          <p:val>
                                            <p:strVal val="#ppt_x"/>
                                          </p:val>
                                        </p:tav>
                                      </p:tavLst>
                                    </p:anim>
                                    <p:anim calcmode="lin" valueType="num">
                                      <p:cBhvr additive="base">
                                        <p:cTn dur="500" fill="hold" id="8"/>
                                        <p:tgtEl>
                                          <p:spTgt spid="1048641">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fill="hold" id="9">
                      <p:stCondLst>
                        <p:cond delay="indefinite"/>
                      </p:stCondLst>
                      <p:childTnLst>
                        <p:par>
                          <p:cTn fill="hold" id="10">
                            <p:stCondLst>
                              <p:cond delay="0"/>
                            </p:stCondLst>
                            <p:childTnLst>
                              <p:par>
                                <p:cTn fill="hold" id="11" nodeType="clickEffect" presetClass="entr" presetID="2" presetSubtype="4">
                                  <p:stCondLst>
                                    <p:cond delay="0"/>
                                  </p:stCondLst>
                                  <p:childTnLst>
                                    <p:set>
                                      <p:cBhvr>
                                        <p:cTn dur="1" fill="hold" id="12">
                                          <p:stCondLst>
                                            <p:cond delay="0"/>
                                          </p:stCondLst>
                                        </p:cTn>
                                        <p:tgtEl>
                                          <p:spTgt spid="1048641">
                                            <p:txEl>
                                              <p:pRg st="2" end="2"/>
                                            </p:txEl>
                                          </p:spTgt>
                                        </p:tgtEl>
                                        <p:attrNameLst>
                                          <p:attrName>style.visibility</p:attrName>
                                        </p:attrNameLst>
                                      </p:cBhvr>
                                      <p:to>
                                        <p:strVal val="visible"/>
                                      </p:to>
                                    </p:set>
                                    <p:anim calcmode="lin" valueType="num">
                                      <p:cBhvr additive="base">
                                        <p:cTn dur="500" fill="hold" id="13"/>
                                        <p:tgtEl>
                                          <p:spTgt spid="1048641">
                                            <p:txEl>
                                              <p:pRg st="2" end="2"/>
                                            </p:txEl>
                                          </p:spTgt>
                                        </p:tgtEl>
                                        <p:attrNameLst>
                                          <p:attrName>ppt_x</p:attrName>
                                        </p:attrNameLst>
                                      </p:cBhvr>
                                      <p:tavLst>
                                        <p:tav tm="0">
                                          <p:val>
                                            <p:strVal val="#ppt_x"/>
                                          </p:val>
                                        </p:tav>
                                        <p:tav tm="100000">
                                          <p:val>
                                            <p:strVal val="#ppt_x"/>
                                          </p:val>
                                        </p:tav>
                                      </p:tavLst>
                                    </p:anim>
                                    <p:anim calcmode="lin" valueType="num">
                                      <p:cBhvr additive="base">
                                        <p:cTn dur="500" fill="hold" id="14"/>
                                        <p:tgtEl>
                                          <p:spTgt spid="1048641">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fill="hold" id="15">
                      <p:stCondLst>
                        <p:cond delay="indefinite"/>
                      </p:stCondLst>
                      <p:childTnLst>
                        <p:par>
                          <p:cTn fill="hold" id="16">
                            <p:stCondLst>
                              <p:cond delay="0"/>
                            </p:stCondLst>
                            <p:childTnLst>
                              <p:par>
                                <p:cTn fill="hold" id="17" nodeType="clickEffect" presetClass="entr" presetID="2" presetSubtype="4">
                                  <p:stCondLst>
                                    <p:cond delay="0"/>
                                  </p:stCondLst>
                                  <p:childTnLst>
                                    <p:set>
                                      <p:cBhvr>
                                        <p:cTn dur="1" fill="hold" id="18">
                                          <p:stCondLst>
                                            <p:cond delay="0"/>
                                          </p:stCondLst>
                                        </p:cTn>
                                        <p:tgtEl>
                                          <p:spTgt spid="1048641">
                                            <p:txEl>
                                              <p:pRg st="4" end="4"/>
                                            </p:txEl>
                                          </p:spTgt>
                                        </p:tgtEl>
                                        <p:attrNameLst>
                                          <p:attrName>style.visibility</p:attrName>
                                        </p:attrNameLst>
                                      </p:cBhvr>
                                      <p:to>
                                        <p:strVal val="visible"/>
                                      </p:to>
                                    </p:set>
                                    <p:anim calcmode="lin" valueType="num">
                                      <p:cBhvr additive="base">
                                        <p:cTn dur="500" fill="hold" id="19"/>
                                        <p:tgtEl>
                                          <p:spTgt spid="1048641">
                                            <p:txEl>
                                              <p:pRg st="4" end="4"/>
                                            </p:txEl>
                                          </p:spTgt>
                                        </p:tgtEl>
                                        <p:attrNameLst>
                                          <p:attrName>ppt_x</p:attrName>
                                        </p:attrNameLst>
                                      </p:cBhvr>
                                      <p:tavLst>
                                        <p:tav tm="0">
                                          <p:val>
                                            <p:strVal val="#ppt_x"/>
                                          </p:val>
                                        </p:tav>
                                        <p:tav tm="100000">
                                          <p:val>
                                            <p:strVal val="#ppt_x"/>
                                          </p:val>
                                        </p:tav>
                                      </p:tavLst>
                                    </p:anim>
                                    <p:anim calcmode="lin" valueType="num">
                                      <p:cBhvr additive="base">
                                        <p:cTn dur="500" fill="hold" id="20"/>
                                        <p:tgtEl>
                                          <p:spTgt spid="1048641">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fill="hold" id="21">
                      <p:stCondLst>
                        <p:cond delay="indefinite"/>
                      </p:stCondLst>
                      <p:childTnLst>
                        <p:par>
                          <p:cTn fill="hold" id="22">
                            <p:stCondLst>
                              <p:cond delay="0"/>
                            </p:stCondLst>
                            <p:childTnLst>
                              <p:par>
                                <p:cTn fill="hold" id="23" nodeType="clickEffect" presetClass="entr" presetID="2" presetSubtype="4">
                                  <p:stCondLst>
                                    <p:cond delay="0"/>
                                  </p:stCondLst>
                                  <p:childTnLst>
                                    <p:set>
                                      <p:cBhvr>
                                        <p:cTn dur="1" fill="hold" id="24">
                                          <p:stCondLst>
                                            <p:cond delay="0"/>
                                          </p:stCondLst>
                                        </p:cTn>
                                        <p:tgtEl>
                                          <p:spTgt spid="1048641">
                                            <p:txEl>
                                              <p:pRg st="5" end="5"/>
                                            </p:txEl>
                                          </p:spTgt>
                                        </p:tgtEl>
                                        <p:attrNameLst>
                                          <p:attrName>style.visibility</p:attrName>
                                        </p:attrNameLst>
                                      </p:cBhvr>
                                      <p:to>
                                        <p:strVal val="visible"/>
                                      </p:to>
                                    </p:set>
                                    <p:anim calcmode="lin" valueType="num">
                                      <p:cBhvr additive="base">
                                        <p:cTn dur="500" fill="hold" id="25"/>
                                        <p:tgtEl>
                                          <p:spTgt spid="1048641">
                                            <p:txEl>
                                              <p:pRg st="5" end="5"/>
                                            </p:txEl>
                                          </p:spTgt>
                                        </p:tgtEl>
                                        <p:attrNameLst>
                                          <p:attrName>ppt_x</p:attrName>
                                        </p:attrNameLst>
                                      </p:cBhvr>
                                      <p:tavLst>
                                        <p:tav tm="0">
                                          <p:val>
                                            <p:strVal val="#ppt_x"/>
                                          </p:val>
                                        </p:tav>
                                        <p:tav tm="100000">
                                          <p:val>
                                            <p:strVal val="#ppt_x"/>
                                          </p:val>
                                        </p:tav>
                                      </p:tavLst>
                                    </p:anim>
                                    <p:anim calcmode="lin" valueType="num">
                                      <p:cBhvr additive="base">
                                        <p:cTn dur="500" fill="hold" id="26"/>
                                        <p:tgtEl>
                                          <p:spTgt spid="1048641">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fill="hold" id="27">
                      <p:stCondLst>
                        <p:cond delay="indefinite"/>
                      </p:stCondLst>
                      <p:childTnLst>
                        <p:par>
                          <p:cTn fill="hold" id="28">
                            <p:stCondLst>
                              <p:cond delay="0"/>
                            </p:stCondLst>
                            <p:childTnLst>
                              <p:par>
                                <p:cTn fill="hold" id="29" nodeType="clickEffect" presetClass="entr" presetID="2" presetSubtype="4">
                                  <p:stCondLst>
                                    <p:cond delay="0"/>
                                  </p:stCondLst>
                                  <p:childTnLst>
                                    <p:set>
                                      <p:cBhvr>
                                        <p:cTn dur="1" fill="hold" id="30">
                                          <p:stCondLst>
                                            <p:cond delay="0"/>
                                          </p:stCondLst>
                                        </p:cTn>
                                        <p:tgtEl>
                                          <p:spTgt spid="1048641">
                                            <p:txEl>
                                              <p:pRg st="7" end="7"/>
                                            </p:txEl>
                                          </p:spTgt>
                                        </p:tgtEl>
                                        <p:attrNameLst>
                                          <p:attrName>style.visibility</p:attrName>
                                        </p:attrNameLst>
                                      </p:cBhvr>
                                      <p:to>
                                        <p:strVal val="visible"/>
                                      </p:to>
                                    </p:set>
                                    <p:anim calcmode="lin" valueType="num">
                                      <p:cBhvr additive="base">
                                        <p:cTn dur="500" fill="hold" id="31"/>
                                        <p:tgtEl>
                                          <p:spTgt spid="1048641">
                                            <p:txEl>
                                              <p:pRg st="7" end="7"/>
                                            </p:txEl>
                                          </p:spTgt>
                                        </p:tgtEl>
                                        <p:attrNameLst>
                                          <p:attrName>ppt_x</p:attrName>
                                        </p:attrNameLst>
                                      </p:cBhvr>
                                      <p:tavLst>
                                        <p:tav tm="0">
                                          <p:val>
                                            <p:strVal val="#ppt_x"/>
                                          </p:val>
                                        </p:tav>
                                        <p:tav tm="100000">
                                          <p:val>
                                            <p:strVal val="#ppt_x"/>
                                          </p:val>
                                        </p:tav>
                                      </p:tavLst>
                                    </p:anim>
                                    <p:anim calcmode="lin" valueType="num">
                                      <p:cBhvr additive="base">
                                        <p:cTn dur="500" fill="hold" id="32"/>
                                        <p:tgtEl>
                                          <p:spTgt spid="1048641">
                                            <p:txEl>
                                              <p:pRg st="7" end="7"/>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12" name=""/>
        <p:cNvGrpSpPr/>
        <p:nvPr/>
      </p:nvGrpSpPr>
      <p:grpSpPr>
        <a:xfrm>
          <a:off x="0" y="0"/>
          <a:ext cx="0" cy="0"/>
          <a:chOff x="0" y="0"/>
          <a:chExt cx="0" cy="0"/>
        </a:xfrm>
      </p:grpSpPr>
      <p:sp>
        <p:nvSpPr>
          <p:cNvPr id="1048645" name="Title 1"/>
          <p:cNvSpPr>
            <a:spLocks noGrp="1"/>
          </p:cNvSpPr>
          <p:nvPr>
            <p:ph type="title"/>
          </p:nvPr>
        </p:nvSpPr>
        <p:spPr/>
        <p:txBody>
          <a:bodyPr/>
          <a:p>
            <a:r>
              <a:rPr dirty="0" lang="en-GB" smtClean="0"/>
              <a:t>PROKARYOTES</a:t>
            </a:r>
            <a:endParaRPr dirty="0" lang="en-GB"/>
          </a:p>
        </p:txBody>
      </p:sp>
      <p:sp>
        <p:nvSpPr>
          <p:cNvPr id="1048646" name="Content Placeholder 2"/>
          <p:cNvSpPr>
            <a:spLocks noGrp="1"/>
          </p:cNvSpPr>
          <p:nvPr>
            <p:ph idx="1"/>
          </p:nvPr>
        </p:nvSpPr>
        <p:spPr>
          <a:xfrm>
            <a:off x="0" y="1571613"/>
            <a:ext cx="9144000" cy="5286388"/>
          </a:xfrm>
        </p:spPr>
        <p:txBody>
          <a:bodyPr>
            <a:normAutofit fontScale="96875" lnSpcReduction="20000"/>
          </a:bodyPr>
          <a:p>
            <a:r>
              <a:rPr dirty="0" lang="en-GB" smtClean="0">
                <a:solidFill>
                  <a:srgbClr val="FFFF00"/>
                </a:solidFill>
              </a:rPr>
              <a:t>The word </a:t>
            </a:r>
            <a:r>
              <a:rPr dirty="0" i="1" lang="en-GB" smtClean="0">
                <a:solidFill>
                  <a:srgbClr val="FFFF00"/>
                </a:solidFill>
              </a:rPr>
              <a:t>prokaryote</a:t>
            </a:r>
            <a:r>
              <a:rPr dirty="0" lang="en-GB" smtClean="0">
                <a:solidFill>
                  <a:srgbClr val="FFFF00"/>
                </a:solidFill>
              </a:rPr>
              <a:t> comes from the Greek word </a:t>
            </a:r>
            <a:r>
              <a:rPr dirty="0" i="1" lang="en-GB" smtClean="0">
                <a:solidFill>
                  <a:srgbClr val="FFFF00"/>
                </a:solidFill>
              </a:rPr>
              <a:t>(pro) </a:t>
            </a:r>
            <a:r>
              <a:rPr dirty="0" lang="en-GB" smtClean="0">
                <a:solidFill>
                  <a:srgbClr val="FFFF00"/>
                </a:solidFill>
              </a:rPr>
              <a:t> "before"+ </a:t>
            </a:r>
            <a:r>
              <a:rPr dirty="0" i="1" lang="en-GB" smtClean="0">
                <a:solidFill>
                  <a:srgbClr val="FFFF00"/>
                </a:solidFill>
              </a:rPr>
              <a:t> (karyon)</a:t>
            </a:r>
            <a:r>
              <a:rPr dirty="0" lang="en-GB" smtClean="0">
                <a:solidFill>
                  <a:srgbClr val="FFFF00"/>
                </a:solidFill>
              </a:rPr>
              <a:t> “nut or kernel".</a:t>
            </a:r>
          </a:p>
          <a:p>
            <a:r>
              <a:rPr dirty="0" lang="en-GB" smtClean="0">
                <a:solidFill>
                  <a:srgbClr val="FFFF00"/>
                </a:solidFill>
              </a:rPr>
              <a:t>Prokaryotes do not have a nucleus, mitochondria or any other membrane-bound organelles. </a:t>
            </a:r>
          </a:p>
          <a:p>
            <a:r>
              <a:rPr dirty="0" lang="en-GB" smtClean="0">
                <a:solidFill>
                  <a:srgbClr val="FFFF00"/>
                </a:solidFill>
              </a:rPr>
              <a:t>This means that all their intracellular water-soluble components (proteins, DNA and metabolites) are located together in the same area enclosed by cell membrane rather than separated in different cellular compartments</a:t>
            </a:r>
          </a:p>
          <a:p>
            <a:endParaRPr dirty="0" lang="en-GB"/>
          </a:p>
        </p:txBody>
      </p:sp>
    </p:spTree>
  </p:cSld>
  <p:clrMapOvr>
    <a:masterClrMapping/>
  </p:clrMapOvr>
  <p:timing>
    <p:tnLst>
      <p:par>
        <p:cTn dur="indefinite" id="1" nodeType="tmRoot" restart="never">
          <p:childTnLst>
            <p:seq concurrent="1" nextAc="seek">
              <p:cTn dur="indefinite" id="2" nodeType="mainSeq">
                <p:childTnLst>
                  <p:par>
                    <p:cTn fill="hold" id="3">
                      <p:stCondLst>
                        <p:cond delay="indefinite"/>
                      </p:stCondLst>
                      <p:childTnLst>
                        <p:par>
                          <p:cTn fill="hold" id="4">
                            <p:stCondLst>
                              <p:cond delay="0"/>
                            </p:stCondLst>
                            <p:childTnLst>
                              <p:par>
                                <p:cTn fill="hold" id="5" nodeType="clickEffect" presetClass="entr" presetID="2" presetSubtype="4">
                                  <p:stCondLst>
                                    <p:cond delay="0"/>
                                  </p:stCondLst>
                                  <p:childTnLst>
                                    <p:set>
                                      <p:cBhvr>
                                        <p:cTn dur="1" fill="hold" id="6">
                                          <p:stCondLst>
                                            <p:cond delay="0"/>
                                          </p:stCondLst>
                                        </p:cTn>
                                        <p:tgtEl>
                                          <p:spTgt spid="1048646">
                                            <p:txEl>
                                              <p:pRg st="0" end="0"/>
                                            </p:txEl>
                                          </p:spTgt>
                                        </p:tgtEl>
                                        <p:attrNameLst>
                                          <p:attrName>style.visibility</p:attrName>
                                        </p:attrNameLst>
                                      </p:cBhvr>
                                      <p:to>
                                        <p:strVal val="visible"/>
                                      </p:to>
                                    </p:set>
                                    <p:anim calcmode="lin" valueType="num">
                                      <p:cBhvr additive="base">
                                        <p:cTn dur="500" fill="hold" id="7"/>
                                        <p:tgtEl>
                                          <p:spTgt spid="1048646">
                                            <p:txEl>
                                              <p:pRg st="0" end="0"/>
                                            </p:txEl>
                                          </p:spTgt>
                                        </p:tgtEl>
                                        <p:attrNameLst>
                                          <p:attrName>ppt_x</p:attrName>
                                        </p:attrNameLst>
                                      </p:cBhvr>
                                      <p:tavLst>
                                        <p:tav tm="0">
                                          <p:val>
                                            <p:strVal val="#ppt_x"/>
                                          </p:val>
                                        </p:tav>
                                        <p:tav tm="100000">
                                          <p:val>
                                            <p:strVal val="#ppt_x"/>
                                          </p:val>
                                        </p:tav>
                                      </p:tavLst>
                                    </p:anim>
                                    <p:anim calcmode="lin" valueType="num">
                                      <p:cBhvr additive="base">
                                        <p:cTn dur="500" fill="hold" id="8"/>
                                        <p:tgtEl>
                                          <p:spTgt spid="1048646">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fill="hold" id="9">
                      <p:stCondLst>
                        <p:cond delay="indefinite"/>
                      </p:stCondLst>
                      <p:childTnLst>
                        <p:par>
                          <p:cTn fill="hold" id="10">
                            <p:stCondLst>
                              <p:cond delay="0"/>
                            </p:stCondLst>
                            <p:childTnLst>
                              <p:par>
                                <p:cTn fill="hold" id="11" nodeType="clickEffect" presetClass="entr" presetID="2" presetSubtype="4">
                                  <p:stCondLst>
                                    <p:cond delay="0"/>
                                  </p:stCondLst>
                                  <p:childTnLst>
                                    <p:set>
                                      <p:cBhvr>
                                        <p:cTn dur="1" fill="hold" id="12">
                                          <p:stCondLst>
                                            <p:cond delay="0"/>
                                          </p:stCondLst>
                                        </p:cTn>
                                        <p:tgtEl>
                                          <p:spTgt spid="1048646">
                                            <p:txEl>
                                              <p:pRg st="1" end="1"/>
                                            </p:txEl>
                                          </p:spTgt>
                                        </p:tgtEl>
                                        <p:attrNameLst>
                                          <p:attrName>style.visibility</p:attrName>
                                        </p:attrNameLst>
                                      </p:cBhvr>
                                      <p:to>
                                        <p:strVal val="visible"/>
                                      </p:to>
                                    </p:set>
                                    <p:anim calcmode="lin" valueType="num">
                                      <p:cBhvr additive="base">
                                        <p:cTn dur="500" fill="hold" id="13"/>
                                        <p:tgtEl>
                                          <p:spTgt spid="1048646">
                                            <p:txEl>
                                              <p:pRg st="1" end="1"/>
                                            </p:txEl>
                                          </p:spTgt>
                                        </p:tgtEl>
                                        <p:attrNameLst>
                                          <p:attrName>ppt_x</p:attrName>
                                        </p:attrNameLst>
                                      </p:cBhvr>
                                      <p:tavLst>
                                        <p:tav tm="0">
                                          <p:val>
                                            <p:strVal val="#ppt_x"/>
                                          </p:val>
                                        </p:tav>
                                        <p:tav tm="100000">
                                          <p:val>
                                            <p:strVal val="#ppt_x"/>
                                          </p:val>
                                        </p:tav>
                                      </p:tavLst>
                                    </p:anim>
                                    <p:anim calcmode="lin" valueType="num">
                                      <p:cBhvr additive="base">
                                        <p:cTn dur="500" fill="hold" id="14"/>
                                        <p:tgtEl>
                                          <p:spTgt spid="1048646">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fill="hold" id="15">
                      <p:stCondLst>
                        <p:cond delay="indefinite"/>
                      </p:stCondLst>
                      <p:childTnLst>
                        <p:par>
                          <p:cTn fill="hold" id="16">
                            <p:stCondLst>
                              <p:cond delay="0"/>
                            </p:stCondLst>
                            <p:childTnLst>
                              <p:par>
                                <p:cTn fill="hold" id="17" nodeType="clickEffect" presetClass="entr" presetID="2" presetSubtype="4">
                                  <p:stCondLst>
                                    <p:cond delay="0"/>
                                  </p:stCondLst>
                                  <p:childTnLst>
                                    <p:set>
                                      <p:cBhvr>
                                        <p:cTn dur="1" fill="hold" id="18">
                                          <p:stCondLst>
                                            <p:cond delay="0"/>
                                          </p:stCondLst>
                                        </p:cTn>
                                        <p:tgtEl>
                                          <p:spTgt spid="1048646">
                                            <p:txEl>
                                              <p:pRg st="2" end="2"/>
                                            </p:txEl>
                                          </p:spTgt>
                                        </p:tgtEl>
                                        <p:attrNameLst>
                                          <p:attrName>style.visibility</p:attrName>
                                        </p:attrNameLst>
                                      </p:cBhvr>
                                      <p:to>
                                        <p:strVal val="visible"/>
                                      </p:to>
                                    </p:set>
                                    <p:anim calcmode="lin" valueType="num">
                                      <p:cBhvr additive="base">
                                        <p:cTn dur="500" fill="hold" id="19"/>
                                        <p:tgtEl>
                                          <p:spTgt spid="1048646">
                                            <p:txEl>
                                              <p:pRg st="2" end="2"/>
                                            </p:txEl>
                                          </p:spTgt>
                                        </p:tgtEl>
                                        <p:attrNameLst>
                                          <p:attrName>ppt_x</p:attrName>
                                        </p:attrNameLst>
                                      </p:cBhvr>
                                      <p:tavLst>
                                        <p:tav tm="0">
                                          <p:val>
                                            <p:strVal val="#ppt_x"/>
                                          </p:val>
                                        </p:tav>
                                        <p:tav tm="100000">
                                          <p:val>
                                            <p:strVal val="#ppt_x"/>
                                          </p:val>
                                        </p:tav>
                                      </p:tavLst>
                                    </p:anim>
                                    <p:anim calcmode="lin" valueType="num">
                                      <p:cBhvr additive="base">
                                        <p:cTn dur="500" fill="hold" id="20"/>
                                        <p:tgtEl>
                                          <p:spTgt spid="1048646">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15" name=""/>
        <p:cNvGrpSpPr/>
        <p:nvPr/>
      </p:nvGrpSpPr>
      <p:grpSpPr>
        <a:xfrm>
          <a:off x="0" y="0"/>
          <a:ext cx="0" cy="0"/>
          <a:chOff x="0" y="0"/>
          <a:chExt cx="0" cy="0"/>
        </a:xfrm>
      </p:grpSpPr>
      <p:sp>
        <p:nvSpPr>
          <p:cNvPr id="1048650" name="Title 1"/>
          <p:cNvSpPr>
            <a:spLocks noGrp="1"/>
          </p:cNvSpPr>
          <p:nvPr>
            <p:ph type="title"/>
          </p:nvPr>
        </p:nvSpPr>
        <p:spPr>
          <a:xfrm>
            <a:off x="0" y="0"/>
            <a:ext cx="9144000" cy="1408176"/>
          </a:xfrm>
        </p:spPr>
        <p:txBody>
          <a:bodyPr>
            <a:normAutofit fontScale="90000"/>
          </a:bodyPr>
          <a:p>
            <a:pPr algn="ctr"/>
            <a:r>
              <a:rPr dirty="0" lang="en-GB" smtClean="0"/>
              <a:t> </a:t>
            </a:r>
            <a:br>
              <a:rPr dirty="0" lang="en-GB" smtClean="0"/>
            </a:br>
            <a:r>
              <a:rPr dirty="0" lang="en-GB" smtClean="0">
                <a:solidFill>
                  <a:srgbClr val="FFFF00"/>
                </a:solidFill>
              </a:rPr>
              <a:t>Prokaryotes have two major classification domains</a:t>
            </a:r>
            <a:br>
              <a:rPr dirty="0" lang="en-GB" smtClean="0">
                <a:solidFill>
                  <a:srgbClr val="FFFF00"/>
                </a:solidFill>
              </a:rPr>
            </a:br>
            <a:endParaRPr dirty="0" lang="en-GB"/>
          </a:p>
        </p:txBody>
      </p:sp>
      <p:sp>
        <p:nvSpPr>
          <p:cNvPr id="1048651" name="Content Placeholder 2"/>
          <p:cNvSpPr>
            <a:spLocks noGrp="1"/>
          </p:cNvSpPr>
          <p:nvPr>
            <p:ph idx="1"/>
          </p:nvPr>
        </p:nvSpPr>
        <p:spPr>
          <a:xfrm>
            <a:off x="0" y="1571613"/>
            <a:ext cx="9144000" cy="5286388"/>
          </a:xfrm>
        </p:spPr>
        <p:txBody>
          <a:bodyPr/>
          <a:p>
            <a:pPr lvl="0"/>
            <a:r>
              <a:rPr dirty="0" lang="en-GB" smtClean="0">
                <a:solidFill>
                  <a:srgbClr val="FFFF00"/>
                </a:solidFill>
              </a:rPr>
              <a:t> Bacteria</a:t>
            </a:r>
          </a:p>
          <a:p>
            <a:pPr lvl="0"/>
            <a:r>
              <a:rPr dirty="0" lang="en-GB" smtClean="0">
                <a:solidFill>
                  <a:srgbClr val="FFFF00"/>
                </a:solidFill>
              </a:rPr>
              <a:t> Archaea</a:t>
            </a:r>
          </a:p>
          <a:p>
            <a:pPr algn="ctr"/>
            <a:r>
              <a:rPr b="1" dirty="0" lang="en-GB" smtClean="0">
                <a:solidFill>
                  <a:srgbClr val="FFFF00"/>
                </a:solidFill>
              </a:rPr>
              <a:t>Prokaryotic cells have various shapes; the four basic shapes are </a:t>
            </a:r>
          </a:p>
          <a:p>
            <a:r>
              <a:rPr dirty="0" lang="en-GB" smtClean="0">
                <a:solidFill>
                  <a:srgbClr val="FFFF00"/>
                </a:solidFill>
              </a:rPr>
              <a:t>Cocci – spherical</a:t>
            </a:r>
          </a:p>
          <a:p>
            <a:pPr lvl="0"/>
            <a:r>
              <a:rPr dirty="0" lang="en-GB" smtClean="0">
                <a:solidFill>
                  <a:srgbClr val="FFFF00"/>
                </a:solidFill>
              </a:rPr>
              <a:t>Bacilli– rod-shaped</a:t>
            </a:r>
          </a:p>
          <a:p>
            <a:r>
              <a:rPr dirty="0" lang="en-GB" smtClean="0">
                <a:solidFill>
                  <a:srgbClr val="FFFF00"/>
                </a:solidFill>
              </a:rPr>
              <a:t>Spirochaete – spiral-shaped</a:t>
            </a:r>
          </a:p>
          <a:p>
            <a:pPr lvl="0"/>
            <a:r>
              <a:rPr dirty="0" lang="en-GB" smtClean="0">
                <a:solidFill>
                  <a:srgbClr val="FFFF00"/>
                </a:solidFill>
              </a:rPr>
              <a:t>Vibrio– comma-shaped</a:t>
            </a:r>
          </a:p>
          <a:p>
            <a:endParaRPr dirty="0" lang="en-GB" smtClean="0">
              <a:solidFill>
                <a:srgbClr val="FFFF00"/>
              </a:solidFill>
            </a:endParaRPr>
          </a:p>
          <a:p>
            <a:pPr lvl="0"/>
            <a:endParaRPr dirty="0" lang="en-GB" smtClean="0">
              <a:solidFill>
                <a:srgbClr val="FFFF00"/>
              </a:solidFill>
            </a:endParaRPr>
          </a:p>
          <a:p>
            <a:endParaRPr dirty="0" lang="en-GB">
              <a:solidFill>
                <a:srgbClr val="FFFF00"/>
              </a:solidFill>
            </a:endParaRPr>
          </a:p>
        </p:txBody>
      </p:sp>
    </p:spTree>
  </p:cSld>
  <p:clrMapOvr>
    <a:masterClrMapping/>
  </p:clrMapOvr>
  <p:timing>
    <p:tnLst>
      <p:par>
        <p:cTn dur="indefinite" id="1" nodeType="tmRoot" restart="never">
          <p:childTnLst>
            <p:seq concurrent="1" nextAc="seek">
              <p:cTn dur="indefinite" id="2" nodeType="mainSeq">
                <p:childTnLst>
                  <p:par>
                    <p:cTn fill="hold" id="3">
                      <p:stCondLst>
                        <p:cond delay="indefinite"/>
                      </p:stCondLst>
                      <p:childTnLst>
                        <p:par>
                          <p:cTn fill="hold" id="4">
                            <p:stCondLst>
                              <p:cond delay="0"/>
                            </p:stCondLst>
                            <p:childTnLst>
                              <p:par>
                                <p:cTn fill="hold" grpId="0" id="5" nodeType="clickEffect" presetClass="entr" presetID="2" presetSubtype="4">
                                  <p:stCondLst>
                                    <p:cond delay="0"/>
                                  </p:stCondLst>
                                  <p:childTnLst>
                                    <p:set>
                                      <p:cBhvr>
                                        <p:cTn dur="1" fill="hold" id="6">
                                          <p:stCondLst>
                                            <p:cond delay="0"/>
                                          </p:stCondLst>
                                        </p:cTn>
                                        <p:tgtEl>
                                          <p:spTgt spid="1048650"/>
                                        </p:tgtEl>
                                        <p:attrNameLst>
                                          <p:attrName>style.visibility</p:attrName>
                                        </p:attrNameLst>
                                      </p:cBhvr>
                                      <p:to>
                                        <p:strVal val="visible"/>
                                      </p:to>
                                    </p:set>
                                    <p:anim calcmode="lin" valueType="num">
                                      <p:cBhvr additive="base">
                                        <p:cTn dur="500" fill="hold" id="7"/>
                                        <p:tgtEl>
                                          <p:spTgt spid="1048650"/>
                                        </p:tgtEl>
                                        <p:attrNameLst>
                                          <p:attrName>ppt_x</p:attrName>
                                        </p:attrNameLst>
                                      </p:cBhvr>
                                      <p:tavLst>
                                        <p:tav tm="0">
                                          <p:val>
                                            <p:strVal val="#ppt_x"/>
                                          </p:val>
                                        </p:tav>
                                        <p:tav tm="100000">
                                          <p:val>
                                            <p:strVal val="#ppt_x"/>
                                          </p:val>
                                        </p:tav>
                                      </p:tavLst>
                                    </p:anim>
                                    <p:anim calcmode="lin" valueType="num">
                                      <p:cBhvr additive="base">
                                        <p:cTn dur="500" fill="hold" id="8"/>
                                        <p:tgtEl>
                                          <p:spTgt spid="1048650"/>
                                        </p:tgtEl>
                                        <p:attrNameLst>
                                          <p:attrName>ppt_y</p:attrName>
                                        </p:attrNameLst>
                                      </p:cBhvr>
                                      <p:tavLst>
                                        <p:tav tm="0">
                                          <p:val>
                                            <p:strVal val="1+#ppt_h/2"/>
                                          </p:val>
                                        </p:tav>
                                        <p:tav tm="100000">
                                          <p:val>
                                            <p:strVal val="#ppt_y"/>
                                          </p:val>
                                        </p:tav>
                                      </p:tavLst>
                                    </p:anim>
                                  </p:childTnLst>
                                </p:cTn>
                              </p:par>
                            </p:childTnLst>
                          </p:cTn>
                        </p:par>
                      </p:childTnLst>
                    </p:cTn>
                  </p:par>
                  <p:par>
                    <p:cTn fill="hold" id="9">
                      <p:stCondLst>
                        <p:cond delay="indefinite"/>
                      </p:stCondLst>
                      <p:childTnLst>
                        <p:par>
                          <p:cTn fill="hold" id="10">
                            <p:stCondLst>
                              <p:cond delay="0"/>
                            </p:stCondLst>
                            <p:childTnLst>
                              <p:par>
                                <p:cTn fill="hold" id="11" nodeType="clickEffect" presetClass="entr" presetID="2" presetSubtype="4">
                                  <p:stCondLst>
                                    <p:cond delay="0"/>
                                  </p:stCondLst>
                                  <p:childTnLst>
                                    <p:set>
                                      <p:cBhvr>
                                        <p:cTn dur="1" fill="hold" id="12">
                                          <p:stCondLst>
                                            <p:cond delay="0"/>
                                          </p:stCondLst>
                                        </p:cTn>
                                        <p:tgtEl>
                                          <p:spTgt spid="1048651">
                                            <p:txEl>
                                              <p:pRg st="0" end="0"/>
                                            </p:txEl>
                                          </p:spTgt>
                                        </p:tgtEl>
                                        <p:attrNameLst>
                                          <p:attrName>style.visibility</p:attrName>
                                        </p:attrNameLst>
                                      </p:cBhvr>
                                      <p:to>
                                        <p:strVal val="visible"/>
                                      </p:to>
                                    </p:set>
                                    <p:anim calcmode="lin" valueType="num">
                                      <p:cBhvr additive="base">
                                        <p:cTn dur="500" fill="hold" id="13"/>
                                        <p:tgtEl>
                                          <p:spTgt spid="1048651">
                                            <p:txEl>
                                              <p:pRg st="0" end="0"/>
                                            </p:txEl>
                                          </p:spTgt>
                                        </p:tgtEl>
                                        <p:attrNameLst>
                                          <p:attrName>ppt_x</p:attrName>
                                        </p:attrNameLst>
                                      </p:cBhvr>
                                      <p:tavLst>
                                        <p:tav tm="0">
                                          <p:val>
                                            <p:strVal val="#ppt_x"/>
                                          </p:val>
                                        </p:tav>
                                        <p:tav tm="100000">
                                          <p:val>
                                            <p:strVal val="#ppt_x"/>
                                          </p:val>
                                        </p:tav>
                                      </p:tavLst>
                                    </p:anim>
                                    <p:anim calcmode="lin" valueType="num">
                                      <p:cBhvr additive="base">
                                        <p:cTn dur="500" fill="hold" id="14"/>
                                        <p:tgtEl>
                                          <p:spTgt spid="1048651">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fill="hold" id="15">
                      <p:stCondLst>
                        <p:cond delay="indefinite"/>
                      </p:stCondLst>
                      <p:childTnLst>
                        <p:par>
                          <p:cTn fill="hold" id="16">
                            <p:stCondLst>
                              <p:cond delay="0"/>
                            </p:stCondLst>
                            <p:childTnLst>
                              <p:par>
                                <p:cTn fill="hold" id="17" nodeType="clickEffect" presetClass="entr" presetID="2" presetSubtype="4">
                                  <p:stCondLst>
                                    <p:cond delay="0"/>
                                  </p:stCondLst>
                                  <p:childTnLst>
                                    <p:set>
                                      <p:cBhvr>
                                        <p:cTn dur="1" fill="hold" id="18">
                                          <p:stCondLst>
                                            <p:cond delay="0"/>
                                          </p:stCondLst>
                                        </p:cTn>
                                        <p:tgtEl>
                                          <p:spTgt spid="1048651">
                                            <p:txEl>
                                              <p:pRg st="1" end="1"/>
                                            </p:txEl>
                                          </p:spTgt>
                                        </p:tgtEl>
                                        <p:attrNameLst>
                                          <p:attrName>style.visibility</p:attrName>
                                        </p:attrNameLst>
                                      </p:cBhvr>
                                      <p:to>
                                        <p:strVal val="visible"/>
                                      </p:to>
                                    </p:set>
                                    <p:anim calcmode="lin" valueType="num">
                                      <p:cBhvr additive="base">
                                        <p:cTn dur="500" fill="hold" id="19"/>
                                        <p:tgtEl>
                                          <p:spTgt spid="1048651">
                                            <p:txEl>
                                              <p:pRg st="1" end="1"/>
                                            </p:txEl>
                                          </p:spTgt>
                                        </p:tgtEl>
                                        <p:attrNameLst>
                                          <p:attrName>ppt_x</p:attrName>
                                        </p:attrNameLst>
                                      </p:cBhvr>
                                      <p:tavLst>
                                        <p:tav tm="0">
                                          <p:val>
                                            <p:strVal val="#ppt_x"/>
                                          </p:val>
                                        </p:tav>
                                        <p:tav tm="100000">
                                          <p:val>
                                            <p:strVal val="#ppt_x"/>
                                          </p:val>
                                        </p:tav>
                                      </p:tavLst>
                                    </p:anim>
                                    <p:anim calcmode="lin" valueType="num">
                                      <p:cBhvr additive="base">
                                        <p:cTn dur="500" fill="hold" id="20"/>
                                        <p:tgtEl>
                                          <p:spTgt spid="1048651">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fill="hold" id="21">
                      <p:stCondLst>
                        <p:cond delay="indefinite"/>
                      </p:stCondLst>
                      <p:childTnLst>
                        <p:par>
                          <p:cTn fill="hold" id="22">
                            <p:stCondLst>
                              <p:cond delay="0"/>
                            </p:stCondLst>
                            <p:childTnLst>
                              <p:par>
                                <p:cTn fill="hold" id="23" nodeType="clickEffect" presetClass="entr" presetID="2" presetSubtype="4">
                                  <p:stCondLst>
                                    <p:cond delay="0"/>
                                  </p:stCondLst>
                                  <p:childTnLst>
                                    <p:set>
                                      <p:cBhvr>
                                        <p:cTn dur="1" fill="hold" id="24">
                                          <p:stCondLst>
                                            <p:cond delay="0"/>
                                          </p:stCondLst>
                                        </p:cTn>
                                        <p:tgtEl>
                                          <p:spTgt spid="1048651">
                                            <p:txEl>
                                              <p:pRg st="2" end="2"/>
                                            </p:txEl>
                                          </p:spTgt>
                                        </p:tgtEl>
                                        <p:attrNameLst>
                                          <p:attrName>style.visibility</p:attrName>
                                        </p:attrNameLst>
                                      </p:cBhvr>
                                      <p:to>
                                        <p:strVal val="visible"/>
                                      </p:to>
                                    </p:set>
                                    <p:anim calcmode="lin" valueType="num">
                                      <p:cBhvr additive="base">
                                        <p:cTn dur="500" fill="hold" id="25"/>
                                        <p:tgtEl>
                                          <p:spTgt spid="1048651">
                                            <p:txEl>
                                              <p:pRg st="2" end="2"/>
                                            </p:txEl>
                                          </p:spTgt>
                                        </p:tgtEl>
                                        <p:attrNameLst>
                                          <p:attrName>ppt_x</p:attrName>
                                        </p:attrNameLst>
                                      </p:cBhvr>
                                      <p:tavLst>
                                        <p:tav tm="0">
                                          <p:val>
                                            <p:strVal val="#ppt_x"/>
                                          </p:val>
                                        </p:tav>
                                        <p:tav tm="100000">
                                          <p:val>
                                            <p:strVal val="#ppt_x"/>
                                          </p:val>
                                        </p:tav>
                                      </p:tavLst>
                                    </p:anim>
                                    <p:anim calcmode="lin" valueType="num">
                                      <p:cBhvr additive="base">
                                        <p:cTn dur="500" fill="hold" id="26"/>
                                        <p:tgtEl>
                                          <p:spTgt spid="1048651">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fill="hold" id="27">
                      <p:stCondLst>
                        <p:cond delay="indefinite"/>
                      </p:stCondLst>
                      <p:childTnLst>
                        <p:par>
                          <p:cTn fill="hold" id="28">
                            <p:stCondLst>
                              <p:cond delay="0"/>
                            </p:stCondLst>
                            <p:childTnLst>
                              <p:par>
                                <p:cTn fill="hold" id="29" nodeType="clickEffect" presetClass="entr" presetID="2" presetSubtype="4">
                                  <p:stCondLst>
                                    <p:cond delay="0"/>
                                  </p:stCondLst>
                                  <p:childTnLst>
                                    <p:set>
                                      <p:cBhvr>
                                        <p:cTn dur="1" fill="hold" id="30">
                                          <p:stCondLst>
                                            <p:cond delay="0"/>
                                          </p:stCondLst>
                                        </p:cTn>
                                        <p:tgtEl>
                                          <p:spTgt spid="1048651">
                                            <p:txEl>
                                              <p:pRg st="3" end="3"/>
                                            </p:txEl>
                                          </p:spTgt>
                                        </p:tgtEl>
                                        <p:attrNameLst>
                                          <p:attrName>style.visibility</p:attrName>
                                        </p:attrNameLst>
                                      </p:cBhvr>
                                      <p:to>
                                        <p:strVal val="visible"/>
                                      </p:to>
                                    </p:set>
                                    <p:anim calcmode="lin" valueType="num">
                                      <p:cBhvr additive="base">
                                        <p:cTn dur="500" fill="hold" id="31"/>
                                        <p:tgtEl>
                                          <p:spTgt spid="1048651">
                                            <p:txEl>
                                              <p:pRg st="3" end="3"/>
                                            </p:txEl>
                                          </p:spTgt>
                                        </p:tgtEl>
                                        <p:attrNameLst>
                                          <p:attrName>ppt_x</p:attrName>
                                        </p:attrNameLst>
                                      </p:cBhvr>
                                      <p:tavLst>
                                        <p:tav tm="0">
                                          <p:val>
                                            <p:strVal val="#ppt_x"/>
                                          </p:val>
                                        </p:tav>
                                        <p:tav tm="100000">
                                          <p:val>
                                            <p:strVal val="#ppt_x"/>
                                          </p:val>
                                        </p:tav>
                                      </p:tavLst>
                                    </p:anim>
                                    <p:anim calcmode="lin" valueType="num">
                                      <p:cBhvr additive="base">
                                        <p:cTn dur="500" fill="hold" id="32"/>
                                        <p:tgtEl>
                                          <p:spTgt spid="1048651">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fill="hold" id="33">
                      <p:stCondLst>
                        <p:cond delay="indefinite"/>
                      </p:stCondLst>
                      <p:childTnLst>
                        <p:par>
                          <p:cTn fill="hold" id="34">
                            <p:stCondLst>
                              <p:cond delay="0"/>
                            </p:stCondLst>
                            <p:childTnLst>
                              <p:par>
                                <p:cTn fill="hold" id="35" nodeType="clickEffect" presetClass="entr" presetID="2" presetSubtype="4">
                                  <p:stCondLst>
                                    <p:cond delay="0"/>
                                  </p:stCondLst>
                                  <p:childTnLst>
                                    <p:set>
                                      <p:cBhvr>
                                        <p:cTn dur="1" fill="hold" id="36">
                                          <p:stCondLst>
                                            <p:cond delay="0"/>
                                          </p:stCondLst>
                                        </p:cTn>
                                        <p:tgtEl>
                                          <p:spTgt spid="1048651">
                                            <p:txEl>
                                              <p:pRg st="4" end="4"/>
                                            </p:txEl>
                                          </p:spTgt>
                                        </p:tgtEl>
                                        <p:attrNameLst>
                                          <p:attrName>style.visibility</p:attrName>
                                        </p:attrNameLst>
                                      </p:cBhvr>
                                      <p:to>
                                        <p:strVal val="visible"/>
                                      </p:to>
                                    </p:set>
                                    <p:anim calcmode="lin" valueType="num">
                                      <p:cBhvr additive="base">
                                        <p:cTn dur="500" fill="hold" id="37"/>
                                        <p:tgtEl>
                                          <p:spTgt spid="1048651">
                                            <p:txEl>
                                              <p:pRg st="4" end="4"/>
                                            </p:txEl>
                                          </p:spTgt>
                                        </p:tgtEl>
                                        <p:attrNameLst>
                                          <p:attrName>ppt_x</p:attrName>
                                        </p:attrNameLst>
                                      </p:cBhvr>
                                      <p:tavLst>
                                        <p:tav tm="0">
                                          <p:val>
                                            <p:strVal val="#ppt_x"/>
                                          </p:val>
                                        </p:tav>
                                        <p:tav tm="100000">
                                          <p:val>
                                            <p:strVal val="#ppt_x"/>
                                          </p:val>
                                        </p:tav>
                                      </p:tavLst>
                                    </p:anim>
                                    <p:anim calcmode="lin" valueType="num">
                                      <p:cBhvr additive="base">
                                        <p:cTn dur="500" fill="hold" id="38"/>
                                        <p:tgtEl>
                                          <p:spTgt spid="1048651">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fill="hold" id="39">
                      <p:stCondLst>
                        <p:cond delay="indefinite"/>
                      </p:stCondLst>
                      <p:childTnLst>
                        <p:par>
                          <p:cTn fill="hold" id="40">
                            <p:stCondLst>
                              <p:cond delay="0"/>
                            </p:stCondLst>
                            <p:childTnLst>
                              <p:par>
                                <p:cTn fill="hold" id="41" nodeType="clickEffect" presetClass="entr" presetID="2" presetSubtype="4">
                                  <p:stCondLst>
                                    <p:cond delay="0"/>
                                  </p:stCondLst>
                                  <p:childTnLst>
                                    <p:set>
                                      <p:cBhvr>
                                        <p:cTn dur="1" fill="hold" id="42">
                                          <p:stCondLst>
                                            <p:cond delay="0"/>
                                          </p:stCondLst>
                                        </p:cTn>
                                        <p:tgtEl>
                                          <p:spTgt spid="1048651">
                                            <p:txEl>
                                              <p:pRg st="5" end="5"/>
                                            </p:txEl>
                                          </p:spTgt>
                                        </p:tgtEl>
                                        <p:attrNameLst>
                                          <p:attrName>style.visibility</p:attrName>
                                        </p:attrNameLst>
                                      </p:cBhvr>
                                      <p:to>
                                        <p:strVal val="visible"/>
                                      </p:to>
                                    </p:set>
                                    <p:anim calcmode="lin" valueType="num">
                                      <p:cBhvr additive="base">
                                        <p:cTn dur="500" fill="hold" id="43"/>
                                        <p:tgtEl>
                                          <p:spTgt spid="1048651">
                                            <p:txEl>
                                              <p:pRg st="5" end="5"/>
                                            </p:txEl>
                                          </p:spTgt>
                                        </p:tgtEl>
                                        <p:attrNameLst>
                                          <p:attrName>ppt_x</p:attrName>
                                        </p:attrNameLst>
                                      </p:cBhvr>
                                      <p:tavLst>
                                        <p:tav tm="0">
                                          <p:val>
                                            <p:strVal val="#ppt_x"/>
                                          </p:val>
                                        </p:tav>
                                        <p:tav tm="100000">
                                          <p:val>
                                            <p:strVal val="#ppt_x"/>
                                          </p:val>
                                        </p:tav>
                                      </p:tavLst>
                                    </p:anim>
                                    <p:anim calcmode="lin" valueType="num">
                                      <p:cBhvr additive="base">
                                        <p:cTn dur="500" fill="hold" id="44"/>
                                        <p:tgtEl>
                                          <p:spTgt spid="1048651">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fill="hold" id="45">
                      <p:stCondLst>
                        <p:cond delay="indefinite"/>
                      </p:stCondLst>
                      <p:childTnLst>
                        <p:par>
                          <p:cTn fill="hold" id="46">
                            <p:stCondLst>
                              <p:cond delay="0"/>
                            </p:stCondLst>
                            <p:childTnLst>
                              <p:par>
                                <p:cTn fill="hold" id="47" nodeType="clickEffect" presetClass="entr" presetID="2" presetSubtype="4">
                                  <p:stCondLst>
                                    <p:cond delay="0"/>
                                  </p:stCondLst>
                                  <p:childTnLst>
                                    <p:set>
                                      <p:cBhvr>
                                        <p:cTn dur="1" fill="hold" id="48">
                                          <p:stCondLst>
                                            <p:cond delay="0"/>
                                          </p:stCondLst>
                                        </p:cTn>
                                        <p:tgtEl>
                                          <p:spTgt spid="1048651">
                                            <p:txEl>
                                              <p:pRg st="6" end="6"/>
                                            </p:txEl>
                                          </p:spTgt>
                                        </p:tgtEl>
                                        <p:attrNameLst>
                                          <p:attrName>style.visibility</p:attrName>
                                        </p:attrNameLst>
                                      </p:cBhvr>
                                      <p:to>
                                        <p:strVal val="visible"/>
                                      </p:to>
                                    </p:set>
                                    <p:anim calcmode="lin" valueType="num">
                                      <p:cBhvr additive="base">
                                        <p:cTn dur="500" fill="hold" id="49"/>
                                        <p:tgtEl>
                                          <p:spTgt spid="1048651">
                                            <p:txEl>
                                              <p:pRg st="6" end="6"/>
                                            </p:txEl>
                                          </p:spTgt>
                                        </p:tgtEl>
                                        <p:attrNameLst>
                                          <p:attrName>ppt_x</p:attrName>
                                        </p:attrNameLst>
                                      </p:cBhvr>
                                      <p:tavLst>
                                        <p:tav tm="0">
                                          <p:val>
                                            <p:strVal val="#ppt_x"/>
                                          </p:val>
                                        </p:tav>
                                        <p:tav tm="100000">
                                          <p:val>
                                            <p:strVal val="#ppt_x"/>
                                          </p:val>
                                        </p:tav>
                                      </p:tavLst>
                                    </p:anim>
                                    <p:anim calcmode="lin" valueType="num">
                                      <p:cBhvr additive="base">
                                        <p:cTn dur="500" fill="hold" id="50"/>
                                        <p:tgtEl>
                                          <p:spTgt spid="1048651">
                                            <p:txEl>
                                              <p:pRg st="6" end="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48650"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18" name=""/>
        <p:cNvGrpSpPr/>
        <p:nvPr/>
      </p:nvGrpSpPr>
      <p:grpSpPr>
        <a:xfrm>
          <a:off x="0" y="0"/>
          <a:ext cx="0" cy="0"/>
          <a:chOff x="0" y="0"/>
          <a:chExt cx="0" cy="0"/>
        </a:xfrm>
      </p:grpSpPr>
      <p:sp>
        <p:nvSpPr>
          <p:cNvPr id="1048655" name="Title 1"/>
          <p:cNvSpPr>
            <a:spLocks noGrp="1"/>
          </p:cNvSpPr>
          <p:nvPr>
            <p:ph type="title"/>
          </p:nvPr>
        </p:nvSpPr>
        <p:spPr>
          <a:xfrm>
            <a:off x="0" y="0"/>
            <a:ext cx="9144000" cy="1408176"/>
          </a:xfrm>
        </p:spPr>
        <p:txBody>
          <a:bodyPr>
            <a:normAutofit fontScale="90000"/>
          </a:bodyPr>
          <a:p>
            <a:pPr algn="ctr"/>
            <a:r>
              <a:rPr dirty="0" sz="4900" lang="en-GB" smtClean="0">
                <a:solidFill>
                  <a:srgbClr val="FFC000"/>
                </a:solidFill>
              </a:rPr>
              <a:t/>
            </a:r>
            <a:br>
              <a:rPr dirty="0" sz="4900" lang="en-GB" smtClean="0">
                <a:solidFill>
                  <a:srgbClr val="FFC000"/>
                </a:solidFill>
              </a:rPr>
            </a:br>
            <a:r>
              <a:rPr dirty="0" sz="4900" lang="en-GB" smtClean="0">
                <a:solidFill>
                  <a:srgbClr val="FFC000"/>
                </a:solidFill>
              </a:rPr>
              <a:t/>
            </a:r>
            <a:br>
              <a:rPr dirty="0" sz="4900" lang="en-GB" smtClean="0">
                <a:solidFill>
                  <a:srgbClr val="FFC000"/>
                </a:solidFill>
              </a:rPr>
            </a:br>
            <a:r>
              <a:rPr dirty="0" sz="4900" lang="en-GB" err="1" smtClean="0">
                <a:solidFill>
                  <a:srgbClr val="FFC000"/>
                </a:solidFill>
              </a:rPr>
              <a:t>Cocci</a:t>
            </a:r>
            <a:r>
              <a:rPr dirty="0" sz="4900" lang="en-GB" smtClean="0">
                <a:solidFill>
                  <a:srgbClr val="FFC000"/>
                </a:solidFill>
              </a:rPr>
              <a:t> – spherical</a:t>
            </a:r>
            <a:br>
              <a:rPr dirty="0" sz="4900" lang="en-GB" smtClean="0">
                <a:solidFill>
                  <a:srgbClr val="FFC000"/>
                </a:solidFill>
              </a:rPr>
            </a:br>
            <a:r>
              <a:rPr dirty="0" sz="4900" i="1" lang="en-GB" smtClean="0"/>
              <a:t>Staphylococcus </a:t>
            </a:r>
            <a:r>
              <a:rPr dirty="0" sz="4900" i="1" lang="en-GB" err="1" smtClean="0"/>
              <a:t>aureus</a:t>
            </a:r>
            <a:r>
              <a:rPr dirty="0" sz="4900" lang="en-GB" smtClean="0"/>
              <a:t/>
            </a:r>
            <a:br>
              <a:rPr dirty="0" sz="4900" lang="en-GB" smtClean="0"/>
            </a:br>
            <a:r>
              <a:rPr dirty="0" lang="en-GB" smtClean="0">
                <a:solidFill>
                  <a:srgbClr val="FFFF00"/>
                </a:solidFill>
              </a:rPr>
              <a:t/>
            </a:r>
            <a:br>
              <a:rPr dirty="0" lang="en-GB" smtClean="0">
                <a:solidFill>
                  <a:srgbClr val="FFFF00"/>
                </a:solidFill>
              </a:rPr>
            </a:br>
            <a:endParaRPr dirty="0" lang="en-GB"/>
          </a:p>
        </p:txBody>
      </p:sp>
      <p:pic>
        <p:nvPicPr>
          <p:cNvPr id="2097152" name="Content Placeholder 3" descr="Arrangement of cocci bacteria.svg"/>
          <p:cNvPicPr>
            <a:picLocks noGrp="1"/>
          </p:cNvPicPr>
          <p:nvPr>
            <p:ph idx="1"/>
          </p:nvPr>
        </p:nvPicPr>
        <p:blipFill>
          <a:blip xmlns:r="http://schemas.openxmlformats.org/officeDocument/2006/relationships" r:embed="rId1" cstate="print"/>
          <a:srcRect/>
          <a:stretch>
            <a:fillRect/>
          </a:stretch>
        </p:blipFill>
        <p:spPr bwMode="auto">
          <a:xfrm>
            <a:off x="0" y="1500174"/>
            <a:ext cx="9144000" cy="5357826"/>
          </a:xfrm>
          <a:prstGeom prst="rect"/>
          <a:noFill/>
          <a:ln w="9525">
            <a:noFill/>
            <a:miter lim="800000"/>
            <a:headEnd/>
            <a:tailEnd/>
          </a:ln>
        </p:spPr>
      </p:pic>
    </p:spTree>
  </p:cSld>
  <p:clrMapOvr>
    <a:masterClrMapping/>
  </p:clrMapOvr>
  <p:timing>
    <p:tnLst>
      <p:par>
        <p:cTn dur="indefinite" id="1" nodeType="tmRoot" restart="never">
          <p:childTnLst>
            <p:seq concurrent="1" nextAc="seek">
              <p:cTn dur="indefinite" id="2" nodeType="mainSeq">
                <p:childTnLst>
                  <p:par>
                    <p:cTn fill="hold" id="3">
                      <p:stCondLst>
                        <p:cond delay="indefinite"/>
                      </p:stCondLst>
                      <p:childTnLst>
                        <p:par>
                          <p:cTn fill="hold" id="4">
                            <p:stCondLst>
                              <p:cond delay="0"/>
                            </p:stCondLst>
                            <p:childTnLst>
                              <p:par>
                                <p:cTn fill="hold" grpId="0" id="5" nodeType="clickEffect" presetClass="entr" presetID="2" presetSubtype="4">
                                  <p:stCondLst>
                                    <p:cond delay="0"/>
                                  </p:stCondLst>
                                  <p:childTnLst>
                                    <p:set>
                                      <p:cBhvr>
                                        <p:cTn dur="1" fill="hold" id="6">
                                          <p:stCondLst>
                                            <p:cond delay="0"/>
                                          </p:stCondLst>
                                        </p:cTn>
                                        <p:tgtEl>
                                          <p:spTgt spid="1048655"/>
                                        </p:tgtEl>
                                        <p:attrNameLst>
                                          <p:attrName>style.visibility</p:attrName>
                                        </p:attrNameLst>
                                      </p:cBhvr>
                                      <p:to>
                                        <p:strVal val="visible"/>
                                      </p:to>
                                    </p:set>
                                    <p:anim calcmode="lin" valueType="num">
                                      <p:cBhvr additive="base">
                                        <p:cTn dur="500" fill="hold" id="7"/>
                                        <p:tgtEl>
                                          <p:spTgt spid="1048655"/>
                                        </p:tgtEl>
                                        <p:attrNameLst>
                                          <p:attrName>ppt_x</p:attrName>
                                        </p:attrNameLst>
                                      </p:cBhvr>
                                      <p:tavLst>
                                        <p:tav tm="0">
                                          <p:val>
                                            <p:strVal val="#ppt_x"/>
                                          </p:val>
                                        </p:tav>
                                        <p:tav tm="100000">
                                          <p:val>
                                            <p:strVal val="#ppt_x"/>
                                          </p:val>
                                        </p:tav>
                                      </p:tavLst>
                                    </p:anim>
                                    <p:anim calcmode="lin" valueType="num">
                                      <p:cBhvr additive="base">
                                        <p:cTn dur="500" fill="hold" id="8"/>
                                        <p:tgtEl>
                                          <p:spTgt spid="1048655"/>
                                        </p:tgtEl>
                                        <p:attrNameLst>
                                          <p:attrName>ppt_y</p:attrName>
                                        </p:attrNameLst>
                                      </p:cBhvr>
                                      <p:tavLst>
                                        <p:tav tm="0">
                                          <p:val>
                                            <p:strVal val="1+#ppt_h/2"/>
                                          </p:val>
                                        </p:tav>
                                        <p:tav tm="100000">
                                          <p:val>
                                            <p:strVal val="#ppt_y"/>
                                          </p:val>
                                        </p:tav>
                                      </p:tavLst>
                                    </p:anim>
                                  </p:childTnLst>
                                </p:cTn>
                              </p:par>
                            </p:childTnLst>
                          </p:cTn>
                        </p:par>
                      </p:childTnLst>
                    </p:cTn>
                  </p:par>
                  <p:par>
                    <p:cTn fill="hold" id="9">
                      <p:stCondLst>
                        <p:cond delay="indefinite"/>
                      </p:stCondLst>
                      <p:childTnLst>
                        <p:par>
                          <p:cTn fill="hold" id="10">
                            <p:stCondLst>
                              <p:cond delay="0"/>
                            </p:stCondLst>
                            <p:childTnLst>
                              <p:par>
                                <p:cTn fill="hold" id="11" nodeType="clickEffect" presetClass="entr" presetID="2" presetSubtype="4">
                                  <p:stCondLst>
                                    <p:cond delay="0"/>
                                  </p:stCondLst>
                                  <p:childTnLst>
                                    <p:set>
                                      <p:cBhvr>
                                        <p:cTn dur="1" fill="hold" id="12">
                                          <p:stCondLst>
                                            <p:cond delay="0"/>
                                          </p:stCondLst>
                                        </p:cTn>
                                        <p:tgtEl>
                                          <p:spTgt spid="2097152"/>
                                        </p:tgtEl>
                                        <p:attrNameLst>
                                          <p:attrName>style.visibility</p:attrName>
                                        </p:attrNameLst>
                                      </p:cBhvr>
                                      <p:to>
                                        <p:strVal val="visible"/>
                                      </p:to>
                                    </p:set>
                                    <p:anim calcmode="lin" valueType="num">
                                      <p:cBhvr additive="base">
                                        <p:cTn dur="500" fill="hold" id="13"/>
                                        <p:tgtEl>
                                          <p:spTgt spid="2097152"/>
                                        </p:tgtEl>
                                        <p:attrNameLst>
                                          <p:attrName>ppt_x</p:attrName>
                                        </p:attrNameLst>
                                      </p:cBhvr>
                                      <p:tavLst>
                                        <p:tav tm="0">
                                          <p:val>
                                            <p:strVal val="#ppt_x"/>
                                          </p:val>
                                        </p:tav>
                                        <p:tav tm="100000">
                                          <p:val>
                                            <p:strVal val="#ppt_x"/>
                                          </p:val>
                                        </p:tav>
                                      </p:tavLst>
                                    </p:anim>
                                    <p:anim calcmode="lin" valueType="num">
                                      <p:cBhvr additive="base">
                                        <p:cTn dur="500" fill="hold" id="14"/>
                                        <p:tgtEl>
                                          <p:spTgt spid="209715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48655"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21" name=""/>
        <p:cNvGrpSpPr/>
        <p:nvPr/>
      </p:nvGrpSpPr>
      <p:grpSpPr>
        <a:xfrm>
          <a:off x="0" y="0"/>
          <a:ext cx="0" cy="0"/>
          <a:chOff x="0" y="0"/>
          <a:chExt cx="0" cy="0"/>
        </a:xfrm>
      </p:grpSpPr>
      <p:sp>
        <p:nvSpPr>
          <p:cNvPr id="1048659" name="Title 1"/>
          <p:cNvSpPr>
            <a:spLocks noGrp="1"/>
          </p:cNvSpPr>
          <p:nvPr>
            <p:ph type="title"/>
          </p:nvPr>
        </p:nvSpPr>
        <p:spPr>
          <a:xfrm>
            <a:off x="0" y="0"/>
            <a:ext cx="9144000" cy="1408176"/>
          </a:xfrm>
        </p:spPr>
        <p:txBody>
          <a:bodyPr>
            <a:normAutofit fontScale="90000"/>
          </a:bodyPr>
          <a:p>
            <a:pPr algn="ctr" lvl="0"/>
            <a:r>
              <a:rPr dirty="0" sz="6000" lang="en-GB" smtClean="0"/>
              <a:t>Bacilli – rod-shaped</a:t>
            </a:r>
            <a:r>
              <a:rPr dirty="0" lang="en-GB" smtClean="0"/>
              <a:t/>
            </a:r>
            <a:br>
              <a:rPr dirty="0" lang="en-GB" smtClean="0"/>
            </a:br>
            <a:endParaRPr dirty="0" lang="en-GB"/>
          </a:p>
        </p:txBody>
      </p:sp>
      <p:pic>
        <p:nvPicPr>
          <p:cNvPr id="2097153" name="Content Placeholder 3" descr="C:\Users\aleruchi\Documents\downloads\prokaryotes\Prokaryotic Cells_files\e_coli_bacteria.gif"/>
          <p:cNvPicPr>
            <a:picLocks noGrp="1"/>
          </p:cNvPicPr>
          <p:nvPr>
            <p:ph idx="1"/>
          </p:nvPr>
        </p:nvPicPr>
        <p:blipFill>
          <a:blip xmlns:r="http://schemas.openxmlformats.org/officeDocument/2006/relationships" r:embed="rId1" cstate="print"/>
          <a:srcRect/>
          <a:stretch>
            <a:fillRect/>
          </a:stretch>
        </p:blipFill>
        <p:spPr bwMode="auto">
          <a:xfrm>
            <a:off x="0" y="1571612"/>
            <a:ext cx="9144000" cy="5072098"/>
          </a:xfrm>
          <a:prstGeom prst="rect"/>
          <a:noFill/>
          <a:ln w="9525">
            <a:noFill/>
            <a:miter lim="800000"/>
            <a:headEnd/>
            <a:tailEnd/>
          </a:ln>
        </p:spPr>
      </p:pic>
    </p:spTree>
  </p:cSld>
  <p:clrMapOvr>
    <a:masterClrMapping/>
  </p:clrMapOvr>
  <p:timing>
    <p:tnLst>
      <p:par>
        <p:cTn dur="indefinite" id="1" nodeType="tmRoot" restart="never">
          <p:childTnLst>
            <p:seq concurrent="1" nextAc="seek">
              <p:cTn dur="indefinite" id="2" nodeType="mainSeq">
                <p:childTnLst>
                  <p:par>
                    <p:cTn fill="hold" id="3">
                      <p:stCondLst>
                        <p:cond delay="indefinite"/>
                      </p:stCondLst>
                      <p:childTnLst>
                        <p:par>
                          <p:cTn fill="hold" id="4">
                            <p:stCondLst>
                              <p:cond delay="0"/>
                            </p:stCondLst>
                            <p:childTnLst>
                              <p:par>
                                <p:cTn fill="hold" grpId="0" id="5" nodeType="clickEffect" presetClass="entr" presetID="2" presetSubtype="4">
                                  <p:stCondLst>
                                    <p:cond delay="0"/>
                                  </p:stCondLst>
                                  <p:childTnLst>
                                    <p:set>
                                      <p:cBhvr>
                                        <p:cTn dur="1" fill="hold" id="6">
                                          <p:stCondLst>
                                            <p:cond delay="0"/>
                                          </p:stCondLst>
                                        </p:cTn>
                                        <p:tgtEl>
                                          <p:spTgt spid="1048659"/>
                                        </p:tgtEl>
                                        <p:attrNameLst>
                                          <p:attrName>style.visibility</p:attrName>
                                        </p:attrNameLst>
                                      </p:cBhvr>
                                      <p:to>
                                        <p:strVal val="visible"/>
                                      </p:to>
                                    </p:set>
                                    <p:anim calcmode="lin" valueType="num">
                                      <p:cBhvr additive="base">
                                        <p:cTn dur="500" fill="hold" id="7"/>
                                        <p:tgtEl>
                                          <p:spTgt spid="1048659"/>
                                        </p:tgtEl>
                                        <p:attrNameLst>
                                          <p:attrName>ppt_x</p:attrName>
                                        </p:attrNameLst>
                                      </p:cBhvr>
                                      <p:tavLst>
                                        <p:tav tm="0">
                                          <p:val>
                                            <p:strVal val="#ppt_x"/>
                                          </p:val>
                                        </p:tav>
                                        <p:tav tm="100000">
                                          <p:val>
                                            <p:strVal val="#ppt_x"/>
                                          </p:val>
                                        </p:tav>
                                      </p:tavLst>
                                    </p:anim>
                                    <p:anim calcmode="lin" valueType="num">
                                      <p:cBhvr additive="base">
                                        <p:cTn dur="500" fill="hold" id="8"/>
                                        <p:tgtEl>
                                          <p:spTgt spid="1048659"/>
                                        </p:tgtEl>
                                        <p:attrNameLst>
                                          <p:attrName>ppt_y</p:attrName>
                                        </p:attrNameLst>
                                      </p:cBhvr>
                                      <p:tavLst>
                                        <p:tav tm="0">
                                          <p:val>
                                            <p:strVal val="1+#ppt_h/2"/>
                                          </p:val>
                                        </p:tav>
                                        <p:tav tm="100000">
                                          <p:val>
                                            <p:strVal val="#ppt_y"/>
                                          </p:val>
                                        </p:tav>
                                      </p:tavLst>
                                    </p:anim>
                                  </p:childTnLst>
                                </p:cTn>
                              </p:par>
                            </p:childTnLst>
                          </p:cTn>
                        </p:par>
                      </p:childTnLst>
                    </p:cTn>
                  </p:par>
                  <p:par>
                    <p:cTn fill="hold" id="9">
                      <p:stCondLst>
                        <p:cond delay="indefinite"/>
                      </p:stCondLst>
                      <p:childTnLst>
                        <p:par>
                          <p:cTn fill="hold" id="10">
                            <p:stCondLst>
                              <p:cond delay="0"/>
                            </p:stCondLst>
                            <p:childTnLst>
                              <p:par>
                                <p:cTn fill="hold" id="11" nodeType="clickEffect" presetClass="entr" presetID="2" presetSubtype="4">
                                  <p:stCondLst>
                                    <p:cond delay="0"/>
                                  </p:stCondLst>
                                  <p:childTnLst>
                                    <p:set>
                                      <p:cBhvr>
                                        <p:cTn dur="1" fill="hold" id="12">
                                          <p:stCondLst>
                                            <p:cond delay="0"/>
                                          </p:stCondLst>
                                        </p:cTn>
                                        <p:tgtEl>
                                          <p:spTgt spid="2097153"/>
                                        </p:tgtEl>
                                        <p:attrNameLst>
                                          <p:attrName>style.visibility</p:attrName>
                                        </p:attrNameLst>
                                      </p:cBhvr>
                                      <p:to>
                                        <p:strVal val="visible"/>
                                      </p:to>
                                    </p:set>
                                    <p:anim calcmode="lin" valueType="num">
                                      <p:cBhvr additive="base">
                                        <p:cTn dur="500" fill="hold" id="13"/>
                                        <p:tgtEl>
                                          <p:spTgt spid="2097153"/>
                                        </p:tgtEl>
                                        <p:attrNameLst>
                                          <p:attrName>ppt_x</p:attrName>
                                        </p:attrNameLst>
                                      </p:cBhvr>
                                      <p:tavLst>
                                        <p:tav tm="0">
                                          <p:val>
                                            <p:strVal val="#ppt_x"/>
                                          </p:val>
                                        </p:tav>
                                        <p:tav tm="100000">
                                          <p:val>
                                            <p:strVal val="#ppt_x"/>
                                          </p:val>
                                        </p:tav>
                                      </p:tavLst>
                                    </p:anim>
                                    <p:anim calcmode="lin" valueType="num">
                                      <p:cBhvr additive="base">
                                        <p:cTn dur="500" fill="hold" id="14"/>
                                        <p:tgtEl>
                                          <p:spTgt spid="209715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48659"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24" name=""/>
        <p:cNvGrpSpPr/>
        <p:nvPr/>
      </p:nvGrpSpPr>
      <p:grpSpPr>
        <a:xfrm>
          <a:off x="0" y="0"/>
          <a:ext cx="0" cy="0"/>
          <a:chOff x="0" y="0"/>
          <a:chExt cx="0" cy="0"/>
        </a:xfrm>
      </p:grpSpPr>
      <p:sp>
        <p:nvSpPr>
          <p:cNvPr id="1048663" name="Title 1"/>
          <p:cNvSpPr>
            <a:spLocks noGrp="1"/>
          </p:cNvSpPr>
          <p:nvPr>
            <p:ph type="title"/>
          </p:nvPr>
        </p:nvSpPr>
        <p:spPr>
          <a:xfrm>
            <a:off x="0" y="0"/>
            <a:ext cx="9144000" cy="1408176"/>
          </a:xfrm>
        </p:spPr>
        <p:txBody>
          <a:bodyPr>
            <a:normAutofit fontScale="90000"/>
          </a:bodyPr>
          <a:p>
            <a:pPr algn="ctr"/>
            <a:r>
              <a:rPr dirty="0" lang="en-GB" smtClean="0"/>
              <a:t/>
            </a:r>
            <a:br>
              <a:rPr dirty="0" lang="en-GB" smtClean="0"/>
            </a:br>
            <a:r>
              <a:rPr dirty="0" sz="5300" lang="en-GB" err="1" smtClean="0"/>
              <a:t>Spirochaete</a:t>
            </a:r>
            <a:r>
              <a:rPr dirty="0" sz="5300" lang="en-GB" smtClean="0"/>
              <a:t> – spiral-shaped</a:t>
            </a:r>
            <a:br>
              <a:rPr dirty="0" sz="5300" lang="en-GB" smtClean="0"/>
            </a:br>
            <a:r>
              <a:rPr dirty="0" sz="5300" i="1" lang="en-GB" err="1" smtClean="0"/>
              <a:t>Treponema</a:t>
            </a:r>
            <a:r>
              <a:rPr dirty="0" sz="5300" i="1" lang="en-GB" smtClean="0"/>
              <a:t> </a:t>
            </a:r>
            <a:r>
              <a:rPr dirty="0" sz="5300" i="1" lang="en-GB" err="1" smtClean="0"/>
              <a:t>pallidum</a:t>
            </a:r>
            <a:r>
              <a:rPr dirty="0" lang="en-GB" smtClean="0"/>
              <a:t/>
            </a:r>
            <a:br>
              <a:rPr dirty="0" lang="en-GB" smtClean="0"/>
            </a:br>
            <a:endParaRPr dirty="0" lang="en-GB"/>
          </a:p>
        </p:txBody>
      </p:sp>
      <p:pic>
        <p:nvPicPr>
          <p:cNvPr id="2097154" name="Content Placeholder 3" descr="Treponema pallidum"/>
          <p:cNvPicPr>
            <a:picLocks noGrp="1"/>
          </p:cNvPicPr>
          <p:nvPr>
            <p:ph idx="1"/>
          </p:nvPr>
        </p:nvPicPr>
        <p:blipFill>
          <a:blip xmlns:r="http://schemas.openxmlformats.org/officeDocument/2006/relationships" r:embed="rId1" cstate="print"/>
          <a:srcRect/>
          <a:stretch>
            <a:fillRect/>
          </a:stretch>
        </p:blipFill>
        <p:spPr bwMode="auto">
          <a:xfrm>
            <a:off x="0" y="1500174"/>
            <a:ext cx="9144000" cy="5357826"/>
          </a:xfrm>
          <a:prstGeom prst="rect"/>
          <a:noFill/>
          <a:ln w="9525">
            <a:noFill/>
            <a:miter lim="800000"/>
            <a:headEnd/>
            <a:tailEnd/>
          </a:ln>
        </p:spPr>
      </p:pic>
    </p:spTree>
  </p:cSld>
  <p:clrMapOvr>
    <a:masterClrMapping/>
  </p:clrMapOvr>
  <p:timing>
    <p:tnLst>
      <p:par>
        <p:cTn dur="indefinite" id="1" nodeType="tmRoot" restart="never">
          <p:childTnLst>
            <p:seq concurrent="1" nextAc="seek">
              <p:cTn dur="indefinite" id="2" nodeType="mainSeq">
                <p:childTnLst>
                  <p:par>
                    <p:cTn fill="hold" id="3">
                      <p:stCondLst>
                        <p:cond delay="indefinite"/>
                      </p:stCondLst>
                      <p:childTnLst>
                        <p:par>
                          <p:cTn fill="hold" id="4">
                            <p:stCondLst>
                              <p:cond delay="0"/>
                            </p:stCondLst>
                            <p:childTnLst>
                              <p:par>
                                <p:cTn fill="hold" grpId="0" id="5" nodeType="clickEffect" presetClass="entr" presetID="2" presetSubtype="4">
                                  <p:stCondLst>
                                    <p:cond delay="0"/>
                                  </p:stCondLst>
                                  <p:childTnLst>
                                    <p:set>
                                      <p:cBhvr>
                                        <p:cTn dur="1" fill="hold" id="6">
                                          <p:stCondLst>
                                            <p:cond delay="0"/>
                                          </p:stCondLst>
                                        </p:cTn>
                                        <p:tgtEl>
                                          <p:spTgt spid="1048663"/>
                                        </p:tgtEl>
                                        <p:attrNameLst>
                                          <p:attrName>style.visibility</p:attrName>
                                        </p:attrNameLst>
                                      </p:cBhvr>
                                      <p:to>
                                        <p:strVal val="visible"/>
                                      </p:to>
                                    </p:set>
                                    <p:anim calcmode="lin" valueType="num">
                                      <p:cBhvr additive="base">
                                        <p:cTn dur="500" fill="hold" id="7"/>
                                        <p:tgtEl>
                                          <p:spTgt spid="1048663"/>
                                        </p:tgtEl>
                                        <p:attrNameLst>
                                          <p:attrName>ppt_x</p:attrName>
                                        </p:attrNameLst>
                                      </p:cBhvr>
                                      <p:tavLst>
                                        <p:tav tm="0">
                                          <p:val>
                                            <p:strVal val="#ppt_x"/>
                                          </p:val>
                                        </p:tav>
                                        <p:tav tm="100000">
                                          <p:val>
                                            <p:strVal val="#ppt_x"/>
                                          </p:val>
                                        </p:tav>
                                      </p:tavLst>
                                    </p:anim>
                                    <p:anim calcmode="lin" valueType="num">
                                      <p:cBhvr additive="base">
                                        <p:cTn dur="500" fill="hold" id="8"/>
                                        <p:tgtEl>
                                          <p:spTgt spid="1048663"/>
                                        </p:tgtEl>
                                        <p:attrNameLst>
                                          <p:attrName>ppt_y</p:attrName>
                                        </p:attrNameLst>
                                      </p:cBhvr>
                                      <p:tavLst>
                                        <p:tav tm="0">
                                          <p:val>
                                            <p:strVal val="1+#ppt_h/2"/>
                                          </p:val>
                                        </p:tav>
                                        <p:tav tm="100000">
                                          <p:val>
                                            <p:strVal val="#ppt_y"/>
                                          </p:val>
                                        </p:tav>
                                      </p:tavLst>
                                    </p:anim>
                                  </p:childTnLst>
                                </p:cTn>
                              </p:par>
                            </p:childTnLst>
                          </p:cTn>
                        </p:par>
                      </p:childTnLst>
                    </p:cTn>
                  </p:par>
                  <p:par>
                    <p:cTn fill="hold" id="9">
                      <p:stCondLst>
                        <p:cond delay="indefinite"/>
                      </p:stCondLst>
                      <p:childTnLst>
                        <p:par>
                          <p:cTn fill="hold" id="10">
                            <p:stCondLst>
                              <p:cond delay="0"/>
                            </p:stCondLst>
                            <p:childTnLst>
                              <p:par>
                                <p:cTn fill="hold" id="11" nodeType="clickEffect" presetClass="entr" presetID="2" presetSubtype="4">
                                  <p:stCondLst>
                                    <p:cond delay="0"/>
                                  </p:stCondLst>
                                  <p:childTnLst>
                                    <p:set>
                                      <p:cBhvr>
                                        <p:cTn dur="1" fill="hold" id="12">
                                          <p:stCondLst>
                                            <p:cond delay="0"/>
                                          </p:stCondLst>
                                        </p:cTn>
                                        <p:tgtEl>
                                          <p:spTgt spid="2097154"/>
                                        </p:tgtEl>
                                        <p:attrNameLst>
                                          <p:attrName>style.visibility</p:attrName>
                                        </p:attrNameLst>
                                      </p:cBhvr>
                                      <p:to>
                                        <p:strVal val="visible"/>
                                      </p:to>
                                    </p:set>
                                    <p:anim calcmode="lin" valueType="num">
                                      <p:cBhvr additive="base">
                                        <p:cTn dur="500" fill="hold" id="13"/>
                                        <p:tgtEl>
                                          <p:spTgt spid="2097154"/>
                                        </p:tgtEl>
                                        <p:attrNameLst>
                                          <p:attrName>ppt_x</p:attrName>
                                        </p:attrNameLst>
                                      </p:cBhvr>
                                      <p:tavLst>
                                        <p:tav tm="0">
                                          <p:val>
                                            <p:strVal val="#ppt_x"/>
                                          </p:val>
                                        </p:tav>
                                        <p:tav tm="100000">
                                          <p:val>
                                            <p:strVal val="#ppt_x"/>
                                          </p:val>
                                        </p:tav>
                                      </p:tavLst>
                                    </p:anim>
                                    <p:anim calcmode="lin" valueType="num">
                                      <p:cBhvr additive="base">
                                        <p:cTn dur="500" fill="hold" id="14"/>
                                        <p:tgtEl>
                                          <p:spTgt spid="209715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48663"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27" name=""/>
        <p:cNvGrpSpPr/>
        <p:nvPr/>
      </p:nvGrpSpPr>
      <p:grpSpPr>
        <a:xfrm>
          <a:off x="0" y="0"/>
          <a:ext cx="0" cy="0"/>
          <a:chOff x="0" y="0"/>
          <a:chExt cx="0" cy="0"/>
        </a:xfrm>
      </p:grpSpPr>
      <p:sp>
        <p:nvSpPr>
          <p:cNvPr id="1048667" name="Title 1"/>
          <p:cNvSpPr>
            <a:spLocks noGrp="1"/>
          </p:cNvSpPr>
          <p:nvPr>
            <p:ph type="title"/>
          </p:nvPr>
        </p:nvSpPr>
        <p:spPr>
          <a:xfrm>
            <a:off x="0" y="0"/>
            <a:ext cx="9144000" cy="1252728"/>
          </a:xfrm>
        </p:spPr>
        <p:txBody>
          <a:bodyPr>
            <a:normAutofit fontScale="90000"/>
          </a:bodyPr>
          <a:p>
            <a:pPr algn="ctr"/>
            <a:r>
              <a:rPr dirty="0" lang="en-GB" smtClean="0">
                <a:hlinkClick r:id="rId1" tooltip="Vibrio"/>
              </a:rPr>
              <a:t/>
            </a:r>
            <a:br>
              <a:rPr dirty="0" lang="en-GB" smtClean="0">
                <a:hlinkClick r:id="rId1" tooltip="Vibrio"/>
              </a:rPr>
            </a:br>
            <a:r>
              <a:rPr dirty="0" sz="5300" lang="en-GB" err="1" smtClean="0">
                <a:hlinkClick r:id="rId1" tooltip="Vibrio"/>
              </a:rPr>
              <a:t>Vibrio</a:t>
            </a:r>
            <a:r>
              <a:rPr dirty="0" sz="5300" lang="en-GB" smtClean="0"/>
              <a:t> – comma-shaped</a:t>
            </a:r>
            <a:br>
              <a:rPr dirty="0" sz="5300" lang="en-GB" smtClean="0"/>
            </a:br>
            <a:r>
              <a:rPr dirty="0" sz="5300" i="1" lang="en-GB" err="1" smtClean="0"/>
              <a:t>Vibrio</a:t>
            </a:r>
            <a:r>
              <a:rPr dirty="0" sz="5300" i="1" lang="en-GB" smtClean="0"/>
              <a:t> cholera</a:t>
            </a:r>
            <a:r>
              <a:rPr dirty="0" sz="5300" lang="en-GB" smtClean="0"/>
              <a:t> bacteria</a:t>
            </a:r>
            <a:r>
              <a:rPr dirty="0" lang="en-GB" smtClean="0"/>
              <a:t/>
            </a:r>
            <a:br>
              <a:rPr dirty="0" lang="en-GB" smtClean="0"/>
            </a:br>
            <a:endParaRPr dirty="0" lang="en-GB"/>
          </a:p>
        </p:txBody>
      </p:sp>
      <p:pic>
        <p:nvPicPr>
          <p:cNvPr id="2097155" name="Content Placeholder 3" descr="http://upload.wikimedia.org/wikipedia/commons/thumb/9/9d/Cholera_bacteria_SEM.jpg/275px-Cholera_bacteria_SEM.jpg"/>
          <p:cNvPicPr>
            <a:picLocks noGrp="1"/>
          </p:cNvPicPr>
          <p:nvPr>
            <p:ph idx="1"/>
          </p:nvPr>
        </p:nvPicPr>
        <p:blipFill>
          <a:blip xmlns:r="http://schemas.openxmlformats.org/officeDocument/2006/relationships" r:embed="rId2" cstate="print"/>
          <a:srcRect/>
          <a:stretch>
            <a:fillRect/>
          </a:stretch>
        </p:blipFill>
        <p:spPr bwMode="auto">
          <a:xfrm>
            <a:off x="0" y="1571612"/>
            <a:ext cx="9144000" cy="5286388"/>
          </a:xfrm>
          <a:prstGeom prst="rect"/>
          <a:noFill/>
          <a:ln w="9525">
            <a:noFill/>
            <a:miter lim="800000"/>
            <a:headEnd/>
            <a:tailEnd/>
          </a:ln>
        </p:spPr>
      </p:pic>
    </p:spTree>
  </p:cSld>
  <p:clrMapOvr>
    <a:masterClrMapping/>
  </p:clrMapOvr>
  <p:timing>
    <p:tnLst>
      <p:par>
        <p:cTn dur="indefinite" id="1" nodeType="tmRoot" restart="never">
          <p:childTnLst>
            <p:seq concurrent="1" nextAc="seek">
              <p:cTn dur="indefinite" id="2" nodeType="mainSeq">
                <p:childTnLst>
                  <p:par>
                    <p:cTn fill="hold" id="3">
                      <p:stCondLst>
                        <p:cond delay="indefinite"/>
                      </p:stCondLst>
                      <p:childTnLst>
                        <p:par>
                          <p:cTn fill="hold" id="4">
                            <p:stCondLst>
                              <p:cond delay="0"/>
                            </p:stCondLst>
                            <p:childTnLst>
                              <p:par>
                                <p:cTn fill="hold" grpId="0" id="5" nodeType="clickEffect" presetClass="entr" presetID="2" presetSubtype="4">
                                  <p:stCondLst>
                                    <p:cond delay="0"/>
                                  </p:stCondLst>
                                  <p:childTnLst>
                                    <p:set>
                                      <p:cBhvr>
                                        <p:cTn dur="1" fill="hold" id="6">
                                          <p:stCondLst>
                                            <p:cond delay="0"/>
                                          </p:stCondLst>
                                        </p:cTn>
                                        <p:tgtEl>
                                          <p:spTgt spid="1048667"/>
                                        </p:tgtEl>
                                        <p:attrNameLst>
                                          <p:attrName>style.visibility</p:attrName>
                                        </p:attrNameLst>
                                      </p:cBhvr>
                                      <p:to>
                                        <p:strVal val="visible"/>
                                      </p:to>
                                    </p:set>
                                    <p:anim calcmode="lin" valueType="num">
                                      <p:cBhvr additive="base">
                                        <p:cTn dur="500" fill="hold" id="7"/>
                                        <p:tgtEl>
                                          <p:spTgt spid="1048667"/>
                                        </p:tgtEl>
                                        <p:attrNameLst>
                                          <p:attrName>ppt_x</p:attrName>
                                        </p:attrNameLst>
                                      </p:cBhvr>
                                      <p:tavLst>
                                        <p:tav tm="0">
                                          <p:val>
                                            <p:strVal val="#ppt_x"/>
                                          </p:val>
                                        </p:tav>
                                        <p:tav tm="100000">
                                          <p:val>
                                            <p:strVal val="#ppt_x"/>
                                          </p:val>
                                        </p:tav>
                                      </p:tavLst>
                                    </p:anim>
                                    <p:anim calcmode="lin" valueType="num">
                                      <p:cBhvr additive="base">
                                        <p:cTn dur="500" fill="hold" id="8"/>
                                        <p:tgtEl>
                                          <p:spTgt spid="1048667"/>
                                        </p:tgtEl>
                                        <p:attrNameLst>
                                          <p:attrName>ppt_y</p:attrName>
                                        </p:attrNameLst>
                                      </p:cBhvr>
                                      <p:tavLst>
                                        <p:tav tm="0">
                                          <p:val>
                                            <p:strVal val="1+#ppt_h/2"/>
                                          </p:val>
                                        </p:tav>
                                        <p:tav tm="100000">
                                          <p:val>
                                            <p:strVal val="#ppt_y"/>
                                          </p:val>
                                        </p:tav>
                                      </p:tavLst>
                                    </p:anim>
                                  </p:childTnLst>
                                </p:cTn>
                              </p:par>
                            </p:childTnLst>
                          </p:cTn>
                        </p:par>
                      </p:childTnLst>
                    </p:cTn>
                  </p:par>
                  <p:par>
                    <p:cTn fill="hold" id="9">
                      <p:stCondLst>
                        <p:cond delay="indefinite"/>
                      </p:stCondLst>
                      <p:childTnLst>
                        <p:par>
                          <p:cTn fill="hold" id="10">
                            <p:stCondLst>
                              <p:cond delay="0"/>
                            </p:stCondLst>
                            <p:childTnLst>
                              <p:par>
                                <p:cTn fill="hold" id="11" nodeType="clickEffect" presetClass="entr" presetID="2" presetSubtype="4">
                                  <p:stCondLst>
                                    <p:cond delay="0"/>
                                  </p:stCondLst>
                                  <p:childTnLst>
                                    <p:set>
                                      <p:cBhvr>
                                        <p:cTn dur="1" fill="hold" id="12">
                                          <p:stCondLst>
                                            <p:cond delay="0"/>
                                          </p:stCondLst>
                                        </p:cTn>
                                        <p:tgtEl>
                                          <p:spTgt spid="2097155"/>
                                        </p:tgtEl>
                                        <p:attrNameLst>
                                          <p:attrName>style.visibility</p:attrName>
                                        </p:attrNameLst>
                                      </p:cBhvr>
                                      <p:to>
                                        <p:strVal val="visible"/>
                                      </p:to>
                                    </p:set>
                                    <p:anim calcmode="lin" valueType="num">
                                      <p:cBhvr additive="base">
                                        <p:cTn dur="500" fill="hold" id="13"/>
                                        <p:tgtEl>
                                          <p:spTgt spid="2097155"/>
                                        </p:tgtEl>
                                        <p:attrNameLst>
                                          <p:attrName>ppt_x</p:attrName>
                                        </p:attrNameLst>
                                      </p:cBhvr>
                                      <p:tavLst>
                                        <p:tav tm="0">
                                          <p:val>
                                            <p:strVal val="#ppt_x"/>
                                          </p:val>
                                        </p:tav>
                                        <p:tav tm="100000">
                                          <p:val>
                                            <p:strVal val="#ppt_x"/>
                                          </p:val>
                                        </p:tav>
                                      </p:tavLst>
                                    </p:anim>
                                    <p:anim calcmode="lin" valueType="num">
                                      <p:cBhvr additive="base">
                                        <p:cTn dur="500" fill="hold" id="14"/>
                                        <p:tgtEl>
                                          <p:spTgt spid="209715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48667"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30" name=""/>
        <p:cNvGrpSpPr/>
        <p:nvPr/>
      </p:nvGrpSpPr>
      <p:grpSpPr>
        <a:xfrm>
          <a:off x="0" y="0"/>
          <a:ext cx="0" cy="0"/>
          <a:chOff x="0" y="0"/>
          <a:chExt cx="0" cy="0"/>
        </a:xfrm>
      </p:grpSpPr>
      <p:sp>
        <p:nvSpPr>
          <p:cNvPr id="1048671" name="Title 1"/>
          <p:cNvSpPr>
            <a:spLocks noGrp="1"/>
          </p:cNvSpPr>
          <p:nvPr>
            <p:ph type="title"/>
          </p:nvPr>
        </p:nvSpPr>
        <p:spPr>
          <a:xfrm>
            <a:off x="0" y="0"/>
            <a:ext cx="9144000" cy="1408176"/>
          </a:xfrm>
        </p:spPr>
        <p:txBody>
          <a:bodyPr>
            <a:noAutofit/>
          </a:bodyPr>
          <a:p>
            <a:pPr algn="ctr"/>
            <a:r>
              <a:rPr dirty="0" sz="5400" lang="en-GB" smtClean="0"/>
              <a:t/>
            </a:r>
            <a:br>
              <a:rPr dirty="0" sz="5400" lang="en-GB" smtClean="0"/>
            </a:br>
            <a:r>
              <a:rPr dirty="0" sz="5400" lang="en-GB" smtClean="0"/>
              <a:t>Environment</a:t>
            </a:r>
            <a:br>
              <a:rPr dirty="0" sz="5400" lang="en-GB" smtClean="0"/>
            </a:br>
            <a:endParaRPr dirty="0" sz="5400" lang="en-GB"/>
          </a:p>
        </p:txBody>
      </p:sp>
      <p:sp>
        <p:nvSpPr>
          <p:cNvPr id="1048672" name="Content Placeholder 2"/>
          <p:cNvSpPr>
            <a:spLocks noGrp="1"/>
          </p:cNvSpPr>
          <p:nvPr>
            <p:ph idx="1"/>
          </p:nvPr>
        </p:nvSpPr>
        <p:spPr>
          <a:xfrm>
            <a:off x="0" y="1500174"/>
            <a:ext cx="9144000" cy="5357825"/>
          </a:xfrm>
        </p:spPr>
        <p:txBody>
          <a:bodyPr>
            <a:normAutofit fontScale="90625" lnSpcReduction="10000"/>
          </a:bodyPr>
          <a:p>
            <a:pPr lvl="0"/>
            <a:r>
              <a:rPr dirty="0" lang="en-GB" smtClean="0">
                <a:solidFill>
                  <a:srgbClr val="FFFF00"/>
                </a:solidFill>
              </a:rPr>
              <a:t>Prokaryotes live in nearly all environments on Earth.</a:t>
            </a:r>
          </a:p>
          <a:p>
            <a:pPr lvl="0"/>
            <a:r>
              <a:rPr dirty="0" lang="en-GB" smtClean="0">
                <a:solidFill>
                  <a:srgbClr val="FFFF00"/>
                </a:solidFill>
              </a:rPr>
              <a:t> Some archaea and bacteria thrive in harsh conditions, such as high temperatures (thermophiles) or high salinity (halophiles). Organisms such as these are referred to as extremophiles. </a:t>
            </a:r>
          </a:p>
          <a:p>
            <a:pPr lvl="0"/>
            <a:r>
              <a:rPr dirty="0" lang="en-GB" smtClean="0">
                <a:solidFill>
                  <a:srgbClr val="FFFF00"/>
                </a:solidFill>
              </a:rPr>
              <a:t>Many archaea grow as plankton in the oceans. </a:t>
            </a:r>
          </a:p>
          <a:p>
            <a:pPr lvl="0"/>
            <a:r>
              <a:rPr dirty="0" lang="en-GB" smtClean="0">
                <a:solidFill>
                  <a:srgbClr val="FFFF00"/>
                </a:solidFill>
              </a:rPr>
              <a:t>Symbiotic prokaryotes live in or on the bodies of other organisms, including humans. .</a:t>
            </a:r>
          </a:p>
          <a:p>
            <a:pPr lvl="0"/>
            <a:r>
              <a:rPr dirty="0" lang="en-GB" smtClean="0">
                <a:solidFill>
                  <a:srgbClr val="FFFF00"/>
                </a:solidFill>
              </a:rPr>
              <a:t> Prokaryotes are able to live and thrive in various types of environments including extreme habitats such as hydrothermal vents, hot springs, swamps, wetlands, and the guts of animals</a:t>
            </a:r>
          </a:p>
          <a:p>
            <a:endParaRPr dirty="0" lang="en-GB"/>
          </a:p>
        </p:txBody>
      </p:sp>
    </p:spTree>
  </p:cSld>
  <p:clrMapOvr>
    <a:masterClrMapping/>
  </p:clrMapOvr>
  <p:timing>
    <p:tnLst>
      <p:par>
        <p:cTn dur="indefinite" id="1" nodeType="tmRoot" restart="never">
          <p:childTnLst>
            <p:seq concurrent="1" nextAc="seek">
              <p:cTn dur="indefinite" id="2" nodeType="mainSeq">
                <p:childTnLst>
                  <p:par>
                    <p:cTn fill="hold" id="3">
                      <p:stCondLst>
                        <p:cond delay="indefinite"/>
                      </p:stCondLst>
                      <p:childTnLst>
                        <p:par>
                          <p:cTn fill="hold" id="4">
                            <p:stCondLst>
                              <p:cond delay="0"/>
                            </p:stCondLst>
                            <p:childTnLst>
                              <p:par>
                                <p:cTn fill="hold" grpId="0" id="5" nodeType="clickEffect" presetClass="entr" presetID="2" presetSubtype="4">
                                  <p:stCondLst>
                                    <p:cond delay="0"/>
                                  </p:stCondLst>
                                  <p:childTnLst>
                                    <p:set>
                                      <p:cBhvr>
                                        <p:cTn dur="1" fill="hold" id="6">
                                          <p:stCondLst>
                                            <p:cond delay="0"/>
                                          </p:stCondLst>
                                        </p:cTn>
                                        <p:tgtEl>
                                          <p:spTgt spid="1048671"/>
                                        </p:tgtEl>
                                        <p:attrNameLst>
                                          <p:attrName>style.visibility</p:attrName>
                                        </p:attrNameLst>
                                      </p:cBhvr>
                                      <p:to>
                                        <p:strVal val="visible"/>
                                      </p:to>
                                    </p:set>
                                    <p:anim calcmode="lin" valueType="num">
                                      <p:cBhvr additive="base">
                                        <p:cTn dur="500" fill="hold" id="7"/>
                                        <p:tgtEl>
                                          <p:spTgt spid="1048671"/>
                                        </p:tgtEl>
                                        <p:attrNameLst>
                                          <p:attrName>ppt_x</p:attrName>
                                        </p:attrNameLst>
                                      </p:cBhvr>
                                      <p:tavLst>
                                        <p:tav tm="0">
                                          <p:val>
                                            <p:strVal val="#ppt_x"/>
                                          </p:val>
                                        </p:tav>
                                        <p:tav tm="100000">
                                          <p:val>
                                            <p:strVal val="#ppt_x"/>
                                          </p:val>
                                        </p:tav>
                                      </p:tavLst>
                                    </p:anim>
                                    <p:anim calcmode="lin" valueType="num">
                                      <p:cBhvr additive="base">
                                        <p:cTn dur="500" fill="hold" id="8"/>
                                        <p:tgtEl>
                                          <p:spTgt spid="1048671"/>
                                        </p:tgtEl>
                                        <p:attrNameLst>
                                          <p:attrName>ppt_y</p:attrName>
                                        </p:attrNameLst>
                                      </p:cBhvr>
                                      <p:tavLst>
                                        <p:tav tm="0">
                                          <p:val>
                                            <p:strVal val="1+#ppt_h/2"/>
                                          </p:val>
                                        </p:tav>
                                        <p:tav tm="100000">
                                          <p:val>
                                            <p:strVal val="#ppt_y"/>
                                          </p:val>
                                        </p:tav>
                                      </p:tavLst>
                                    </p:anim>
                                  </p:childTnLst>
                                </p:cTn>
                              </p:par>
                            </p:childTnLst>
                          </p:cTn>
                        </p:par>
                      </p:childTnLst>
                    </p:cTn>
                  </p:par>
                  <p:par>
                    <p:cTn fill="hold" id="9">
                      <p:stCondLst>
                        <p:cond delay="indefinite"/>
                      </p:stCondLst>
                      <p:childTnLst>
                        <p:par>
                          <p:cTn fill="hold" id="10">
                            <p:stCondLst>
                              <p:cond delay="0"/>
                            </p:stCondLst>
                            <p:childTnLst>
                              <p:par>
                                <p:cTn fill="hold" id="11" nodeType="clickEffect" presetClass="entr" presetID="2" presetSubtype="4">
                                  <p:stCondLst>
                                    <p:cond delay="0"/>
                                  </p:stCondLst>
                                  <p:childTnLst>
                                    <p:set>
                                      <p:cBhvr>
                                        <p:cTn dur="1" fill="hold" id="12">
                                          <p:stCondLst>
                                            <p:cond delay="0"/>
                                          </p:stCondLst>
                                        </p:cTn>
                                        <p:tgtEl>
                                          <p:spTgt spid="1048672">
                                            <p:txEl>
                                              <p:pRg st="0" end="0"/>
                                            </p:txEl>
                                          </p:spTgt>
                                        </p:tgtEl>
                                        <p:attrNameLst>
                                          <p:attrName>style.visibility</p:attrName>
                                        </p:attrNameLst>
                                      </p:cBhvr>
                                      <p:to>
                                        <p:strVal val="visible"/>
                                      </p:to>
                                    </p:set>
                                    <p:anim calcmode="lin" valueType="num">
                                      <p:cBhvr additive="base">
                                        <p:cTn dur="500" fill="hold" id="13"/>
                                        <p:tgtEl>
                                          <p:spTgt spid="1048672">
                                            <p:txEl>
                                              <p:pRg st="0" end="0"/>
                                            </p:txEl>
                                          </p:spTgt>
                                        </p:tgtEl>
                                        <p:attrNameLst>
                                          <p:attrName>ppt_x</p:attrName>
                                        </p:attrNameLst>
                                      </p:cBhvr>
                                      <p:tavLst>
                                        <p:tav tm="0">
                                          <p:val>
                                            <p:strVal val="#ppt_x"/>
                                          </p:val>
                                        </p:tav>
                                        <p:tav tm="100000">
                                          <p:val>
                                            <p:strVal val="#ppt_x"/>
                                          </p:val>
                                        </p:tav>
                                      </p:tavLst>
                                    </p:anim>
                                    <p:anim calcmode="lin" valueType="num">
                                      <p:cBhvr additive="base">
                                        <p:cTn dur="500" fill="hold" id="14"/>
                                        <p:tgtEl>
                                          <p:spTgt spid="1048672">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fill="hold" id="15">
                      <p:stCondLst>
                        <p:cond delay="indefinite"/>
                      </p:stCondLst>
                      <p:childTnLst>
                        <p:par>
                          <p:cTn fill="hold" id="16">
                            <p:stCondLst>
                              <p:cond delay="0"/>
                            </p:stCondLst>
                            <p:childTnLst>
                              <p:par>
                                <p:cTn fill="hold" id="17" nodeType="clickEffect" presetClass="entr" presetID="2" presetSubtype="4">
                                  <p:stCondLst>
                                    <p:cond delay="0"/>
                                  </p:stCondLst>
                                  <p:childTnLst>
                                    <p:set>
                                      <p:cBhvr>
                                        <p:cTn dur="1" fill="hold" id="18">
                                          <p:stCondLst>
                                            <p:cond delay="0"/>
                                          </p:stCondLst>
                                        </p:cTn>
                                        <p:tgtEl>
                                          <p:spTgt spid="1048672">
                                            <p:txEl>
                                              <p:pRg st="1" end="1"/>
                                            </p:txEl>
                                          </p:spTgt>
                                        </p:tgtEl>
                                        <p:attrNameLst>
                                          <p:attrName>style.visibility</p:attrName>
                                        </p:attrNameLst>
                                      </p:cBhvr>
                                      <p:to>
                                        <p:strVal val="visible"/>
                                      </p:to>
                                    </p:set>
                                    <p:anim calcmode="lin" valueType="num">
                                      <p:cBhvr additive="base">
                                        <p:cTn dur="500" fill="hold" id="19"/>
                                        <p:tgtEl>
                                          <p:spTgt spid="1048672">
                                            <p:txEl>
                                              <p:pRg st="1" end="1"/>
                                            </p:txEl>
                                          </p:spTgt>
                                        </p:tgtEl>
                                        <p:attrNameLst>
                                          <p:attrName>ppt_x</p:attrName>
                                        </p:attrNameLst>
                                      </p:cBhvr>
                                      <p:tavLst>
                                        <p:tav tm="0">
                                          <p:val>
                                            <p:strVal val="#ppt_x"/>
                                          </p:val>
                                        </p:tav>
                                        <p:tav tm="100000">
                                          <p:val>
                                            <p:strVal val="#ppt_x"/>
                                          </p:val>
                                        </p:tav>
                                      </p:tavLst>
                                    </p:anim>
                                    <p:anim calcmode="lin" valueType="num">
                                      <p:cBhvr additive="base">
                                        <p:cTn dur="500" fill="hold" id="20"/>
                                        <p:tgtEl>
                                          <p:spTgt spid="1048672">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fill="hold" id="21">
                      <p:stCondLst>
                        <p:cond delay="indefinite"/>
                      </p:stCondLst>
                      <p:childTnLst>
                        <p:par>
                          <p:cTn fill="hold" id="22">
                            <p:stCondLst>
                              <p:cond delay="0"/>
                            </p:stCondLst>
                            <p:childTnLst>
                              <p:par>
                                <p:cTn fill="hold" id="23" nodeType="clickEffect" presetClass="entr" presetID="2" presetSubtype="4">
                                  <p:stCondLst>
                                    <p:cond delay="0"/>
                                  </p:stCondLst>
                                  <p:childTnLst>
                                    <p:set>
                                      <p:cBhvr>
                                        <p:cTn dur="1" fill="hold" id="24">
                                          <p:stCondLst>
                                            <p:cond delay="0"/>
                                          </p:stCondLst>
                                        </p:cTn>
                                        <p:tgtEl>
                                          <p:spTgt spid="1048672">
                                            <p:txEl>
                                              <p:pRg st="2" end="2"/>
                                            </p:txEl>
                                          </p:spTgt>
                                        </p:tgtEl>
                                        <p:attrNameLst>
                                          <p:attrName>style.visibility</p:attrName>
                                        </p:attrNameLst>
                                      </p:cBhvr>
                                      <p:to>
                                        <p:strVal val="visible"/>
                                      </p:to>
                                    </p:set>
                                    <p:anim calcmode="lin" valueType="num">
                                      <p:cBhvr additive="base">
                                        <p:cTn dur="500" fill="hold" id="25"/>
                                        <p:tgtEl>
                                          <p:spTgt spid="1048672">
                                            <p:txEl>
                                              <p:pRg st="2" end="2"/>
                                            </p:txEl>
                                          </p:spTgt>
                                        </p:tgtEl>
                                        <p:attrNameLst>
                                          <p:attrName>ppt_x</p:attrName>
                                        </p:attrNameLst>
                                      </p:cBhvr>
                                      <p:tavLst>
                                        <p:tav tm="0">
                                          <p:val>
                                            <p:strVal val="#ppt_x"/>
                                          </p:val>
                                        </p:tav>
                                        <p:tav tm="100000">
                                          <p:val>
                                            <p:strVal val="#ppt_x"/>
                                          </p:val>
                                        </p:tav>
                                      </p:tavLst>
                                    </p:anim>
                                    <p:anim calcmode="lin" valueType="num">
                                      <p:cBhvr additive="base">
                                        <p:cTn dur="500" fill="hold" id="26"/>
                                        <p:tgtEl>
                                          <p:spTgt spid="1048672">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fill="hold" id="27">
                      <p:stCondLst>
                        <p:cond delay="indefinite"/>
                      </p:stCondLst>
                      <p:childTnLst>
                        <p:par>
                          <p:cTn fill="hold" id="28">
                            <p:stCondLst>
                              <p:cond delay="0"/>
                            </p:stCondLst>
                            <p:childTnLst>
                              <p:par>
                                <p:cTn fill="hold" id="29" nodeType="clickEffect" presetClass="entr" presetID="2" presetSubtype="4">
                                  <p:stCondLst>
                                    <p:cond delay="0"/>
                                  </p:stCondLst>
                                  <p:childTnLst>
                                    <p:set>
                                      <p:cBhvr>
                                        <p:cTn dur="1" fill="hold" id="30">
                                          <p:stCondLst>
                                            <p:cond delay="0"/>
                                          </p:stCondLst>
                                        </p:cTn>
                                        <p:tgtEl>
                                          <p:spTgt spid="1048672">
                                            <p:txEl>
                                              <p:pRg st="3" end="3"/>
                                            </p:txEl>
                                          </p:spTgt>
                                        </p:tgtEl>
                                        <p:attrNameLst>
                                          <p:attrName>style.visibility</p:attrName>
                                        </p:attrNameLst>
                                      </p:cBhvr>
                                      <p:to>
                                        <p:strVal val="visible"/>
                                      </p:to>
                                    </p:set>
                                    <p:anim calcmode="lin" valueType="num">
                                      <p:cBhvr additive="base">
                                        <p:cTn dur="500" fill="hold" id="31"/>
                                        <p:tgtEl>
                                          <p:spTgt spid="1048672">
                                            <p:txEl>
                                              <p:pRg st="3" end="3"/>
                                            </p:txEl>
                                          </p:spTgt>
                                        </p:tgtEl>
                                        <p:attrNameLst>
                                          <p:attrName>ppt_x</p:attrName>
                                        </p:attrNameLst>
                                      </p:cBhvr>
                                      <p:tavLst>
                                        <p:tav tm="0">
                                          <p:val>
                                            <p:strVal val="#ppt_x"/>
                                          </p:val>
                                        </p:tav>
                                        <p:tav tm="100000">
                                          <p:val>
                                            <p:strVal val="#ppt_x"/>
                                          </p:val>
                                        </p:tav>
                                      </p:tavLst>
                                    </p:anim>
                                    <p:anim calcmode="lin" valueType="num">
                                      <p:cBhvr additive="base">
                                        <p:cTn dur="500" fill="hold" id="32"/>
                                        <p:tgtEl>
                                          <p:spTgt spid="1048672">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fill="hold" id="33">
                      <p:stCondLst>
                        <p:cond delay="indefinite"/>
                      </p:stCondLst>
                      <p:childTnLst>
                        <p:par>
                          <p:cTn fill="hold" id="34">
                            <p:stCondLst>
                              <p:cond delay="0"/>
                            </p:stCondLst>
                            <p:childTnLst>
                              <p:par>
                                <p:cTn fill="hold" id="35" nodeType="clickEffect" presetClass="entr" presetID="2" presetSubtype="4">
                                  <p:stCondLst>
                                    <p:cond delay="0"/>
                                  </p:stCondLst>
                                  <p:childTnLst>
                                    <p:set>
                                      <p:cBhvr>
                                        <p:cTn dur="1" fill="hold" id="36">
                                          <p:stCondLst>
                                            <p:cond delay="0"/>
                                          </p:stCondLst>
                                        </p:cTn>
                                        <p:tgtEl>
                                          <p:spTgt spid="1048672">
                                            <p:txEl>
                                              <p:pRg st="4" end="4"/>
                                            </p:txEl>
                                          </p:spTgt>
                                        </p:tgtEl>
                                        <p:attrNameLst>
                                          <p:attrName>style.visibility</p:attrName>
                                        </p:attrNameLst>
                                      </p:cBhvr>
                                      <p:to>
                                        <p:strVal val="visible"/>
                                      </p:to>
                                    </p:set>
                                    <p:anim calcmode="lin" valueType="num">
                                      <p:cBhvr additive="base">
                                        <p:cTn dur="500" fill="hold" id="37"/>
                                        <p:tgtEl>
                                          <p:spTgt spid="1048672">
                                            <p:txEl>
                                              <p:pRg st="4" end="4"/>
                                            </p:txEl>
                                          </p:spTgt>
                                        </p:tgtEl>
                                        <p:attrNameLst>
                                          <p:attrName>ppt_x</p:attrName>
                                        </p:attrNameLst>
                                      </p:cBhvr>
                                      <p:tavLst>
                                        <p:tav tm="0">
                                          <p:val>
                                            <p:strVal val="#ppt_x"/>
                                          </p:val>
                                        </p:tav>
                                        <p:tav tm="100000">
                                          <p:val>
                                            <p:strVal val="#ppt_x"/>
                                          </p:val>
                                        </p:tav>
                                      </p:tavLst>
                                    </p:anim>
                                    <p:anim calcmode="lin" valueType="num">
                                      <p:cBhvr additive="base">
                                        <p:cTn dur="500" fill="hold" id="38"/>
                                        <p:tgtEl>
                                          <p:spTgt spid="1048672">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48671"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33" name=""/>
        <p:cNvGrpSpPr/>
        <p:nvPr/>
      </p:nvGrpSpPr>
      <p:grpSpPr>
        <a:xfrm>
          <a:off x="0" y="0"/>
          <a:ext cx="0" cy="0"/>
          <a:chOff x="0" y="0"/>
          <a:chExt cx="0" cy="0"/>
        </a:xfrm>
      </p:grpSpPr>
      <p:sp>
        <p:nvSpPr>
          <p:cNvPr id="1048676" name="Title 1"/>
          <p:cNvSpPr>
            <a:spLocks noGrp="1"/>
          </p:cNvSpPr>
          <p:nvPr>
            <p:ph type="title"/>
          </p:nvPr>
        </p:nvSpPr>
        <p:spPr>
          <a:xfrm>
            <a:off x="0" y="0"/>
            <a:ext cx="9144000" cy="1408176"/>
          </a:xfrm>
        </p:spPr>
        <p:txBody>
          <a:bodyPr>
            <a:normAutofit/>
          </a:bodyPr>
          <a:p>
            <a:pPr algn="ctr"/>
            <a:r>
              <a:rPr dirty="0" sz="5400" lang="en-GB" smtClean="0"/>
              <a:t>Prokaryotic Cell Structure</a:t>
            </a:r>
            <a:endParaRPr dirty="0" sz="5400" lang="en-GB"/>
          </a:p>
        </p:txBody>
      </p:sp>
      <p:pic>
        <p:nvPicPr>
          <p:cNvPr id="2097156" name="Picture 2"/>
          <p:cNvPicPr>
            <a:picLocks noChangeAspect="1" noGrp="1" noChangeArrowheads="1"/>
          </p:cNvPicPr>
          <p:nvPr>
            <p:ph idx="1"/>
          </p:nvPr>
        </p:nvPicPr>
        <p:blipFill>
          <a:blip xmlns:r="http://schemas.openxmlformats.org/officeDocument/2006/relationships" r:embed="rId1" cstate="print"/>
          <a:srcRect/>
          <a:stretch>
            <a:fillRect/>
          </a:stretch>
        </p:blipFill>
        <p:spPr bwMode="auto">
          <a:xfrm>
            <a:off x="0" y="1428736"/>
            <a:ext cx="9144000" cy="5429264"/>
          </a:xfrm>
          <a:prstGeom prst="rect"/>
          <a:noFill/>
          <a:ln w="9525">
            <a:noFill/>
            <a:miter lim="800000"/>
            <a:headEnd/>
            <a:tailEnd/>
          </a:ln>
          <a:effectLst/>
        </p:spPr>
      </p:pic>
    </p:spTree>
  </p:cSld>
  <p:clrMapOvr>
    <a:masterClrMapping/>
  </p:clrMapOvr>
  <p:timing>
    <p:tnLst>
      <p:par>
        <p:cTn dur="indefinite" id="1" nodeType="tmRoot" restart="never">
          <p:childTnLst>
            <p:seq concurrent="1" nextAc="seek">
              <p:cTn dur="indefinite" id="2" nodeType="mainSeq">
                <p:childTnLst>
                  <p:par>
                    <p:cTn fill="hold" id="3">
                      <p:stCondLst>
                        <p:cond delay="indefinite"/>
                      </p:stCondLst>
                      <p:childTnLst>
                        <p:par>
                          <p:cTn fill="hold" id="4">
                            <p:stCondLst>
                              <p:cond delay="0"/>
                            </p:stCondLst>
                            <p:childTnLst>
                              <p:par>
                                <p:cTn fill="hold" grpId="0" id="5" nodeType="clickEffect" presetClass="entr" presetID="2" presetSubtype="4">
                                  <p:stCondLst>
                                    <p:cond delay="0"/>
                                  </p:stCondLst>
                                  <p:childTnLst>
                                    <p:set>
                                      <p:cBhvr>
                                        <p:cTn dur="1" fill="hold" id="6">
                                          <p:stCondLst>
                                            <p:cond delay="0"/>
                                          </p:stCondLst>
                                        </p:cTn>
                                        <p:tgtEl>
                                          <p:spTgt spid="1048676"/>
                                        </p:tgtEl>
                                        <p:attrNameLst>
                                          <p:attrName>style.visibility</p:attrName>
                                        </p:attrNameLst>
                                      </p:cBhvr>
                                      <p:to>
                                        <p:strVal val="visible"/>
                                      </p:to>
                                    </p:set>
                                    <p:anim calcmode="lin" valueType="num">
                                      <p:cBhvr additive="base">
                                        <p:cTn dur="500" fill="hold" id="7"/>
                                        <p:tgtEl>
                                          <p:spTgt spid="1048676"/>
                                        </p:tgtEl>
                                        <p:attrNameLst>
                                          <p:attrName>ppt_x</p:attrName>
                                        </p:attrNameLst>
                                      </p:cBhvr>
                                      <p:tavLst>
                                        <p:tav tm="0">
                                          <p:val>
                                            <p:strVal val="#ppt_x"/>
                                          </p:val>
                                        </p:tav>
                                        <p:tav tm="100000">
                                          <p:val>
                                            <p:strVal val="#ppt_x"/>
                                          </p:val>
                                        </p:tav>
                                      </p:tavLst>
                                    </p:anim>
                                    <p:anim calcmode="lin" valueType="num">
                                      <p:cBhvr additive="base">
                                        <p:cTn dur="500" fill="hold" id="8"/>
                                        <p:tgtEl>
                                          <p:spTgt spid="1048676"/>
                                        </p:tgtEl>
                                        <p:attrNameLst>
                                          <p:attrName>ppt_y</p:attrName>
                                        </p:attrNameLst>
                                      </p:cBhvr>
                                      <p:tavLst>
                                        <p:tav tm="0">
                                          <p:val>
                                            <p:strVal val="1+#ppt_h/2"/>
                                          </p:val>
                                        </p:tav>
                                        <p:tav tm="100000">
                                          <p:val>
                                            <p:strVal val="#ppt_y"/>
                                          </p:val>
                                        </p:tav>
                                      </p:tavLst>
                                    </p:anim>
                                  </p:childTnLst>
                                </p:cTn>
                              </p:par>
                            </p:childTnLst>
                          </p:cTn>
                        </p:par>
                      </p:childTnLst>
                    </p:cTn>
                  </p:par>
                  <p:par>
                    <p:cTn fill="hold" id="9">
                      <p:stCondLst>
                        <p:cond delay="indefinite"/>
                      </p:stCondLst>
                      <p:childTnLst>
                        <p:par>
                          <p:cTn fill="hold" id="10">
                            <p:stCondLst>
                              <p:cond delay="0"/>
                            </p:stCondLst>
                            <p:childTnLst>
                              <p:par>
                                <p:cTn fill="hold" id="11" nodeType="clickEffect" presetClass="entr" presetID="2" presetSubtype="4">
                                  <p:stCondLst>
                                    <p:cond delay="0"/>
                                  </p:stCondLst>
                                  <p:childTnLst>
                                    <p:set>
                                      <p:cBhvr>
                                        <p:cTn dur="1" fill="hold" id="12">
                                          <p:stCondLst>
                                            <p:cond delay="0"/>
                                          </p:stCondLst>
                                        </p:cTn>
                                        <p:tgtEl>
                                          <p:spTgt spid="2097156"/>
                                        </p:tgtEl>
                                        <p:attrNameLst>
                                          <p:attrName>style.visibility</p:attrName>
                                        </p:attrNameLst>
                                      </p:cBhvr>
                                      <p:to>
                                        <p:strVal val="visible"/>
                                      </p:to>
                                    </p:set>
                                    <p:anim calcmode="lin" valueType="num">
                                      <p:cBhvr additive="base">
                                        <p:cTn dur="500" fill="hold" id="13"/>
                                        <p:tgtEl>
                                          <p:spTgt spid="2097156"/>
                                        </p:tgtEl>
                                        <p:attrNameLst>
                                          <p:attrName>ppt_x</p:attrName>
                                        </p:attrNameLst>
                                      </p:cBhvr>
                                      <p:tavLst>
                                        <p:tav tm="0">
                                          <p:val>
                                            <p:strVal val="#ppt_x"/>
                                          </p:val>
                                        </p:tav>
                                        <p:tav tm="100000">
                                          <p:val>
                                            <p:strVal val="#ppt_x"/>
                                          </p:val>
                                        </p:tav>
                                      </p:tavLst>
                                    </p:anim>
                                    <p:anim calcmode="lin" valueType="num">
                                      <p:cBhvr additive="base">
                                        <p:cTn dur="500" fill="hold" id="14"/>
                                        <p:tgtEl>
                                          <p:spTgt spid="209715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48676"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36" name=""/>
        <p:cNvGrpSpPr/>
        <p:nvPr/>
      </p:nvGrpSpPr>
      <p:grpSpPr>
        <a:xfrm>
          <a:off x="0" y="0"/>
          <a:ext cx="0" cy="0"/>
          <a:chOff x="0" y="0"/>
          <a:chExt cx="0" cy="0"/>
        </a:xfrm>
      </p:grpSpPr>
      <p:sp>
        <p:nvSpPr>
          <p:cNvPr id="1048680" name="Title 1"/>
          <p:cNvSpPr>
            <a:spLocks noGrp="1"/>
          </p:cNvSpPr>
          <p:nvPr>
            <p:ph type="title"/>
          </p:nvPr>
        </p:nvSpPr>
        <p:spPr>
          <a:xfrm>
            <a:off x="0" y="0"/>
            <a:ext cx="9144000" cy="1408176"/>
          </a:xfrm>
        </p:spPr>
        <p:txBody>
          <a:bodyPr>
            <a:normAutofit fontScale="90000"/>
          </a:bodyPr>
          <a:p>
            <a:pPr algn="ctr"/>
            <a:r>
              <a:rPr dirty="0" lang="en-GB" smtClean="0"/>
              <a:t/>
            </a:r>
            <a:br>
              <a:rPr dirty="0" lang="en-GB" smtClean="0"/>
            </a:br>
            <a:endParaRPr dirty="0" lang="en-GB"/>
          </a:p>
        </p:txBody>
      </p:sp>
      <p:sp>
        <p:nvSpPr>
          <p:cNvPr id="1048681" name="Content Placeholder 2"/>
          <p:cNvSpPr>
            <a:spLocks noGrp="1"/>
          </p:cNvSpPr>
          <p:nvPr>
            <p:ph idx="1"/>
          </p:nvPr>
        </p:nvSpPr>
        <p:spPr>
          <a:xfrm>
            <a:off x="0" y="1500174"/>
            <a:ext cx="9144000" cy="5357825"/>
          </a:xfrm>
        </p:spPr>
        <p:txBody>
          <a:bodyPr>
            <a:normAutofit fontScale="96875" lnSpcReduction="20000"/>
          </a:bodyPr>
          <a:p>
            <a:r>
              <a:rPr dirty="0" lang="en-GB" smtClean="0">
                <a:solidFill>
                  <a:srgbClr val="FFFF00"/>
                </a:solidFill>
              </a:rPr>
              <a:t>Prokaryotic cells are not as complex as eukaryotic cells. </a:t>
            </a:r>
          </a:p>
          <a:p>
            <a:endParaRPr dirty="0" lang="en-GB" smtClean="0">
              <a:solidFill>
                <a:srgbClr val="FFFF00"/>
              </a:solidFill>
            </a:endParaRPr>
          </a:p>
          <a:p>
            <a:r>
              <a:rPr dirty="0" lang="en-GB" smtClean="0">
                <a:solidFill>
                  <a:srgbClr val="FFFF00"/>
                </a:solidFill>
              </a:rPr>
              <a:t>They have no true nucleus as the DNA is not contained within a membrane or separated from the rest of the cell, but is coiled up in a region of the cytoplasm called the nucleoid. </a:t>
            </a:r>
          </a:p>
          <a:p>
            <a:endParaRPr dirty="0" lang="en-GB" smtClean="0">
              <a:solidFill>
                <a:srgbClr val="FFFF00"/>
              </a:solidFill>
            </a:endParaRPr>
          </a:p>
          <a:p>
            <a:r>
              <a:rPr dirty="0" lang="en-GB" smtClean="0">
                <a:solidFill>
                  <a:srgbClr val="FFFF00"/>
                </a:solidFill>
              </a:rPr>
              <a:t>Using bacteria as our sample prokaryote, the following structures can be found in bacterial cells</a:t>
            </a:r>
            <a:endParaRPr dirty="0" lang="en-GB">
              <a:solidFill>
                <a:srgbClr val="FFFF00"/>
              </a:solidFill>
            </a:endParaRPr>
          </a:p>
        </p:txBody>
      </p:sp>
    </p:spTree>
  </p:cSld>
  <p:clrMapOvr>
    <a:masterClrMapping/>
  </p:clrMapOvr>
  <p:timing>
    <p:tnLst>
      <p:par>
        <p:cTn dur="indefinite" id="1" nodeType="tmRoot" restart="never">
          <p:childTnLst>
            <p:seq concurrent="1" nextAc="seek">
              <p:cTn dur="indefinite" id="2" nodeType="mainSeq">
                <p:childTnLst>
                  <p:par>
                    <p:cTn fill="hold" id="3">
                      <p:stCondLst>
                        <p:cond delay="indefinite"/>
                      </p:stCondLst>
                      <p:childTnLst>
                        <p:par>
                          <p:cTn fill="hold" id="4">
                            <p:stCondLst>
                              <p:cond delay="0"/>
                            </p:stCondLst>
                            <p:childTnLst>
                              <p:par>
                                <p:cTn fill="hold" grpId="0" id="5" nodeType="clickEffect" presetClass="entr" presetID="2" presetSubtype="4">
                                  <p:stCondLst>
                                    <p:cond delay="0"/>
                                  </p:stCondLst>
                                  <p:childTnLst>
                                    <p:set>
                                      <p:cBhvr>
                                        <p:cTn dur="1" fill="hold" id="6">
                                          <p:stCondLst>
                                            <p:cond delay="0"/>
                                          </p:stCondLst>
                                        </p:cTn>
                                        <p:tgtEl>
                                          <p:spTgt spid="1048680"/>
                                        </p:tgtEl>
                                        <p:attrNameLst>
                                          <p:attrName>style.visibility</p:attrName>
                                        </p:attrNameLst>
                                      </p:cBhvr>
                                      <p:to>
                                        <p:strVal val="visible"/>
                                      </p:to>
                                    </p:set>
                                    <p:anim calcmode="lin" valueType="num">
                                      <p:cBhvr additive="base">
                                        <p:cTn dur="500" fill="hold" id="7"/>
                                        <p:tgtEl>
                                          <p:spTgt spid="1048680"/>
                                        </p:tgtEl>
                                        <p:attrNameLst>
                                          <p:attrName>ppt_x</p:attrName>
                                        </p:attrNameLst>
                                      </p:cBhvr>
                                      <p:tavLst>
                                        <p:tav tm="0">
                                          <p:val>
                                            <p:strVal val="#ppt_x"/>
                                          </p:val>
                                        </p:tav>
                                        <p:tav tm="100000">
                                          <p:val>
                                            <p:strVal val="#ppt_x"/>
                                          </p:val>
                                        </p:tav>
                                      </p:tavLst>
                                    </p:anim>
                                    <p:anim calcmode="lin" valueType="num">
                                      <p:cBhvr additive="base">
                                        <p:cTn dur="500" fill="hold" id="8"/>
                                        <p:tgtEl>
                                          <p:spTgt spid="1048680"/>
                                        </p:tgtEl>
                                        <p:attrNameLst>
                                          <p:attrName>ppt_y</p:attrName>
                                        </p:attrNameLst>
                                      </p:cBhvr>
                                      <p:tavLst>
                                        <p:tav tm="0">
                                          <p:val>
                                            <p:strVal val="1+#ppt_h/2"/>
                                          </p:val>
                                        </p:tav>
                                        <p:tav tm="100000">
                                          <p:val>
                                            <p:strVal val="#ppt_y"/>
                                          </p:val>
                                        </p:tav>
                                      </p:tavLst>
                                    </p:anim>
                                  </p:childTnLst>
                                </p:cTn>
                              </p:par>
                            </p:childTnLst>
                          </p:cTn>
                        </p:par>
                      </p:childTnLst>
                    </p:cTn>
                  </p:par>
                  <p:par>
                    <p:cTn fill="hold" id="9">
                      <p:stCondLst>
                        <p:cond delay="indefinite"/>
                      </p:stCondLst>
                      <p:childTnLst>
                        <p:par>
                          <p:cTn fill="hold" id="10">
                            <p:stCondLst>
                              <p:cond delay="0"/>
                            </p:stCondLst>
                            <p:childTnLst>
                              <p:par>
                                <p:cTn fill="hold" id="11" nodeType="clickEffect" presetClass="entr" presetID="2" presetSubtype="4">
                                  <p:stCondLst>
                                    <p:cond delay="0"/>
                                  </p:stCondLst>
                                  <p:childTnLst>
                                    <p:set>
                                      <p:cBhvr>
                                        <p:cTn dur="1" fill="hold" id="12">
                                          <p:stCondLst>
                                            <p:cond delay="0"/>
                                          </p:stCondLst>
                                        </p:cTn>
                                        <p:tgtEl>
                                          <p:spTgt spid="1048681">
                                            <p:txEl>
                                              <p:pRg st="0" end="0"/>
                                            </p:txEl>
                                          </p:spTgt>
                                        </p:tgtEl>
                                        <p:attrNameLst>
                                          <p:attrName>style.visibility</p:attrName>
                                        </p:attrNameLst>
                                      </p:cBhvr>
                                      <p:to>
                                        <p:strVal val="visible"/>
                                      </p:to>
                                    </p:set>
                                    <p:anim calcmode="lin" valueType="num">
                                      <p:cBhvr additive="base">
                                        <p:cTn dur="500" fill="hold" id="13"/>
                                        <p:tgtEl>
                                          <p:spTgt spid="1048681">
                                            <p:txEl>
                                              <p:pRg st="0" end="0"/>
                                            </p:txEl>
                                          </p:spTgt>
                                        </p:tgtEl>
                                        <p:attrNameLst>
                                          <p:attrName>ppt_x</p:attrName>
                                        </p:attrNameLst>
                                      </p:cBhvr>
                                      <p:tavLst>
                                        <p:tav tm="0">
                                          <p:val>
                                            <p:strVal val="#ppt_x"/>
                                          </p:val>
                                        </p:tav>
                                        <p:tav tm="100000">
                                          <p:val>
                                            <p:strVal val="#ppt_x"/>
                                          </p:val>
                                        </p:tav>
                                      </p:tavLst>
                                    </p:anim>
                                    <p:anim calcmode="lin" valueType="num">
                                      <p:cBhvr additive="base">
                                        <p:cTn dur="500" fill="hold" id="14"/>
                                        <p:tgtEl>
                                          <p:spTgt spid="1048681">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fill="hold" id="15">
                      <p:stCondLst>
                        <p:cond delay="indefinite"/>
                      </p:stCondLst>
                      <p:childTnLst>
                        <p:par>
                          <p:cTn fill="hold" id="16">
                            <p:stCondLst>
                              <p:cond delay="0"/>
                            </p:stCondLst>
                            <p:childTnLst>
                              <p:par>
                                <p:cTn fill="hold" id="17" nodeType="clickEffect" presetClass="entr" presetID="2" presetSubtype="4">
                                  <p:stCondLst>
                                    <p:cond delay="0"/>
                                  </p:stCondLst>
                                  <p:childTnLst>
                                    <p:set>
                                      <p:cBhvr>
                                        <p:cTn dur="1" fill="hold" id="18">
                                          <p:stCondLst>
                                            <p:cond delay="0"/>
                                          </p:stCondLst>
                                        </p:cTn>
                                        <p:tgtEl>
                                          <p:spTgt spid="1048681">
                                            <p:txEl>
                                              <p:pRg st="2" end="2"/>
                                            </p:txEl>
                                          </p:spTgt>
                                        </p:tgtEl>
                                        <p:attrNameLst>
                                          <p:attrName>style.visibility</p:attrName>
                                        </p:attrNameLst>
                                      </p:cBhvr>
                                      <p:to>
                                        <p:strVal val="visible"/>
                                      </p:to>
                                    </p:set>
                                    <p:anim calcmode="lin" valueType="num">
                                      <p:cBhvr additive="base">
                                        <p:cTn dur="500" fill="hold" id="19"/>
                                        <p:tgtEl>
                                          <p:spTgt spid="1048681">
                                            <p:txEl>
                                              <p:pRg st="2" end="2"/>
                                            </p:txEl>
                                          </p:spTgt>
                                        </p:tgtEl>
                                        <p:attrNameLst>
                                          <p:attrName>ppt_x</p:attrName>
                                        </p:attrNameLst>
                                      </p:cBhvr>
                                      <p:tavLst>
                                        <p:tav tm="0">
                                          <p:val>
                                            <p:strVal val="#ppt_x"/>
                                          </p:val>
                                        </p:tav>
                                        <p:tav tm="100000">
                                          <p:val>
                                            <p:strVal val="#ppt_x"/>
                                          </p:val>
                                        </p:tav>
                                      </p:tavLst>
                                    </p:anim>
                                    <p:anim calcmode="lin" valueType="num">
                                      <p:cBhvr additive="base">
                                        <p:cTn dur="500" fill="hold" id="20"/>
                                        <p:tgtEl>
                                          <p:spTgt spid="1048681">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fill="hold" id="21">
                      <p:stCondLst>
                        <p:cond delay="indefinite"/>
                      </p:stCondLst>
                      <p:childTnLst>
                        <p:par>
                          <p:cTn fill="hold" id="22">
                            <p:stCondLst>
                              <p:cond delay="0"/>
                            </p:stCondLst>
                            <p:childTnLst>
                              <p:par>
                                <p:cTn fill="hold" id="23" nodeType="clickEffect" presetClass="entr" presetID="2" presetSubtype="4">
                                  <p:stCondLst>
                                    <p:cond delay="0"/>
                                  </p:stCondLst>
                                  <p:childTnLst>
                                    <p:set>
                                      <p:cBhvr>
                                        <p:cTn dur="1" fill="hold" id="24">
                                          <p:stCondLst>
                                            <p:cond delay="0"/>
                                          </p:stCondLst>
                                        </p:cTn>
                                        <p:tgtEl>
                                          <p:spTgt spid="1048681">
                                            <p:txEl>
                                              <p:pRg st="4" end="4"/>
                                            </p:txEl>
                                          </p:spTgt>
                                        </p:tgtEl>
                                        <p:attrNameLst>
                                          <p:attrName>style.visibility</p:attrName>
                                        </p:attrNameLst>
                                      </p:cBhvr>
                                      <p:to>
                                        <p:strVal val="visible"/>
                                      </p:to>
                                    </p:set>
                                    <p:anim calcmode="lin" valueType="num">
                                      <p:cBhvr additive="base">
                                        <p:cTn dur="500" fill="hold" id="25"/>
                                        <p:tgtEl>
                                          <p:spTgt spid="1048681">
                                            <p:txEl>
                                              <p:pRg st="4" end="4"/>
                                            </p:txEl>
                                          </p:spTgt>
                                        </p:tgtEl>
                                        <p:attrNameLst>
                                          <p:attrName>ppt_x</p:attrName>
                                        </p:attrNameLst>
                                      </p:cBhvr>
                                      <p:tavLst>
                                        <p:tav tm="0">
                                          <p:val>
                                            <p:strVal val="#ppt_x"/>
                                          </p:val>
                                        </p:tav>
                                        <p:tav tm="100000">
                                          <p:val>
                                            <p:strVal val="#ppt_x"/>
                                          </p:val>
                                        </p:tav>
                                      </p:tavLst>
                                    </p:anim>
                                    <p:anim calcmode="lin" valueType="num">
                                      <p:cBhvr additive="base">
                                        <p:cTn dur="500" fill="hold" id="26"/>
                                        <p:tgtEl>
                                          <p:spTgt spid="1048681">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48680"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39" name=""/>
        <p:cNvGrpSpPr/>
        <p:nvPr/>
      </p:nvGrpSpPr>
      <p:grpSpPr>
        <a:xfrm>
          <a:off x="0" y="0"/>
          <a:ext cx="0" cy="0"/>
          <a:chOff x="0" y="0"/>
          <a:chExt cx="0" cy="0"/>
        </a:xfrm>
      </p:grpSpPr>
      <p:sp>
        <p:nvSpPr>
          <p:cNvPr id="1048685" name="Title 1"/>
          <p:cNvSpPr>
            <a:spLocks noGrp="1"/>
          </p:cNvSpPr>
          <p:nvPr>
            <p:ph type="title"/>
          </p:nvPr>
        </p:nvSpPr>
        <p:spPr/>
        <p:txBody>
          <a:bodyPr/>
          <a:p>
            <a:endParaRPr lang="en-GB"/>
          </a:p>
        </p:txBody>
      </p:sp>
      <p:sp>
        <p:nvSpPr>
          <p:cNvPr id="1048686" name="Content Placeholder 2"/>
          <p:cNvSpPr>
            <a:spLocks noGrp="1"/>
          </p:cNvSpPr>
          <p:nvPr>
            <p:ph idx="1"/>
          </p:nvPr>
        </p:nvSpPr>
        <p:spPr>
          <a:xfrm>
            <a:off x="0" y="1500174"/>
            <a:ext cx="9144000" cy="5357825"/>
          </a:xfrm>
        </p:spPr>
        <p:txBody>
          <a:bodyPr>
            <a:normAutofit fontScale="96875" lnSpcReduction="20000"/>
          </a:bodyPr>
          <a:p>
            <a:r>
              <a:rPr b="1" dirty="0" lang="en-GB" smtClean="0">
                <a:solidFill>
                  <a:srgbClr val="FFFF00"/>
                </a:solidFill>
              </a:rPr>
              <a:t>Capsule</a:t>
            </a:r>
            <a:r>
              <a:rPr dirty="0" lang="en-GB" smtClean="0">
                <a:solidFill>
                  <a:srgbClr val="FFFF00"/>
                </a:solidFill>
              </a:rPr>
              <a:t> - Found in some bacterial cells, this additional outer covering protects the cell when it is engulfed by other organisms, assists in retaining moisture, and helps the cell adhere to surfaces and nutrients</a:t>
            </a:r>
          </a:p>
          <a:p>
            <a:r>
              <a:rPr b="1" dirty="0" lang="en-GB" smtClean="0">
                <a:solidFill>
                  <a:srgbClr val="FFFF00"/>
                </a:solidFill>
              </a:rPr>
              <a:t>Cell Wall</a:t>
            </a:r>
            <a:r>
              <a:rPr dirty="0" lang="en-GB" smtClean="0">
                <a:solidFill>
                  <a:srgbClr val="FFFF00"/>
                </a:solidFill>
              </a:rPr>
              <a:t> - Outer covering of most cells that protects the bacterial cell and gives it shape</a:t>
            </a:r>
          </a:p>
          <a:p>
            <a:r>
              <a:rPr b="1" dirty="0" lang="en-GB" smtClean="0">
                <a:solidFill>
                  <a:srgbClr val="FFFF00"/>
                </a:solidFill>
              </a:rPr>
              <a:t>Cytoplasm</a:t>
            </a:r>
            <a:r>
              <a:rPr dirty="0" lang="en-GB" smtClean="0">
                <a:solidFill>
                  <a:srgbClr val="FFFF00"/>
                </a:solidFill>
              </a:rPr>
              <a:t> - A gel-like substance composed mainly of water that also contains enzymes, salts, cell components, and various organic molecules</a:t>
            </a:r>
          </a:p>
          <a:p>
            <a:endParaRPr dirty="0" lang="en-GB">
              <a:solidFill>
                <a:srgbClr val="FFFF00"/>
              </a:solidFill>
            </a:endParaRPr>
          </a:p>
        </p:txBody>
      </p:sp>
    </p:spTree>
  </p:cSld>
  <p:clrMapOvr>
    <a:masterClrMapping/>
  </p:clrMapOvr>
  <p:timing>
    <p:tnLst>
      <p:par>
        <p:cTn dur="indefinite" id="1" nodeType="tmRoot" restart="never">
          <p:childTnLst>
            <p:seq concurrent="1" nextAc="seek">
              <p:cTn dur="indefinite" id="2" nodeType="mainSeq">
                <p:childTnLst>
                  <p:par>
                    <p:cTn fill="hold" id="3">
                      <p:stCondLst>
                        <p:cond delay="indefinite"/>
                      </p:stCondLst>
                      <p:childTnLst>
                        <p:par>
                          <p:cTn fill="hold" id="4">
                            <p:stCondLst>
                              <p:cond delay="0"/>
                            </p:stCondLst>
                            <p:childTnLst>
                              <p:par>
                                <p:cTn fill="hold" id="5" nodeType="clickEffect" presetClass="entr" presetID="2" presetSubtype="4">
                                  <p:stCondLst>
                                    <p:cond delay="0"/>
                                  </p:stCondLst>
                                  <p:childTnLst>
                                    <p:set>
                                      <p:cBhvr>
                                        <p:cTn dur="1" fill="hold" id="6">
                                          <p:stCondLst>
                                            <p:cond delay="0"/>
                                          </p:stCondLst>
                                        </p:cTn>
                                        <p:tgtEl>
                                          <p:spTgt spid="1048686">
                                            <p:txEl>
                                              <p:pRg st="0" end="0"/>
                                            </p:txEl>
                                          </p:spTgt>
                                        </p:tgtEl>
                                        <p:attrNameLst>
                                          <p:attrName>style.visibility</p:attrName>
                                        </p:attrNameLst>
                                      </p:cBhvr>
                                      <p:to>
                                        <p:strVal val="visible"/>
                                      </p:to>
                                    </p:set>
                                    <p:anim calcmode="lin" valueType="num">
                                      <p:cBhvr additive="base">
                                        <p:cTn dur="500" fill="hold" id="7"/>
                                        <p:tgtEl>
                                          <p:spTgt spid="1048686">
                                            <p:txEl>
                                              <p:pRg st="0" end="0"/>
                                            </p:txEl>
                                          </p:spTgt>
                                        </p:tgtEl>
                                        <p:attrNameLst>
                                          <p:attrName>ppt_x</p:attrName>
                                        </p:attrNameLst>
                                      </p:cBhvr>
                                      <p:tavLst>
                                        <p:tav tm="0">
                                          <p:val>
                                            <p:strVal val="#ppt_x"/>
                                          </p:val>
                                        </p:tav>
                                        <p:tav tm="100000">
                                          <p:val>
                                            <p:strVal val="#ppt_x"/>
                                          </p:val>
                                        </p:tav>
                                      </p:tavLst>
                                    </p:anim>
                                    <p:anim calcmode="lin" valueType="num">
                                      <p:cBhvr additive="base">
                                        <p:cTn dur="500" fill="hold" id="8"/>
                                        <p:tgtEl>
                                          <p:spTgt spid="1048686">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fill="hold" id="9">
                      <p:stCondLst>
                        <p:cond delay="indefinite"/>
                      </p:stCondLst>
                      <p:childTnLst>
                        <p:par>
                          <p:cTn fill="hold" id="10">
                            <p:stCondLst>
                              <p:cond delay="0"/>
                            </p:stCondLst>
                            <p:childTnLst>
                              <p:par>
                                <p:cTn fill="hold" id="11" nodeType="clickEffect" presetClass="entr" presetID="2" presetSubtype="4">
                                  <p:stCondLst>
                                    <p:cond delay="0"/>
                                  </p:stCondLst>
                                  <p:childTnLst>
                                    <p:set>
                                      <p:cBhvr>
                                        <p:cTn dur="1" fill="hold" id="12">
                                          <p:stCondLst>
                                            <p:cond delay="0"/>
                                          </p:stCondLst>
                                        </p:cTn>
                                        <p:tgtEl>
                                          <p:spTgt spid="1048686">
                                            <p:txEl>
                                              <p:pRg st="1" end="1"/>
                                            </p:txEl>
                                          </p:spTgt>
                                        </p:tgtEl>
                                        <p:attrNameLst>
                                          <p:attrName>style.visibility</p:attrName>
                                        </p:attrNameLst>
                                      </p:cBhvr>
                                      <p:to>
                                        <p:strVal val="visible"/>
                                      </p:to>
                                    </p:set>
                                    <p:anim calcmode="lin" valueType="num">
                                      <p:cBhvr additive="base">
                                        <p:cTn dur="500" fill="hold" id="13"/>
                                        <p:tgtEl>
                                          <p:spTgt spid="1048686">
                                            <p:txEl>
                                              <p:pRg st="1" end="1"/>
                                            </p:txEl>
                                          </p:spTgt>
                                        </p:tgtEl>
                                        <p:attrNameLst>
                                          <p:attrName>ppt_x</p:attrName>
                                        </p:attrNameLst>
                                      </p:cBhvr>
                                      <p:tavLst>
                                        <p:tav tm="0">
                                          <p:val>
                                            <p:strVal val="#ppt_x"/>
                                          </p:val>
                                        </p:tav>
                                        <p:tav tm="100000">
                                          <p:val>
                                            <p:strVal val="#ppt_x"/>
                                          </p:val>
                                        </p:tav>
                                      </p:tavLst>
                                    </p:anim>
                                    <p:anim calcmode="lin" valueType="num">
                                      <p:cBhvr additive="base">
                                        <p:cTn dur="500" fill="hold" id="14"/>
                                        <p:tgtEl>
                                          <p:spTgt spid="1048686">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fill="hold" id="15">
                      <p:stCondLst>
                        <p:cond delay="indefinite"/>
                      </p:stCondLst>
                      <p:childTnLst>
                        <p:par>
                          <p:cTn fill="hold" id="16">
                            <p:stCondLst>
                              <p:cond delay="0"/>
                            </p:stCondLst>
                            <p:childTnLst>
                              <p:par>
                                <p:cTn fill="hold" id="17" nodeType="clickEffect" presetClass="entr" presetID="2" presetSubtype="4">
                                  <p:stCondLst>
                                    <p:cond delay="0"/>
                                  </p:stCondLst>
                                  <p:childTnLst>
                                    <p:set>
                                      <p:cBhvr>
                                        <p:cTn dur="1" fill="hold" id="18">
                                          <p:stCondLst>
                                            <p:cond delay="0"/>
                                          </p:stCondLst>
                                        </p:cTn>
                                        <p:tgtEl>
                                          <p:spTgt spid="1048686">
                                            <p:txEl>
                                              <p:pRg st="2" end="2"/>
                                            </p:txEl>
                                          </p:spTgt>
                                        </p:tgtEl>
                                        <p:attrNameLst>
                                          <p:attrName>style.visibility</p:attrName>
                                        </p:attrNameLst>
                                      </p:cBhvr>
                                      <p:to>
                                        <p:strVal val="visible"/>
                                      </p:to>
                                    </p:set>
                                    <p:anim calcmode="lin" valueType="num">
                                      <p:cBhvr additive="base">
                                        <p:cTn dur="500" fill="hold" id="19"/>
                                        <p:tgtEl>
                                          <p:spTgt spid="1048686">
                                            <p:txEl>
                                              <p:pRg st="2" end="2"/>
                                            </p:txEl>
                                          </p:spTgt>
                                        </p:tgtEl>
                                        <p:attrNameLst>
                                          <p:attrName>ppt_x</p:attrName>
                                        </p:attrNameLst>
                                      </p:cBhvr>
                                      <p:tavLst>
                                        <p:tav tm="0">
                                          <p:val>
                                            <p:strVal val="#ppt_x"/>
                                          </p:val>
                                        </p:tav>
                                        <p:tav tm="100000">
                                          <p:val>
                                            <p:strVal val="#ppt_x"/>
                                          </p:val>
                                        </p:tav>
                                      </p:tavLst>
                                    </p:anim>
                                    <p:anim calcmode="lin" valueType="num">
                                      <p:cBhvr additive="base">
                                        <p:cTn dur="500" fill="hold" id="20"/>
                                        <p:tgtEl>
                                          <p:spTgt spid="1048686">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42" name=""/>
        <p:cNvGrpSpPr/>
        <p:nvPr/>
      </p:nvGrpSpPr>
      <p:grpSpPr>
        <a:xfrm>
          <a:off x="0" y="0"/>
          <a:ext cx="0" cy="0"/>
          <a:chOff x="0" y="0"/>
          <a:chExt cx="0" cy="0"/>
        </a:xfrm>
      </p:grpSpPr>
      <p:sp>
        <p:nvSpPr>
          <p:cNvPr id="1048690" name="Title 1"/>
          <p:cNvSpPr>
            <a:spLocks noGrp="1"/>
          </p:cNvSpPr>
          <p:nvPr>
            <p:ph type="title"/>
          </p:nvPr>
        </p:nvSpPr>
        <p:spPr/>
        <p:txBody>
          <a:bodyPr/>
          <a:p>
            <a:endParaRPr lang="en-GB"/>
          </a:p>
        </p:txBody>
      </p:sp>
      <p:sp>
        <p:nvSpPr>
          <p:cNvPr id="1048691" name="Content Placeholder 2"/>
          <p:cNvSpPr>
            <a:spLocks noGrp="1"/>
          </p:cNvSpPr>
          <p:nvPr>
            <p:ph idx="1"/>
          </p:nvPr>
        </p:nvSpPr>
        <p:spPr>
          <a:xfrm>
            <a:off x="0" y="1357298"/>
            <a:ext cx="9144000" cy="5500701"/>
          </a:xfrm>
        </p:spPr>
        <p:txBody>
          <a:bodyPr>
            <a:normAutofit lnSpcReduction="10000"/>
          </a:bodyPr>
          <a:p>
            <a:r>
              <a:rPr b="1" dirty="0" lang="en-GB" smtClean="0">
                <a:solidFill>
                  <a:srgbClr val="FFFF00"/>
                </a:solidFill>
              </a:rPr>
              <a:t>Cell Membrane or Plasma Membrane</a:t>
            </a:r>
            <a:r>
              <a:rPr dirty="0" lang="en-GB" smtClean="0">
                <a:solidFill>
                  <a:srgbClr val="FFFF00"/>
                </a:solidFill>
              </a:rPr>
              <a:t> - Surrounds the cell's cytoplasm and regulates the flow of substances in and out of the cell</a:t>
            </a:r>
          </a:p>
          <a:p>
            <a:pPr lvl="0"/>
            <a:r>
              <a:rPr b="1" dirty="0" lang="en-GB" smtClean="0">
                <a:solidFill>
                  <a:srgbClr val="FFFF00"/>
                </a:solidFill>
              </a:rPr>
              <a:t>Pili</a:t>
            </a:r>
            <a:r>
              <a:rPr dirty="0" lang="en-GB" smtClean="0">
                <a:solidFill>
                  <a:srgbClr val="FFFF00"/>
                </a:solidFill>
              </a:rPr>
              <a:t> - Hair-like structures on the surface of the cell that attach to other bacterial cells. Shorter pili called fimbriae help bacteria attach to surfaces.</a:t>
            </a:r>
          </a:p>
          <a:p>
            <a:pPr lvl="0"/>
            <a:r>
              <a:rPr b="1" dirty="0" lang="en-GB" smtClean="0">
                <a:solidFill>
                  <a:srgbClr val="FFFF00"/>
                </a:solidFill>
              </a:rPr>
              <a:t>Flagella</a:t>
            </a:r>
            <a:r>
              <a:rPr dirty="0" lang="en-GB" smtClean="0">
                <a:solidFill>
                  <a:srgbClr val="FFFF00"/>
                </a:solidFill>
              </a:rPr>
              <a:t> - Long, whip-like protrusion that aids in cellular locomotion</a:t>
            </a:r>
          </a:p>
          <a:p>
            <a:pPr lvl="0"/>
            <a:r>
              <a:rPr b="1" dirty="0" lang="en-GB" smtClean="0">
                <a:solidFill>
                  <a:srgbClr val="FFFF00"/>
                </a:solidFill>
              </a:rPr>
              <a:t>Ribosomes</a:t>
            </a:r>
            <a:r>
              <a:rPr dirty="0" lang="en-GB" smtClean="0">
                <a:solidFill>
                  <a:srgbClr val="FFFF00"/>
                </a:solidFill>
              </a:rPr>
              <a:t> - Cell structures responsible for protein production.</a:t>
            </a:r>
          </a:p>
          <a:p>
            <a:r>
              <a:rPr dirty="0" lang="en-GB" smtClean="0"/>
              <a:t/>
            </a:r>
            <a:br>
              <a:rPr dirty="0" lang="en-GB" smtClean="0"/>
            </a:br>
            <a:endParaRPr dirty="0" lang="en-GB">
              <a:solidFill>
                <a:srgbClr val="FFFF00"/>
              </a:solidFill>
            </a:endParaRPr>
          </a:p>
        </p:txBody>
      </p:sp>
    </p:spTree>
  </p:cSld>
  <p:clrMapOvr>
    <a:masterClrMapping/>
  </p:clrMapOvr>
  <p:timing>
    <p:tnLst>
      <p:par>
        <p:cTn dur="indefinite" id="1" nodeType="tmRoot" restart="never">
          <p:childTnLst>
            <p:seq concurrent="1" nextAc="seek">
              <p:cTn dur="indefinite" id="2" nodeType="mainSeq">
                <p:childTnLst>
                  <p:par>
                    <p:cTn fill="hold" id="3">
                      <p:stCondLst>
                        <p:cond delay="indefinite"/>
                      </p:stCondLst>
                      <p:childTnLst>
                        <p:par>
                          <p:cTn fill="hold" id="4">
                            <p:stCondLst>
                              <p:cond delay="0"/>
                            </p:stCondLst>
                            <p:childTnLst>
                              <p:par>
                                <p:cTn fill="hold" id="5" nodeType="clickEffect" presetClass="entr" presetID="2" presetSubtype="4">
                                  <p:stCondLst>
                                    <p:cond delay="0"/>
                                  </p:stCondLst>
                                  <p:childTnLst>
                                    <p:set>
                                      <p:cBhvr>
                                        <p:cTn dur="1" fill="hold" id="6">
                                          <p:stCondLst>
                                            <p:cond delay="0"/>
                                          </p:stCondLst>
                                        </p:cTn>
                                        <p:tgtEl>
                                          <p:spTgt spid="1048691">
                                            <p:txEl>
                                              <p:pRg st="0" end="0"/>
                                            </p:txEl>
                                          </p:spTgt>
                                        </p:tgtEl>
                                        <p:attrNameLst>
                                          <p:attrName>style.visibility</p:attrName>
                                        </p:attrNameLst>
                                      </p:cBhvr>
                                      <p:to>
                                        <p:strVal val="visible"/>
                                      </p:to>
                                    </p:set>
                                    <p:anim calcmode="lin" valueType="num">
                                      <p:cBhvr additive="base">
                                        <p:cTn dur="500" fill="hold" id="7"/>
                                        <p:tgtEl>
                                          <p:spTgt spid="1048691">
                                            <p:txEl>
                                              <p:pRg st="0" end="0"/>
                                            </p:txEl>
                                          </p:spTgt>
                                        </p:tgtEl>
                                        <p:attrNameLst>
                                          <p:attrName>ppt_x</p:attrName>
                                        </p:attrNameLst>
                                      </p:cBhvr>
                                      <p:tavLst>
                                        <p:tav tm="0">
                                          <p:val>
                                            <p:strVal val="#ppt_x"/>
                                          </p:val>
                                        </p:tav>
                                        <p:tav tm="100000">
                                          <p:val>
                                            <p:strVal val="#ppt_x"/>
                                          </p:val>
                                        </p:tav>
                                      </p:tavLst>
                                    </p:anim>
                                    <p:anim calcmode="lin" valueType="num">
                                      <p:cBhvr additive="base">
                                        <p:cTn dur="500" fill="hold" id="8"/>
                                        <p:tgtEl>
                                          <p:spTgt spid="1048691">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fill="hold" id="9">
                      <p:stCondLst>
                        <p:cond delay="indefinite"/>
                      </p:stCondLst>
                      <p:childTnLst>
                        <p:par>
                          <p:cTn fill="hold" id="10">
                            <p:stCondLst>
                              <p:cond delay="0"/>
                            </p:stCondLst>
                            <p:childTnLst>
                              <p:par>
                                <p:cTn fill="hold" id="11" nodeType="clickEffect" presetClass="entr" presetID="2" presetSubtype="4">
                                  <p:stCondLst>
                                    <p:cond delay="0"/>
                                  </p:stCondLst>
                                  <p:childTnLst>
                                    <p:set>
                                      <p:cBhvr>
                                        <p:cTn dur="1" fill="hold" id="12">
                                          <p:stCondLst>
                                            <p:cond delay="0"/>
                                          </p:stCondLst>
                                        </p:cTn>
                                        <p:tgtEl>
                                          <p:spTgt spid="1048691">
                                            <p:txEl>
                                              <p:pRg st="1" end="1"/>
                                            </p:txEl>
                                          </p:spTgt>
                                        </p:tgtEl>
                                        <p:attrNameLst>
                                          <p:attrName>style.visibility</p:attrName>
                                        </p:attrNameLst>
                                      </p:cBhvr>
                                      <p:to>
                                        <p:strVal val="visible"/>
                                      </p:to>
                                    </p:set>
                                    <p:anim calcmode="lin" valueType="num">
                                      <p:cBhvr additive="base">
                                        <p:cTn dur="500" fill="hold" id="13"/>
                                        <p:tgtEl>
                                          <p:spTgt spid="1048691">
                                            <p:txEl>
                                              <p:pRg st="1" end="1"/>
                                            </p:txEl>
                                          </p:spTgt>
                                        </p:tgtEl>
                                        <p:attrNameLst>
                                          <p:attrName>ppt_x</p:attrName>
                                        </p:attrNameLst>
                                      </p:cBhvr>
                                      <p:tavLst>
                                        <p:tav tm="0">
                                          <p:val>
                                            <p:strVal val="#ppt_x"/>
                                          </p:val>
                                        </p:tav>
                                        <p:tav tm="100000">
                                          <p:val>
                                            <p:strVal val="#ppt_x"/>
                                          </p:val>
                                        </p:tav>
                                      </p:tavLst>
                                    </p:anim>
                                    <p:anim calcmode="lin" valueType="num">
                                      <p:cBhvr additive="base">
                                        <p:cTn dur="500" fill="hold" id="14"/>
                                        <p:tgtEl>
                                          <p:spTgt spid="1048691">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fill="hold" id="15">
                      <p:stCondLst>
                        <p:cond delay="indefinite"/>
                      </p:stCondLst>
                      <p:childTnLst>
                        <p:par>
                          <p:cTn fill="hold" id="16">
                            <p:stCondLst>
                              <p:cond delay="0"/>
                            </p:stCondLst>
                            <p:childTnLst>
                              <p:par>
                                <p:cTn fill="hold" id="17" nodeType="clickEffect" presetClass="entr" presetID="2" presetSubtype="4">
                                  <p:stCondLst>
                                    <p:cond delay="0"/>
                                  </p:stCondLst>
                                  <p:childTnLst>
                                    <p:set>
                                      <p:cBhvr>
                                        <p:cTn dur="1" fill="hold" id="18">
                                          <p:stCondLst>
                                            <p:cond delay="0"/>
                                          </p:stCondLst>
                                        </p:cTn>
                                        <p:tgtEl>
                                          <p:spTgt spid="1048691">
                                            <p:txEl>
                                              <p:pRg st="2" end="2"/>
                                            </p:txEl>
                                          </p:spTgt>
                                        </p:tgtEl>
                                        <p:attrNameLst>
                                          <p:attrName>style.visibility</p:attrName>
                                        </p:attrNameLst>
                                      </p:cBhvr>
                                      <p:to>
                                        <p:strVal val="visible"/>
                                      </p:to>
                                    </p:set>
                                    <p:anim calcmode="lin" valueType="num">
                                      <p:cBhvr additive="base">
                                        <p:cTn dur="500" fill="hold" id="19"/>
                                        <p:tgtEl>
                                          <p:spTgt spid="1048691">
                                            <p:txEl>
                                              <p:pRg st="2" end="2"/>
                                            </p:txEl>
                                          </p:spTgt>
                                        </p:tgtEl>
                                        <p:attrNameLst>
                                          <p:attrName>ppt_x</p:attrName>
                                        </p:attrNameLst>
                                      </p:cBhvr>
                                      <p:tavLst>
                                        <p:tav tm="0">
                                          <p:val>
                                            <p:strVal val="#ppt_x"/>
                                          </p:val>
                                        </p:tav>
                                        <p:tav tm="100000">
                                          <p:val>
                                            <p:strVal val="#ppt_x"/>
                                          </p:val>
                                        </p:tav>
                                      </p:tavLst>
                                    </p:anim>
                                    <p:anim calcmode="lin" valueType="num">
                                      <p:cBhvr additive="base">
                                        <p:cTn dur="500" fill="hold" id="20"/>
                                        <p:tgtEl>
                                          <p:spTgt spid="1048691">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fill="hold" id="21">
                      <p:stCondLst>
                        <p:cond delay="indefinite"/>
                      </p:stCondLst>
                      <p:childTnLst>
                        <p:par>
                          <p:cTn fill="hold" id="22">
                            <p:stCondLst>
                              <p:cond delay="0"/>
                            </p:stCondLst>
                            <p:childTnLst>
                              <p:par>
                                <p:cTn fill="hold" id="23" nodeType="clickEffect" presetClass="entr" presetID="2" presetSubtype="4">
                                  <p:stCondLst>
                                    <p:cond delay="0"/>
                                  </p:stCondLst>
                                  <p:childTnLst>
                                    <p:set>
                                      <p:cBhvr>
                                        <p:cTn dur="1" fill="hold" id="24">
                                          <p:stCondLst>
                                            <p:cond delay="0"/>
                                          </p:stCondLst>
                                        </p:cTn>
                                        <p:tgtEl>
                                          <p:spTgt spid="1048691">
                                            <p:txEl>
                                              <p:pRg st="3" end="3"/>
                                            </p:txEl>
                                          </p:spTgt>
                                        </p:tgtEl>
                                        <p:attrNameLst>
                                          <p:attrName>style.visibility</p:attrName>
                                        </p:attrNameLst>
                                      </p:cBhvr>
                                      <p:to>
                                        <p:strVal val="visible"/>
                                      </p:to>
                                    </p:set>
                                    <p:anim calcmode="lin" valueType="num">
                                      <p:cBhvr additive="base">
                                        <p:cTn dur="500" fill="hold" id="25"/>
                                        <p:tgtEl>
                                          <p:spTgt spid="1048691">
                                            <p:txEl>
                                              <p:pRg st="3" end="3"/>
                                            </p:txEl>
                                          </p:spTgt>
                                        </p:tgtEl>
                                        <p:attrNameLst>
                                          <p:attrName>ppt_x</p:attrName>
                                        </p:attrNameLst>
                                      </p:cBhvr>
                                      <p:tavLst>
                                        <p:tav tm="0">
                                          <p:val>
                                            <p:strVal val="#ppt_x"/>
                                          </p:val>
                                        </p:tav>
                                        <p:tav tm="100000">
                                          <p:val>
                                            <p:strVal val="#ppt_x"/>
                                          </p:val>
                                        </p:tav>
                                      </p:tavLst>
                                    </p:anim>
                                    <p:anim calcmode="lin" valueType="num">
                                      <p:cBhvr additive="base">
                                        <p:cTn dur="500" fill="hold" id="26"/>
                                        <p:tgtEl>
                                          <p:spTgt spid="1048691">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99" name=""/>
        <p:cNvGrpSpPr/>
        <p:nvPr/>
      </p:nvGrpSpPr>
      <p:grpSpPr>
        <a:xfrm>
          <a:off x="0" y="0"/>
          <a:ext cx="0" cy="0"/>
          <a:chOff x="0" y="0"/>
          <a:chExt cx="0" cy="0"/>
        </a:xfrm>
      </p:grpSpPr>
      <p:sp>
        <p:nvSpPr>
          <p:cNvPr id="1048618" name="Title 1"/>
          <p:cNvSpPr>
            <a:spLocks noGrp="1"/>
          </p:cNvSpPr>
          <p:nvPr>
            <p:ph type="title"/>
          </p:nvPr>
        </p:nvSpPr>
        <p:spPr/>
        <p:txBody>
          <a:bodyPr/>
          <a:p>
            <a:endParaRPr lang="en-GB"/>
          </a:p>
        </p:txBody>
      </p:sp>
      <p:sp>
        <p:nvSpPr>
          <p:cNvPr id="1048619" name="Content Placeholder 2"/>
          <p:cNvSpPr>
            <a:spLocks noGrp="1"/>
          </p:cNvSpPr>
          <p:nvPr>
            <p:ph idx="1"/>
          </p:nvPr>
        </p:nvSpPr>
        <p:spPr>
          <a:xfrm>
            <a:off x="0" y="1500174"/>
            <a:ext cx="9144000" cy="5357825"/>
          </a:xfrm>
        </p:spPr>
        <p:txBody>
          <a:bodyPr/>
          <a:p>
            <a:r>
              <a:rPr b="1" dirty="0" lang="en-GB" smtClean="0">
                <a:solidFill>
                  <a:srgbClr val="FFFF00"/>
                </a:solidFill>
              </a:rPr>
              <a:t>Plasmids</a:t>
            </a:r>
            <a:r>
              <a:rPr dirty="0" lang="en-GB" smtClean="0">
                <a:solidFill>
                  <a:srgbClr val="FFFF00"/>
                </a:solidFill>
              </a:rPr>
              <a:t> - Gene carrying, circular DNA structures that are not involved in reproduction</a:t>
            </a:r>
          </a:p>
          <a:p>
            <a:pPr>
              <a:buNone/>
            </a:pPr>
            <a:endParaRPr dirty="0" lang="en-GB" smtClean="0">
              <a:solidFill>
                <a:srgbClr val="FFFF00"/>
              </a:solidFill>
            </a:endParaRPr>
          </a:p>
          <a:p>
            <a:r>
              <a:rPr b="1" dirty="0" lang="en-GB" smtClean="0">
                <a:solidFill>
                  <a:srgbClr val="FFFF00"/>
                </a:solidFill>
              </a:rPr>
              <a:t>Nucleiod Region</a:t>
            </a:r>
            <a:r>
              <a:rPr dirty="0" lang="en-GB" smtClean="0">
                <a:solidFill>
                  <a:srgbClr val="FFFF00"/>
                </a:solidFill>
              </a:rPr>
              <a:t> - Area of the cytoplasm that contains the single bacterial DNA molecule</a:t>
            </a:r>
            <a:endParaRPr dirty="0" lang="en-GB">
              <a:solidFill>
                <a:srgbClr val="FFFF00"/>
              </a:solidFill>
            </a:endParaRPr>
          </a:p>
        </p:txBody>
      </p:sp>
    </p:spTree>
  </p:cSld>
  <p:clrMapOvr>
    <a:masterClrMapping/>
  </p:clrMapOvr>
  <p:timing>
    <p:tnLst>
      <p:par>
        <p:cTn dur="indefinite" id="1" nodeType="tmRoot" restart="never">
          <p:childTnLst>
            <p:seq concurrent="1" nextAc="seek">
              <p:cTn dur="indefinite" id="2" nodeType="mainSeq">
                <p:childTnLst>
                  <p:par>
                    <p:cTn fill="hold" id="3">
                      <p:stCondLst>
                        <p:cond delay="indefinite"/>
                      </p:stCondLst>
                      <p:childTnLst>
                        <p:par>
                          <p:cTn fill="hold" id="4">
                            <p:stCondLst>
                              <p:cond delay="0"/>
                            </p:stCondLst>
                            <p:childTnLst>
                              <p:par>
                                <p:cTn fill="hold" id="5" nodeType="clickEffect" presetClass="entr" presetID="2" presetSubtype="4">
                                  <p:stCondLst>
                                    <p:cond delay="0"/>
                                  </p:stCondLst>
                                  <p:childTnLst>
                                    <p:set>
                                      <p:cBhvr>
                                        <p:cTn dur="1" fill="hold" id="6">
                                          <p:stCondLst>
                                            <p:cond delay="0"/>
                                          </p:stCondLst>
                                        </p:cTn>
                                        <p:tgtEl>
                                          <p:spTgt spid="1048619">
                                            <p:txEl>
                                              <p:pRg st="0" end="0"/>
                                            </p:txEl>
                                          </p:spTgt>
                                        </p:tgtEl>
                                        <p:attrNameLst>
                                          <p:attrName>style.visibility</p:attrName>
                                        </p:attrNameLst>
                                      </p:cBhvr>
                                      <p:to>
                                        <p:strVal val="visible"/>
                                      </p:to>
                                    </p:set>
                                    <p:anim calcmode="lin" valueType="num">
                                      <p:cBhvr additive="base">
                                        <p:cTn dur="500" fill="hold" id="7"/>
                                        <p:tgtEl>
                                          <p:spTgt spid="1048619">
                                            <p:txEl>
                                              <p:pRg st="0" end="0"/>
                                            </p:txEl>
                                          </p:spTgt>
                                        </p:tgtEl>
                                        <p:attrNameLst>
                                          <p:attrName>ppt_x</p:attrName>
                                        </p:attrNameLst>
                                      </p:cBhvr>
                                      <p:tavLst>
                                        <p:tav tm="0">
                                          <p:val>
                                            <p:strVal val="#ppt_x"/>
                                          </p:val>
                                        </p:tav>
                                        <p:tav tm="100000">
                                          <p:val>
                                            <p:strVal val="#ppt_x"/>
                                          </p:val>
                                        </p:tav>
                                      </p:tavLst>
                                    </p:anim>
                                    <p:anim calcmode="lin" valueType="num">
                                      <p:cBhvr additive="base">
                                        <p:cTn dur="500" fill="hold" id="8"/>
                                        <p:tgtEl>
                                          <p:spTgt spid="1048619">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fill="hold" id="9">
                      <p:stCondLst>
                        <p:cond delay="indefinite"/>
                      </p:stCondLst>
                      <p:childTnLst>
                        <p:par>
                          <p:cTn fill="hold" id="10">
                            <p:stCondLst>
                              <p:cond delay="0"/>
                            </p:stCondLst>
                            <p:childTnLst>
                              <p:par>
                                <p:cTn fill="hold" id="11" nodeType="clickEffect" presetClass="entr" presetID="2" presetSubtype="4">
                                  <p:stCondLst>
                                    <p:cond delay="0"/>
                                  </p:stCondLst>
                                  <p:childTnLst>
                                    <p:set>
                                      <p:cBhvr>
                                        <p:cTn dur="1" fill="hold" id="12">
                                          <p:stCondLst>
                                            <p:cond delay="0"/>
                                          </p:stCondLst>
                                        </p:cTn>
                                        <p:tgtEl>
                                          <p:spTgt spid="1048619">
                                            <p:txEl>
                                              <p:pRg st="2" end="2"/>
                                            </p:txEl>
                                          </p:spTgt>
                                        </p:tgtEl>
                                        <p:attrNameLst>
                                          <p:attrName>style.visibility</p:attrName>
                                        </p:attrNameLst>
                                      </p:cBhvr>
                                      <p:to>
                                        <p:strVal val="visible"/>
                                      </p:to>
                                    </p:set>
                                    <p:anim calcmode="lin" valueType="num">
                                      <p:cBhvr additive="base">
                                        <p:cTn dur="500" fill="hold" id="13"/>
                                        <p:tgtEl>
                                          <p:spTgt spid="1048619">
                                            <p:txEl>
                                              <p:pRg st="2" end="2"/>
                                            </p:txEl>
                                          </p:spTgt>
                                        </p:tgtEl>
                                        <p:attrNameLst>
                                          <p:attrName>ppt_x</p:attrName>
                                        </p:attrNameLst>
                                      </p:cBhvr>
                                      <p:tavLst>
                                        <p:tav tm="0">
                                          <p:val>
                                            <p:strVal val="#ppt_x"/>
                                          </p:val>
                                        </p:tav>
                                        <p:tav tm="100000">
                                          <p:val>
                                            <p:strVal val="#ppt_x"/>
                                          </p:val>
                                        </p:tav>
                                      </p:tavLst>
                                    </p:anim>
                                    <p:anim calcmode="lin" valueType="num">
                                      <p:cBhvr additive="base">
                                        <p:cTn dur="500" fill="hold" id="14"/>
                                        <p:tgtEl>
                                          <p:spTgt spid="1048619">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93" name=""/>
        <p:cNvGrpSpPr/>
        <p:nvPr/>
      </p:nvGrpSpPr>
      <p:grpSpPr>
        <a:xfrm>
          <a:off x="0" y="0"/>
          <a:ext cx="0" cy="0"/>
          <a:chOff x="0" y="0"/>
          <a:chExt cx="0" cy="0"/>
        </a:xfrm>
      </p:grpSpPr>
      <p:sp>
        <p:nvSpPr>
          <p:cNvPr id="1048608" name="Title 1"/>
          <p:cNvSpPr>
            <a:spLocks noGrp="1"/>
          </p:cNvSpPr>
          <p:nvPr>
            <p:ph type="title"/>
          </p:nvPr>
        </p:nvSpPr>
        <p:spPr>
          <a:xfrm>
            <a:off x="0" y="0"/>
            <a:ext cx="9144000" cy="1408176"/>
          </a:xfrm>
        </p:spPr>
        <p:txBody>
          <a:bodyPr>
            <a:noAutofit/>
          </a:bodyPr>
          <a:p>
            <a:pPr algn="ctr"/>
            <a:r>
              <a:rPr dirty="0" sz="5400" lang="en-GB" smtClean="0"/>
              <a:t/>
            </a:r>
            <a:br>
              <a:rPr dirty="0" sz="5400" lang="en-GB" smtClean="0"/>
            </a:br>
            <a:r>
              <a:rPr dirty="0" sz="5400" lang="en-GB" smtClean="0"/>
              <a:t>Importance of Bacteria</a:t>
            </a:r>
            <a:br>
              <a:rPr dirty="0" sz="5400" lang="en-GB" smtClean="0"/>
            </a:br>
            <a:endParaRPr dirty="0" sz="5400" lang="en-GB"/>
          </a:p>
        </p:txBody>
      </p:sp>
      <p:sp>
        <p:nvSpPr>
          <p:cNvPr id="1048609" name="Content Placeholder 2"/>
          <p:cNvSpPr>
            <a:spLocks noGrp="1"/>
          </p:cNvSpPr>
          <p:nvPr>
            <p:ph idx="1"/>
          </p:nvPr>
        </p:nvSpPr>
        <p:spPr>
          <a:xfrm>
            <a:off x="0" y="1571612"/>
            <a:ext cx="9144000" cy="5286387"/>
          </a:xfrm>
        </p:spPr>
        <p:txBody>
          <a:bodyPr>
            <a:normAutofit fontScale="93750" lnSpcReduction="10000"/>
          </a:bodyPr>
          <a:p>
            <a:r>
              <a:rPr dirty="0" lang="en-GB" smtClean="0">
                <a:solidFill>
                  <a:srgbClr val="FFFF00"/>
                </a:solidFill>
              </a:rPr>
              <a:t>Bacteria perform many important functions on earth.</a:t>
            </a:r>
          </a:p>
          <a:p>
            <a:r>
              <a:rPr dirty="0" lang="en-GB" smtClean="0">
                <a:solidFill>
                  <a:srgbClr val="FFFF00"/>
                </a:solidFill>
              </a:rPr>
              <a:t> They serve as decomposers, agents of fermentation, and play an important role in our own digestive system.</a:t>
            </a:r>
          </a:p>
          <a:p>
            <a:r>
              <a:rPr dirty="0" lang="en-GB" smtClean="0">
                <a:solidFill>
                  <a:srgbClr val="FFFF00"/>
                </a:solidFill>
              </a:rPr>
              <a:t> Also, bacteria are involved in many nutrient cycles such as the nitrogen cycle, which restores nitrate into the soil for plants.</a:t>
            </a:r>
          </a:p>
          <a:p>
            <a:r>
              <a:rPr dirty="0" lang="en-GB" smtClean="0">
                <a:solidFill>
                  <a:srgbClr val="FFFF00"/>
                </a:solidFill>
              </a:rPr>
              <a:t> Unlike eukaryotic cells that depend on oxygen for their metabolism, prokaryotic cells enjoy a diverse array of metabolic functions. For example, some bacteria use sulfur instead of oxygen in their metabolism.</a:t>
            </a:r>
          </a:p>
          <a:p>
            <a:endParaRPr dirty="0" lang="en-GB"/>
          </a:p>
        </p:txBody>
      </p:sp>
    </p:spTree>
  </p:cSld>
  <p:clrMapOvr>
    <a:masterClrMapping/>
  </p:clrMapOvr>
  <p:timing>
    <p:tnLst>
      <p:par>
        <p:cTn dur="indefinite" id="1" nodeType="tmRoot" restart="never">
          <p:childTnLst>
            <p:seq concurrent="1" nextAc="seek">
              <p:cTn dur="indefinite" id="2" nodeType="mainSeq">
                <p:childTnLst>
                  <p:par>
                    <p:cTn fill="hold" id="3">
                      <p:stCondLst>
                        <p:cond delay="indefinite"/>
                      </p:stCondLst>
                      <p:childTnLst>
                        <p:par>
                          <p:cTn fill="hold" id="4">
                            <p:stCondLst>
                              <p:cond delay="0"/>
                            </p:stCondLst>
                            <p:childTnLst>
                              <p:par>
                                <p:cTn fill="hold" grpId="0" id="5" nodeType="clickEffect" presetClass="entr" presetID="2" presetSubtype="4">
                                  <p:stCondLst>
                                    <p:cond delay="0"/>
                                  </p:stCondLst>
                                  <p:childTnLst>
                                    <p:set>
                                      <p:cBhvr>
                                        <p:cTn dur="1" fill="hold" id="6">
                                          <p:stCondLst>
                                            <p:cond delay="0"/>
                                          </p:stCondLst>
                                        </p:cTn>
                                        <p:tgtEl>
                                          <p:spTgt spid="1048608"/>
                                        </p:tgtEl>
                                        <p:attrNameLst>
                                          <p:attrName>style.visibility</p:attrName>
                                        </p:attrNameLst>
                                      </p:cBhvr>
                                      <p:to>
                                        <p:strVal val="visible"/>
                                      </p:to>
                                    </p:set>
                                    <p:anim calcmode="lin" valueType="num">
                                      <p:cBhvr additive="base">
                                        <p:cTn dur="500" fill="hold" id="7"/>
                                        <p:tgtEl>
                                          <p:spTgt spid="1048608"/>
                                        </p:tgtEl>
                                        <p:attrNameLst>
                                          <p:attrName>ppt_x</p:attrName>
                                        </p:attrNameLst>
                                      </p:cBhvr>
                                      <p:tavLst>
                                        <p:tav tm="0">
                                          <p:val>
                                            <p:strVal val="#ppt_x"/>
                                          </p:val>
                                        </p:tav>
                                        <p:tav tm="100000">
                                          <p:val>
                                            <p:strVal val="#ppt_x"/>
                                          </p:val>
                                        </p:tav>
                                      </p:tavLst>
                                    </p:anim>
                                    <p:anim calcmode="lin" valueType="num">
                                      <p:cBhvr additive="base">
                                        <p:cTn dur="500" fill="hold" id="8"/>
                                        <p:tgtEl>
                                          <p:spTgt spid="1048608"/>
                                        </p:tgtEl>
                                        <p:attrNameLst>
                                          <p:attrName>ppt_y</p:attrName>
                                        </p:attrNameLst>
                                      </p:cBhvr>
                                      <p:tavLst>
                                        <p:tav tm="0">
                                          <p:val>
                                            <p:strVal val="1+#ppt_h/2"/>
                                          </p:val>
                                        </p:tav>
                                        <p:tav tm="100000">
                                          <p:val>
                                            <p:strVal val="#ppt_y"/>
                                          </p:val>
                                        </p:tav>
                                      </p:tavLst>
                                    </p:anim>
                                  </p:childTnLst>
                                </p:cTn>
                              </p:par>
                            </p:childTnLst>
                          </p:cTn>
                        </p:par>
                      </p:childTnLst>
                    </p:cTn>
                  </p:par>
                  <p:par>
                    <p:cTn fill="hold" id="9">
                      <p:stCondLst>
                        <p:cond delay="indefinite"/>
                      </p:stCondLst>
                      <p:childTnLst>
                        <p:par>
                          <p:cTn fill="hold" id="10">
                            <p:stCondLst>
                              <p:cond delay="0"/>
                            </p:stCondLst>
                            <p:childTnLst>
                              <p:par>
                                <p:cTn fill="hold" id="11" nodeType="clickEffect" presetClass="entr" presetID="2" presetSubtype="4">
                                  <p:stCondLst>
                                    <p:cond delay="0"/>
                                  </p:stCondLst>
                                  <p:childTnLst>
                                    <p:set>
                                      <p:cBhvr>
                                        <p:cTn dur="1" fill="hold" id="12">
                                          <p:stCondLst>
                                            <p:cond delay="0"/>
                                          </p:stCondLst>
                                        </p:cTn>
                                        <p:tgtEl>
                                          <p:spTgt spid="1048609">
                                            <p:txEl>
                                              <p:pRg st="0" end="0"/>
                                            </p:txEl>
                                          </p:spTgt>
                                        </p:tgtEl>
                                        <p:attrNameLst>
                                          <p:attrName>style.visibility</p:attrName>
                                        </p:attrNameLst>
                                      </p:cBhvr>
                                      <p:to>
                                        <p:strVal val="visible"/>
                                      </p:to>
                                    </p:set>
                                    <p:anim calcmode="lin" valueType="num">
                                      <p:cBhvr additive="base">
                                        <p:cTn dur="500" fill="hold" id="13"/>
                                        <p:tgtEl>
                                          <p:spTgt spid="1048609">
                                            <p:txEl>
                                              <p:pRg st="0" end="0"/>
                                            </p:txEl>
                                          </p:spTgt>
                                        </p:tgtEl>
                                        <p:attrNameLst>
                                          <p:attrName>ppt_x</p:attrName>
                                        </p:attrNameLst>
                                      </p:cBhvr>
                                      <p:tavLst>
                                        <p:tav tm="0">
                                          <p:val>
                                            <p:strVal val="#ppt_x"/>
                                          </p:val>
                                        </p:tav>
                                        <p:tav tm="100000">
                                          <p:val>
                                            <p:strVal val="#ppt_x"/>
                                          </p:val>
                                        </p:tav>
                                      </p:tavLst>
                                    </p:anim>
                                    <p:anim calcmode="lin" valueType="num">
                                      <p:cBhvr additive="base">
                                        <p:cTn dur="500" fill="hold" id="14"/>
                                        <p:tgtEl>
                                          <p:spTgt spid="1048609">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fill="hold" id="15">
                      <p:stCondLst>
                        <p:cond delay="indefinite"/>
                      </p:stCondLst>
                      <p:childTnLst>
                        <p:par>
                          <p:cTn fill="hold" id="16">
                            <p:stCondLst>
                              <p:cond delay="0"/>
                            </p:stCondLst>
                            <p:childTnLst>
                              <p:par>
                                <p:cTn fill="hold" id="17" nodeType="clickEffect" presetClass="entr" presetID="2" presetSubtype="4">
                                  <p:stCondLst>
                                    <p:cond delay="0"/>
                                  </p:stCondLst>
                                  <p:childTnLst>
                                    <p:set>
                                      <p:cBhvr>
                                        <p:cTn dur="1" fill="hold" id="18">
                                          <p:stCondLst>
                                            <p:cond delay="0"/>
                                          </p:stCondLst>
                                        </p:cTn>
                                        <p:tgtEl>
                                          <p:spTgt spid="1048609">
                                            <p:txEl>
                                              <p:pRg st="1" end="1"/>
                                            </p:txEl>
                                          </p:spTgt>
                                        </p:tgtEl>
                                        <p:attrNameLst>
                                          <p:attrName>style.visibility</p:attrName>
                                        </p:attrNameLst>
                                      </p:cBhvr>
                                      <p:to>
                                        <p:strVal val="visible"/>
                                      </p:to>
                                    </p:set>
                                    <p:anim calcmode="lin" valueType="num">
                                      <p:cBhvr additive="base">
                                        <p:cTn dur="500" fill="hold" id="19"/>
                                        <p:tgtEl>
                                          <p:spTgt spid="1048609">
                                            <p:txEl>
                                              <p:pRg st="1" end="1"/>
                                            </p:txEl>
                                          </p:spTgt>
                                        </p:tgtEl>
                                        <p:attrNameLst>
                                          <p:attrName>ppt_x</p:attrName>
                                        </p:attrNameLst>
                                      </p:cBhvr>
                                      <p:tavLst>
                                        <p:tav tm="0">
                                          <p:val>
                                            <p:strVal val="#ppt_x"/>
                                          </p:val>
                                        </p:tav>
                                        <p:tav tm="100000">
                                          <p:val>
                                            <p:strVal val="#ppt_x"/>
                                          </p:val>
                                        </p:tav>
                                      </p:tavLst>
                                    </p:anim>
                                    <p:anim calcmode="lin" valueType="num">
                                      <p:cBhvr additive="base">
                                        <p:cTn dur="500" fill="hold" id="20"/>
                                        <p:tgtEl>
                                          <p:spTgt spid="1048609">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fill="hold" id="21">
                      <p:stCondLst>
                        <p:cond delay="indefinite"/>
                      </p:stCondLst>
                      <p:childTnLst>
                        <p:par>
                          <p:cTn fill="hold" id="22">
                            <p:stCondLst>
                              <p:cond delay="0"/>
                            </p:stCondLst>
                            <p:childTnLst>
                              <p:par>
                                <p:cTn fill="hold" id="23" nodeType="clickEffect" presetClass="entr" presetID="2" presetSubtype="4">
                                  <p:stCondLst>
                                    <p:cond delay="0"/>
                                  </p:stCondLst>
                                  <p:childTnLst>
                                    <p:set>
                                      <p:cBhvr>
                                        <p:cTn dur="1" fill="hold" id="24">
                                          <p:stCondLst>
                                            <p:cond delay="0"/>
                                          </p:stCondLst>
                                        </p:cTn>
                                        <p:tgtEl>
                                          <p:spTgt spid="1048609">
                                            <p:txEl>
                                              <p:pRg st="2" end="2"/>
                                            </p:txEl>
                                          </p:spTgt>
                                        </p:tgtEl>
                                        <p:attrNameLst>
                                          <p:attrName>style.visibility</p:attrName>
                                        </p:attrNameLst>
                                      </p:cBhvr>
                                      <p:to>
                                        <p:strVal val="visible"/>
                                      </p:to>
                                    </p:set>
                                    <p:anim calcmode="lin" valueType="num">
                                      <p:cBhvr additive="base">
                                        <p:cTn dur="500" fill="hold" id="25"/>
                                        <p:tgtEl>
                                          <p:spTgt spid="1048609">
                                            <p:txEl>
                                              <p:pRg st="2" end="2"/>
                                            </p:txEl>
                                          </p:spTgt>
                                        </p:tgtEl>
                                        <p:attrNameLst>
                                          <p:attrName>ppt_x</p:attrName>
                                        </p:attrNameLst>
                                      </p:cBhvr>
                                      <p:tavLst>
                                        <p:tav tm="0">
                                          <p:val>
                                            <p:strVal val="#ppt_x"/>
                                          </p:val>
                                        </p:tav>
                                        <p:tav tm="100000">
                                          <p:val>
                                            <p:strVal val="#ppt_x"/>
                                          </p:val>
                                        </p:tav>
                                      </p:tavLst>
                                    </p:anim>
                                    <p:anim calcmode="lin" valueType="num">
                                      <p:cBhvr additive="base">
                                        <p:cTn dur="500" fill="hold" id="26"/>
                                        <p:tgtEl>
                                          <p:spTgt spid="1048609">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fill="hold" id="27">
                      <p:stCondLst>
                        <p:cond delay="indefinite"/>
                      </p:stCondLst>
                      <p:childTnLst>
                        <p:par>
                          <p:cTn fill="hold" id="28">
                            <p:stCondLst>
                              <p:cond delay="0"/>
                            </p:stCondLst>
                            <p:childTnLst>
                              <p:par>
                                <p:cTn fill="hold" id="29" nodeType="clickEffect" presetClass="entr" presetID="2" presetSubtype="4">
                                  <p:stCondLst>
                                    <p:cond delay="0"/>
                                  </p:stCondLst>
                                  <p:childTnLst>
                                    <p:set>
                                      <p:cBhvr>
                                        <p:cTn dur="1" fill="hold" id="30">
                                          <p:stCondLst>
                                            <p:cond delay="0"/>
                                          </p:stCondLst>
                                        </p:cTn>
                                        <p:tgtEl>
                                          <p:spTgt spid="1048609">
                                            <p:txEl>
                                              <p:pRg st="3" end="3"/>
                                            </p:txEl>
                                          </p:spTgt>
                                        </p:tgtEl>
                                        <p:attrNameLst>
                                          <p:attrName>style.visibility</p:attrName>
                                        </p:attrNameLst>
                                      </p:cBhvr>
                                      <p:to>
                                        <p:strVal val="visible"/>
                                      </p:to>
                                    </p:set>
                                    <p:anim calcmode="lin" valueType="num">
                                      <p:cBhvr additive="base">
                                        <p:cTn dur="500" fill="hold" id="31"/>
                                        <p:tgtEl>
                                          <p:spTgt spid="1048609">
                                            <p:txEl>
                                              <p:pRg st="3" end="3"/>
                                            </p:txEl>
                                          </p:spTgt>
                                        </p:tgtEl>
                                        <p:attrNameLst>
                                          <p:attrName>ppt_x</p:attrName>
                                        </p:attrNameLst>
                                      </p:cBhvr>
                                      <p:tavLst>
                                        <p:tav tm="0">
                                          <p:val>
                                            <p:strVal val="#ppt_x"/>
                                          </p:val>
                                        </p:tav>
                                        <p:tav tm="100000">
                                          <p:val>
                                            <p:strVal val="#ppt_x"/>
                                          </p:val>
                                        </p:tav>
                                      </p:tavLst>
                                    </p:anim>
                                    <p:anim calcmode="lin" valueType="num">
                                      <p:cBhvr additive="base">
                                        <p:cTn dur="500" fill="hold" id="32"/>
                                        <p:tgtEl>
                                          <p:spTgt spid="1048609">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48608"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87" name=""/>
        <p:cNvGrpSpPr/>
        <p:nvPr/>
      </p:nvGrpSpPr>
      <p:grpSpPr>
        <a:xfrm>
          <a:off x="0" y="0"/>
          <a:ext cx="0" cy="0"/>
          <a:chOff x="0" y="0"/>
          <a:chExt cx="0" cy="0"/>
        </a:xfrm>
      </p:grpSpPr>
      <p:sp>
        <p:nvSpPr>
          <p:cNvPr id="1048598" name="Title 1"/>
          <p:cNvSpPr>
            <a:spLocks noGrp="1"/>
          </p:cNvSpPr>
          <p:nvPr>
            <p:ph type="title"/>
          </p:nvPr>
        </p:nvSpPr>
        <p:spPr>
          <a:xfrm>
            <a:off x="0" y="0"/>
            <a:ext cx="9144000" cy="1408176"/>
          </a:xfrm>
        </p:spPr>
        <p:txBody>
          <a:bodyPr>
            <a:normAutofit/>
          </a:bodyPr>
          <a:p>
            <a:pPr algn="ctr"/>
            <a:r>
              <a:rPr dirty="0" sz="6600" lang="en-GB" smtClean="0"/>
              <a:t>FUNGI</a:t>
            </a:r>
            <a:endParaRPr dirty="0" sz="6600" lang="en-GB"/>
          </a:p>
        </p:txBody>
      </p:sp>
      <p:sp>
        <p:nvSpPr>
          <p:cNvPr id="1048599" name="Content Placeholder 2"/>
          <p:cNvSpPr>
            <a:spLocks noGrp="1"/>
          </p:cNvSpPr>
          <p:nvPr>
            <p:ph idx="1"/>
          </p:nvPr>
        </p:nvSpPr>
        <p:spPr>
          <a:xfrm>
            <a:off x="0" y="1500174"/>
            <a:ext cx="9144000" cy="5357825"/>
          </a:xfrm>
        </p:spPr>
        <p:txBody>
          <a:bodyPr>
            <a:normAutofit fontScale="96875" lnSpcReduction="20000"/>
          </a:bodyPr>
          <a:p>
            <a:r>
              <a:rPr dirty="0" lang="en-GB" smtClean="0">
                <a:solidFill>
                  <a:srgbClr val="FFFF00"/>
                </a:solidFill>
              </a:rPr>
              <a:t>Fungi  are eucaryotic, spore bearing protists that lack chlorophyll.</a:t>
            </a:r>
          </a:p>
          <a:p>
            <a:pPr>
              <a:buNone/>
            </a:pPr>
            <a:endParaRPr dirty="0" lang="en-GB" smtClean="0">
              <a:solidFill>
                <a:srgbClr val="FFFF00"/>
              </a:solidFill>
            </a:endParaRPr>
          </a:p>
          <a:p>
            <a:r>
              <a:rPr dirty="0" lang="en-GB" smtClean="0">
                <a:solidFill>
                  <a:srgbClr val="FFFF00"/>
                </a:solidFill>
              </a:rPr>
              <a:t>They generally reproduce sexually and asexually</a:t>
            </a:r>
          </a:p>
          <a:p>
            <a:pPr>
              <a:buNone/>
            </a:pPr>
            <a:endParaRPr dirty="0" lang="en-GB" smtClean="0">
              <a:solidFill>
                <a:srgbClr val="FFFF00"/>
              </a:solidFill>
            </a:endParaRPr>
          </a:p>
          <a:p>
            <a:pPr algn="ctr"/>
            <a:r>
              <a:rPr dirty="0" lang="en-GB" smtClean="0">
                <a:solidFill>
                  <a:srgbClr val="FFFF00"/>
                </a:solidFill>
              </a:rPr>
              <a:t>They comprise ;</a:t>
            </a:r>
          </a:p>
          <a:p>
            <a:pPr algn="ctr">
              <a:buNone/>
            </a:pPr>
            <a:endParaRPr dirty="0" lang="en-GB" smtClean="0">
              <a:solidFill>
                <a:srgbClr val="FFFF00"/>
              </a:solidFill>
            </a:endParaRPr>
          </a:p>
          <a:p>
            <a:r>
              <a:rPr dirty="0" lang="en-GB" smtClean="0">
                <a:solidFill>
                  <a:srgbClr val="FFFF00"/>
                </a:solidFill>
              </a:rPr>
              <a:t>Moulds-which are filamentous and multicellular</a:t>
            </a:r>
          </a:p>
          <a:p>
            <a:pPr>
              <a:buNone/>
            </a:pPr>
            <a:endParaRPr dirty="0" lang="en-GB" smtClean="0">
              <a:solidFill>
                <a:srgbClr val="FFFF00"/>
              </a:solidFill>
            </a:endParaRPr>
          </a:p>
          <a:p>
            <a:r>
              <a:rPr dirty="0" lang="en-GB" smtClean="0">
                <a:solidFill>
                  <a:srgbClr val="FFFF00"/>
                </a:solidFill>
              </a:rPr>
              <a:t>Yeast- which are unicellular.</a:t>
            </a:r>
            <a:endParaRPr dirty="0" lang="en-GB">
              <a:solidFill>
                <a:srgbClr val="FFFF00"/>
              </a:solidFill>
            </a:endParaRPr>
          </a:p>
        </p:txBody>
      </p:sp>
    </p:spTree>
  </p:cSld>
  <p:clrMapOvr>
    <a:masterClrMapping/>
  </p:clrMapOvr>
  <p:timing>
    <p:tnLst>
      <p:par>
        <p:cTn dur="indefinite" id="1" nodeType="tmRoot" restart="never">
          <p:childTnLst>
            <p:seq concurrent="1" nextAc="seek">
              <p:cTn dur="indefinite" id="2" nodeType="mainSeq">
                <p:childTnLst>
                  <p:par>
                    <p:cTn fill="hold" id="3">
                      <p:stCondLst>
                        <p:cond delay="indefinite"/>
                      </p:stCondLst>
                      <p:childTnLst>
                        <p:par>
                          <p:cTn fill="hold" id="4">
                            <p:stCondLst>
                              <p:cond delay="0"/>
                            </p:stCondLst>
                            <p:childTnLst>
                              <p:par>
                                <p:cTn fill="hold" grpId="0" id="5" nodeType="clickEffect" presetClass="entr" presetID="2" presetSubtype="4">
                                  <p:stCondLst>
                                    <p:cond delay="0"/>
                                  </p:stCondLst>
                                  <p:childTnLst>
                                    <p:set>
                                      <p:cBhvr>
                                        <p:cTn dur="1" fill="hold" id="6">
                                          <p:stCondLst>
                                            <p:cond delay="0"/>
                                          </p:stCondLst>
                                        </p:cTn>
                                        <p:tgtEl>
                                          <p:spTgt spid="1048598"/>
                                        </p:tgtEl>
                                        <p:attrNameLst>
                                          <p:attrName>style.visibility</p:attrName>
                                        </p:attrNameLst>
                                      </p:cBhvr>
                                      <p:to>
                                        <p:strVal val="visible"/>
                                      </p:to>
                                    </p:set>
                                    <p:anim calcmode="lin" valueType="num">
                                      <p:cBhvr additive="base">
                                        <p:cTn dur="500" fill="hold" id="7"/>
                                        <p:tgtEl>
                                          <p:spTgt spid="1048598"/>
                                        </p:tgtEl>
                                        <p:attrNameLst>
                                          <p:attrName>ppt_x</p:attrName>
                                        </p:attrNameLst>
                                      </p:cBhvr>
                                      <p:tavLst>
                                        <p:tav tm="0">
                                          <p:val>
                                            <p:strVal val="#ppt_x"/>
                                          </p:val>
                                        </p:tav>
                                        <p:tav tm="100000">
                                          <p:val>
                                            <p:strVal val="#ppt_x"/>
                                          </p:val>
                                        </p:tav>
                                      </p:tavLst>
                                    </p:anim>
                                    <p:anim calcmode="lin" valueType="num">
                                      <p:cBhvr additive="base">
                                        <p:cTn dur="500" fill="hold" id="8"/>
                                        <p:tgtEl>
                                          <p:spTgt spid="1048598"/>
                                        </p:tgtEl>
                                        <p:attrNameLst>
                                          <p:attrName>ppt_y</p:attrName>
                                        </p:attrNameLst>
                                      </p:cBhvr>
                                      <p:tavLst>
                                        <p:tav tm="0">
                                          <p:val>
                                            <p:strVal val="1+#ppt_h/2"/>
                                          </p:val>
                                        </p:tav>
                                        <p:tav tm="100000">
                                          <p:val>
                                            <p:strVal val="#ppt_y"/>
                                          </p:val>
                                        </p:tav>
                                      </p:tavLst>
                                    </p:anim>
                                  </p:childTnLst>
                                </p:cTn>
                              </p:par>
                            </p:childTnLst>
                          </p:cTn>
                        </p:par>
                      </p:childTnLst>
                    </p:cTn>
                  </p:par>
                  <p:par>
                    <p:cTn fill="hold" id="9">
                      <p:stCondLst>
                        <p:cond delay="indefinite"/>
                      </p:stCondLst>
                      <p:childTnLst>
                        <p:par>
                          <p:cTn fill="hold" id="10">
                            <p:stCondLst>
                              <p:cond delay="0"/>
                            </p:stCondLst>
                            <p:childTnLst>
                              <p:par>
                                <p:cTn fill="hold" id="11" nodeType="clickEffect" presetClass="entr" presetID="2" presetSubtype="4">
                                  <p:stCondLst>
                                    <p:cond delay="0"/>
                                  </p:stCondLst>
                                  <p:childTnLst>
                                    <p:set>
                                      <p:cBhvr>
                                        <p:cTn dur="1" fill="hold" id="12">
                                          <p:stCondLst>
                                            <p:cond delay="0"/>
                                          </p:stCondLst>
                                        </p:cTn>
                                        <p:tgtEl>
                                          <p:spTgt spid="1048599">
                                            <p:txEl>
                                              <p:pRg st="0" end="0"/>
                                            </p:txEl>
                                          </p:spTgt>
                                        </p:tgtEl>
                                        <p:attrNameLst>
                                          <p:attrName>style.visibility</p:attrName>
                                        </p:attrNameLst>
                                      </p:cBhvr>
                                      <p:to>
                                        <p:strVal val="visible"/>
                                      </p:to>
                                    </p:set>
                                    <p:anim calcmode="lin" valueType="num">
                                      <p:cBhvr additive="base">
                                        <p:cTn dur="500" fill="hold" id="13"/>
                                        <p:tgtEl>
                                          <p:spTgt spid="1048599">
                                            <p:txEl>
                                              <p:pRg st="0" end="0"/>
                                            </p:txEl>
                                          </p:spTgt>
                                        </p:tgtEl>
                                        <p:attrNameLst>
                                          <p:attrName>ppt_x</p:attrName>
                                        </p:attrNameLst>
                                      </p:cBhvr>
                                      <p:tavLst>
                                        <p:tav tm="0">
                                          <p:val>
                                            <p:strVal val="#ppt_x"/>
                                          </p:val>
                                        </p:tav>
                                        <p:tav tm="100000">
                                          <p:val>
                                            <p:strVal val="#ppt_x"/>
                                          </p:val>
                                        </p:tav>
                                      </p:tavLst>
                                    </p:anim>
                                    <p:anim calcmode="lin" valueType="num">
                                      <p:cBhvr additive="base">
                                        <p:cTn dur="500" fill="hold" id="14"/>
                                        <p:tgtEl>
                                          <p:spTgt spid="1048599">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fill="hold" id="15">
                      <p:stCondLst>
                        <p:cond delay="indefinite"/>
                      </p:stCondLst>
                      <p:childTnLst>
                        <p:par>
                          <p:cTn fill="hold" id="16">
                            <p:stCondLst>
                              <p:cond delay="0"/>
                            </p:stCondLst>
                            <p:childTnLst>
                              <p:par>
                                <p:cTn fill="hold" id="17" nodeType="clickEffect" presetClass="entr" presetID="2" presetSubtype="4">
                                  <p:stCondLst>
                                    <p:cond delay="0"/>
                                  </p:stCondLst>
                                  <p:childTnLst>
                                    <p:set>
                                      <p:cBhvr>
                                        <p:cTn dur="1" fill="hold" id="18">
                                          <p:stCondLst>
                                            <p:cond delay="0"/>
                                          </p:stCondLst>
                                        </p:cTn>
                                        <p:tgtEl>
                                          <p:spTgt spid="1048599">
                                            <p:txEl>
                                              <p:pRg st="2" end="2"/>
                                            </p:txEl>
                                          </p:spTgt>
                                        </p:tgtEl>
                                        <p:attrNameLst>
                                          <p:attrName>style.visibility</p:attrName>
                                        </p:attrNameLst>
                                      </p:cBhvr>
                                      <p:to>
                                        <p:strVal val="visible"/>
                                      </p:to>
                                    </p:set>
                                    <p:anim calcmode="lin" valueType="num">
                                      <p:cBhvr additive="base">
                                        <p:cTn dur="500" fill="hold" id="19"/>
                                        <p:tgtEl>
                                          <p:spTgt spid="1048599">
                                            <p:txEl>
                                              <p:pRg st="2" end="2"/>
                                            </p:txEl>
                                          </p:spTgt>
                                        </p:tgtEl>
                                        <p:attrNameLst>
                                          <p:attrName>ppt_x</p:attrName>
                                        </p:attrNameLst>
                                      </p:cBhvr>
                                      <p:tavLst>
                                        <p:tav tm="0">
                                          <p:val>
                                            <p:strVal val="#ppt_x"/>
                                          </p:val>
                                        </p:tav>
                                        <p:tav tm="100000">
                                          <p:val>
                                            <p:strVal val="#ppt_x"/>
                                          </p:val>
                                        </p:tav>
                                      </p:tavLst>
                                    </p:anim>
                                    <p:anim calcmode="lin" valueType="num">
                                      <p:cBhvr additive="base">
                                        <p:cTn dur="500" fill="hold" id="20"/>
                                        <p:tgtEl>
                                          <p:spTgt spid="1048599">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fill="hold" id="21">
                      <p:stCondLst>
                        <p:cond delay="indefinite"/>
                      </p:stCondLst>
                      <p:childTnLst>
                        <p:par>
                          <p:cTn fill="hold" id="22">
                            <p:stCondLst>
                              <p:cond delay="0"/>
                            </p:stCondLst>
                            <p:childTnLst>
                              <p:par>
                                <p:cTn fill="hold" id="23" nodeType="clickEffect" presetClass="entr" presetID="2" presetSubtype="4">
                                  <p:stCondLst>
                                    <p:cond delay="0"/>
                                  </p:stCondLst>
                                  <p:childTnLst>
                                    <p:set>
                                      <p:cBhvr>
                                        <p:cTn dur="1" fill="hold" id="24">
                                          <p:stCondLst>
                                            <p:cond delay="0"/>
                                          </p:stCondLst>
                                        </p:cTn>
                                        <p:tgtEl>
                                          <p:spTgt spid="1048599">
                                            <p:txEl>
                                              <p:pRg st="4" end="4"/>
                                            </p:txEl>
                                          </p:spTgt>
                                        </p:tgtEl>
                                        <p:attrNameLst>
                                          <p:attrName>style.visibility</p:attrName>
                                        </p:attrNameLst>
                                      </p:cBhvr>
                                      <p:to>
                                        <p:strVal val="visible"/>
                                      </p:to>
                                    </p:set>
                                    <p:anim calcmode="lin" valueType="num">
                                      <p:cBhvr additive="base">
                                        <p:cTn dur="500" fill="hold" id="25"/>
                                        <p:tgtEl>
                                          <p:spTgt spid="1048599">
                                            <p:txEl>
                                              <p:pRg st="4" end="4"/>
                                            </p:txEl>
                                          </p:spTgt>
                                        </p:tgtEl>
                                        <p:attrNameLst>
                                          <p:attrName>ppt_x</p:attrName>
                                        </p:attrNameLst>
                                      </p:cBhvr>
                                      <p:tavLst>
                                        <p:tav tm="0">
                                          <p:val>
                                            <p:strVal val="#ppt_x"/>
                                          </p:val>
                                        </p:tav>
                                        <p:tav tm="100000">
                                          <p:val>
                                            <p:strVal val="#ppt_x"/>
                                          </p:val>
                                        </p:tav>
                                      </p:tavLst>
                                    </p:anim>
                                    <p:anim calcmode="lin" valueType="num">
                                      <p:cBhvr additive="base">
                                        <p:cTn dur="500" fill="hold" id="26"/>
                                        <p:tgtEl>
                                          <p:spTgt spid="1048599">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fill="hold" id="27">
                      <p:stCondLst>
                        <p:cond delay="indefinite"/>
                      </p:stCondLst>
                      <p:childTnLst>
                        <p:par>
                          <p:cTn fill="hold" id="28">
                            <p:stCondLst>
                              <p:cond delay="0"/>
                            </p:stCondLst>
                            <p:childTnLst>
                              <p:par>
                                <p:cTn fill="hold" id="29" nodeType="clickEffect" presetClass="entr" presetID="2" presetSubtype="4">
                                  <p:stCondLst>
                                    <p:cond delay="0"/>
                                  </p:stCondLst>
                                  <p:childTnLst>
                                    <p:set>
                                      <p:cBhvr>
                                        <p:cTn dur="1" fill="hold" id="30">
                                          <p:stCondLst>
                                            <p:cond delay="0"/>
                                          </p:stCondLst>
                                        </p:cTn>
                                        <p:tgtEl>
                                          <p:spTgt spid="1048599">
                                            <p:txEl>
                                              <p:pRg st="6" end="6"/>
                                            </p:txEl>
                                          </p:spTgt>
                                        </p:tgtEl>
                                        <p:attrNameLst>
                                          <p:attrName>style.visibility</p:attrName>
                                        </p:attrNameLst>
                                      </p:cBhvr>
                                      <p:to>
                                        <p:strVal val="visible"/>
                                      </p:to>
                                    </p:set>
                                    <p:anim calcmode="lin" valueType="num">
                                      <p:cBhvr additive="base">
                                        <p:cTn dur="500" fill="hold" id="31"/>
                                        <p:tgtEl>
                                          <p:spTgt spid="1048599">
                                            <p:txEl>
                                              <p:pRg st="6" end="6"/>
                                            </p:txEl>
                                          </p:spTgt>
                                        </p:tgtEl>
                                        <p:attrNameLst>
                                          <p:attrName>ppt_x</p:attrName>
                                        </p:attrNameLst>
                                      </p:cBhvr>
                                      <p:tavLst>
                                        <p:tav tm="0">
                                          <p:val>
                                            <p:strVal val="#ppt_x"/>
                                          </p:val>
                                        </p:tav>
                                        <p:tav tm="100000">
                                          <p:val>
                                            <p:strVal val="#ppt_x"/>
                                          </p:val>
                                        </p:tav>
                                      </p:tavLst>
                                    </p:anim>
                                    <p:anim calcmode="lin" valueType="num">
                                      <p:cBhvr additive="base">
                                        <p:cTn dur="500" fill="hold" id="32"/>
                                        <p:tgtEl>
                                          <p:spTgt spid="1048599">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fill="hold" id="33">
                      <p:stCondLst>
                        <p:cond delay="indefinite"/>
                      </p:stCondLst>
                      <p:childTnLst>
                        <p:par>
                          <p:cTn fill="hold" id="34">
                            <p:stCondLst>
                              <p:cond delay="0"/>
                            </p:stCondLst>
                            <p:childTnLst>
                              <p:par>
                                <p:cTn fill="hold" id="35" nodeType="clickEffect" presetClass="entr" presetID="2" presetSubtype="4">
                                  <p:stCondLst>
                                    <p:cond delay="0"/>
                                  </p:stCondLst>
                                  <p:childTnLst>
                                    <p:set>
                                      <p:cBhvr>
                                        <p:cTn dur="1" fill="hold" id="36">
                                          <p:stCondLst>
                                            <p:cond delay="0"/>
                                          </p:stCondLst>
                                        </p:cTn>
                                        <p:tgtEl>
                                          <p:spTgt spid="1048599">
                                            <p:txEl>
                                              <p:pRg st="8" end="8"/>
                                            </p:txEl>
                                          </p:spTgt>
                                        </p:tgtEl>
                                        <p:attrNameLst>
                                          <p:attrName>style.visibility</p:attrName>
                                        </p:attrNameLst>
                                      </p:cBhvr>
                                      <p:to>
                                        <p:strVal val="visible"/>
                                      </p:to>
                                    </p:set>
                                    <p:anim calcmode="lin" valueType="num">
                                      <p:cBhvr additive="base">
                                        <p:cTn dur="500" fill="hold" id="37"/>
                                        <p:tgtEl>
                                          <p:spTgt spid="1048599">
                                            <p:txEl>
                                              <p:pRg st="8" end="8"/>
                                            </p:txEl>
                                          </p:spTgt>
                                        </p:tgtEl>
                                        <p:attrNameLst>
                                          <p:attrName>ppt_x</p:attrName>
                                        </p:attrNameLst>
                                      </p:cBhvr>
                                      <p:tavLst>
                                        <p:tav tm="0">
                                          <p:val>
                                            <p:strVal val="#ppt_x"/>
                                          </p:val>
                                        </p:tav>
                                        <p:tav tm="100000">
                                          <p:val>
                                            <p:strVal val="#ppt_x"/>
                                          </p:val>
                                        </p:tav>
                                      </p:tavLst>
                                    </p:anim>
                                    <p:anim calcmode="lin" valueType="num">
                                      <p:cBhvr additive="base">
                                        <p:cTn dur="500" fill="hold" id="38"/>
                                        <p:tgtEl>
                                          <p:spTgt spid="1048599">
                                            <p:txEl>
                                              <p:pRg st="8" end="8"/>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48598"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42" name=""/>
        <p:cNvGrpSpPr/>
        <p:nvPr/>
      </p:nvGrpSpPr>
      <p:grpSpPr>
        <a:xfrm>
          <a:off x="0" y="0"/>
          <a:ext cx="0" cy="0"/>
          <a:chOff x="0" y="0"/>
          <a:chExt cx="0" cy="0"/>
        </a:xfrm>
      </p:grpSpPr>
      <p:sp>
        <p:nvSpPr>
          <p:cNvPr id="1048588" name="Title 1"/>
          <p:cNvSpPr>
            <a:spLocks noGrp="1"/>
          </p:cNvSpPr>
          <p:nvPr>
            <p:ph type="title"/>
          </p:nvPr>
        </p:nvSpPr>
        <p:spPr>
          <a:xfrm>
            <a:off x="0" y="0"/>
            <a:ext cx="9144000" cy="1408176"/>
          </a:xfrm>
        </p:spPr>
        <p:txBody>
          <a:bodyPr>
            <a:normAutofit/>
          </a:bodyPr>
          <a:p>
            <a:pPr algn="ctr"/>
            <a:r>
              <a:rPr dirty="0" sz="5400" lang="en-GB" smtClean="0"/>
              <a:t>Characteristics of Fungi</a:t>
            </a:r>
            <a:endParaRPr dirty="0" sz="5400" lang="en-GB"/>
          </a:p>
        </p:txBody>
      </p:sp>
      <p:sp>
        <p:nvSpPr>
          <p:cNvPr id="1048589" name="Content Placeholder 2"/>
          <p:cNvSpPr>
            <a:spLocks noGrp="1"/>
          </p:cNvSpPr>
          <p:nvPr>
            <p:ph idx="1"/>
          </p:nvPr>
        </p:nvSpPr>
        <p:spPr>
          <a:xfrm>
            <a:off x="0" y="1571612"/>
            <a:ext cx="9144000" cy="5286387"/>
          </a:xfrm>
        </p:spPr>
        <p:txBody>
          <a:bodyPr>
            <a:normAutofit fontScale="96875" lnSpcReduction="20000"/>
          </a:bodyPr>
          <a:p>
            <a:r>
              <a:rPr dirty="0" lang="en-GB" smtClean="0">
                <a:solidFill>
                  <a:srgbClr val="FFFF00"/>
                </a:solidFill>
              </a:rPr>
              <a:t>They are typically filamentous</a:t>
            </a:r>
          </a:p>
          <a:p>
            <a:r>
              <a:rPr dirty="0" lang="en-GB" smtClean="0">
                <a:solidFill>
                  <a:srgbClr val="FFFF00"/>
                </a:solidFill>
              </a:rPr>
              <a:t>They exhibit apical growth i.e. grow only at the tips</a:t>
            </a:r>
          </a:p>
          <a:p>
            <a:r>
              <a:rPr dirty="0" lang="en-GB" smtClean="0">
                <a:solidFill>
                  <a:srgbClr val="FFFF00"/>
                </a:solidFill>
              </a:rPr>
              <a:t>They are heterotrophs (no chlorophyll)</a:t>
            </a:r>
          </a:p>
          <a:p>
            <a:r>
              <a:rPr dirty="0" lang="en-GB" smtClean="0">
                <a:solidFill>
                  <a:srgbClr val="FFFF00"/>
                </a:solidFill>
              </a:rPr>
              <a:t>They reproduce by means of spore usually wind disseminated</a:t>
            </a:r>
          </a:p>
          <a:p>
            <a:r>
              <a:rPr dirty="0" lang="en-GB" smtClean="0">
                <a:solidFill>
                  <a:srgbClr val="FFFF00"/>
                </a:solidFill>
              </a:rPr>
              <a:t>Both sexual (meiotic) and asexual (mitotic) spores may be produced depending on the species and condition</a:t>
            </a:r>
          </a:p>
          <a:p>
            <a:r>
              <a:rPr dirty="0" lang="en-GB" smtClean="0">
                <a:solidFill>
                  <a:srgbClr val="FFFF00"/>
                </a:solidFill>
              </a:rPr>
              <a:t>They are typically non motile but a few have a motile phase (chytrids)</a:t>
            </a:r>
          </a:p>
          <a:p>
            <a:endParaRPr dirty="0" lang="en-GB">
              <a:solidFill>
                <a:srgbClr val="FFFF00"/>
              </a:solidFill>
            </a:endParaRPr>
          </a:p>
        </p:txBody>
      </p:sp>
    </p:spTree>
  </p:cSld>
  <p:clrMapOvr>
    <a:masterClrMapping/>
  </p:clrMapOvr>
  <p:timing>
    <p:tnLst>
      <p:par>
        <p:cTn dur="indefinite" id="1" nodeType="tmRoot" restart="never">
          <p:childTnLst>
            <p:seq concurrent="1" nextAc="seek">
              <p:cTn dur="indefinite" id="2" nodeType="mainSeq">
                <p:childTnLst>
                  <p:par>
                    <p:cTn fill="hold" id="3">
                      <p:stCondLst>
                        <p:cond delay="indefinite"/>
                      </p:stCondLst>
                      <p:childTnLst>
                        <p:par>
                          <p:cTn fill="hold" id="4">
                            <p:stCondLst>
                              <p:cond delay="0"/>
                            </p:stCondLst>
                            <p:childTnLst>
                              <p:par>
                                <p:cTn fill="hold" id="5" nodeType="clickEffect" presetClass="entr" presetID="2" presetSubtype="4">
                                  <p:stCondLst>
                                    <p:cond delay="0"/>
                                  </p:stCondLst>
                                  <p:childTnLst>
                                    <p:set>
                                      <p:cBhvr>
                                        <p:cTn dur="1" fill="hold" id="6">
                                          <p:stCondLst>
                                            <p:cond delay="0"/>
                                          </p:stCondLst>
                                        </p:cTn>
                                        <p:tgtEl>
                                          <p:spTgt spid="1048589">
                                            <p:txEl>
                                              <p:pRg st="0" end="0"/>
                                            </p:txEl>
                                          </p:spTgt>
                                        </p:tgtEl>
                                        <p:attrNameLst>
                                          <p:attrName>style.visibility</p:attrName>
                                        </p:attrNameLst>
                                      </p:cBhvr>
                                      <p:to>
                                        <p:strVal val="visible"/>
                                      </p:to>
                                    </p:set>
                                    <p:anim calcmode="lin" valueType="num">
                                      <p:cBhvr additive="base">
                                        <p:cTn dur="500" fill="hold" id="7"/>
                                        <p:tgtEl>
                                          <p:spTgt spid="1048589">
                                            <p:txEl>
                                              <p:pRg st="0" end="0"/>
                                            </p:txEl>
                                          </p:spTgt>
                                        </p:tgtEl>
                                        <p:attrNameLst>
                                          <p:attrName>ppt_x</p:attrName>
                                        </p:attrNameLst>
                                      </p:cBhvr>
                                      <p:tavLst>
                                        <p:tav tm="0">
                                          <p:val>
                                            <p:strVal val="#ppt_x"/>
                                          </p:val>
                                        </p:tav>
                                        <p:tav tm="100000">
                                          <p:val>
                                            <p:strVal val="#ppt_x"/>
                                          </p:val>
                                        </p:tav>
                                      </p:tavLst>
                                    </p:anim>
                                    <p:anim calcmode="lin" valueType="num">
                                      <p:cBhvr additive="base">
                                        <p:cTn dur="500" fill="hold" id="8"/>
                                        <p:tgtEl>
                                          <p:spTgt spid="1048589">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fill="hold" id="9">
                      <p:stCondLst>
                        <p:cond delay="indefinite"/>
                      </p:stCondLst>
                      <p:childTnLst>
                        <p:par>
                          <p:cTn fill="hold" id="10">
                            <p:stCondLst>
                              <p:cond delay="0"/>
                            </p:stCondLst>
                            <p:childTnLst>
                              <p:par>
                                <p:cTn fill="hold" id="11" nodeType="clickEffect" presetClass="entr" presetID="2" presetSubtype="4">
                                  <p:stCondLst>
                                    <p:cond delay="0"/>
                                  </p:stCondLst>
                                  <p:childTnLst>
                                    <p:set>
                                      <p:cBhvr>
                                        <p:cTn dur="1" fill="hold" id="12">
                                          <p:stCondLst>
                                            <p:cond delay="0"/>
                                          </p:stCondLst>
                                        </p:cTn>
                                        <p:tgtEl>
                                          <p:spTgt spid="1048589">
                                            <p:txEl>
                                              <p:pRg st="1" end="1"/>
                                            </p:txEl>
                                          </p:spTgt>
                                        </p:tgtEl>
                                        <p:attrNameLst>
                                          <p:attrName>style.visibility</p:attrName>
                                        </p:attrNameLst>
                                      </p:cBhvr>
                                      <p:to>
                                        <p:strVal val="visible"/>
                                      </p:to>
                                    </p:set>
                                    <p:anim calcmode="lin" valueType="num">
                                      <p:cBhvr additive="base">
                                        <p:cTn dur="500" fill="hold" id="13"/>
                                        <p:tgtEl>
                                          <p:spTgt spid="1048589">
                                            <p:txEl>
                                              <p:pRg st="1" end="1"/>
                                            </p:txEl>
                                          </p:spTgt>
                                        </p:tgtEl>
                                        <p:attrNameLst>
                                          <p:attrName>ppt_x</p:attrName>
                                        </p:attrNameLst>
                                      </p:cBhvr>
                                      <p:tavLst>
                                        <p:tav tm="0">
                                          <p:val>
                                            <p:strVal val="#ppt_x"/>
                                          </p:val>
                                        </p:tav>
                                        <p:tav tm="100000">
                                          <p:val>
                                            <p:strVal val="#ppt_x"/>
                                          </p:val>
                                        </p:tav>
                                      </p:tavLst>
                                    </p:anim>
                                    <p:anim calcmode="lin" valueType="num">
                                      <p:cBhvr additive="base">
                                        <p:cTn dur="500" fill="hold" id="14"/>
                                        <p:tgtEl>
                                          <p:spTgt spid="1048589">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fill="hold" id="15">
                      <p:stCondLst>
                        <p:cond delay="indefinite"/>
                      </p:stCondLst>
                      <p:childTnLst>
                        <p:par>
                          <p:cTn fill="hold" id="16">
                            <p:stCondLst>
                              <p:cond delay="0"/>
                            </p:stCondLst>
                            <p:childTnLst>
                              <p:par>
                                <p:cTn fill="hold" id="17" nodeType="clickEffect" presetClass="entr" presetID="2" presetSubtype="4">
                                  <p:stCondLst>
                                    <p:cond delay="0"/>
                                  </p:stCondLst>
                                  <p:childTnLst>
                                    <p:set>
                                      <p:cBhvr>
                                        <p:cTn dur="1" fill="hold" id="18">
                                          <p:stCondLst>
                                            <p:cond delay="0"/>
                                          </p:stCondLst>
                                        </p:cTn>
                                        <p:tgtEl>
                                          <p:spTgt spid="1048589">
                                            <p:txEl>
                                              <p:pRg st="2" end="2"/>
                                            </p:txEl>
                                          </p:spTgt>
                                        </p:tgtEl>
                                        <p:attrNameLst>
                                          <p:attrName>style.visibility</p:attrName>
                                        </p:attrNameLst>
                                      </p:cBhvr>
                                      <p:to>
                                        <p:strVal val="visible"/>
                                      </p:to>
                                    </p:set>
                                    <p:anim calcmode="lin" valueType="num">
                                      <p:cBhvr additive="base">
                                        <p:cTn dur="500" fill="hold" id="19"/>
                                        <p:tgtEl>
                                          <p:spTgt spid="1048589">
                                            <p:txEl>
                                              <p:pRg st="2" end="2"/>
                                            </p:txEl>
                                          </p:spTgt>
                                        </p:tgtEl>
                                        <p:attrNameLst>
                                          <p:attrName>ppt_x</p:attrName>
                                        </p:attrNameLst>
                                      </p:cBhvr>
                                      <p:tavLst>
                                        <p:tav tm="0">
                                          <p:val>
                                            <p:strVal val="#ppt_x"/>
                                          </p:val>
                                        </p:tav>
                                        <p:tav tm="100000">
                                          <p:val>
                                            <p:strVal val="#ppt_x"/>
                                          </p:val>
                                        </p:tav>
                                      </p:tavLst>
                                    </p:anim>
                                    <p:anim calcmode="lin" valueType="num">
                                      <p:cBhvr additive="base">
                                        <p:cTn dur="500" fill="hold" id="20"/>
                                        <p:tgtEl>
                                          <p:spTgt spid="1048589">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fill="hold" id="21">
                      <p:stCondLst>
                        <p:cond delay="indefinite"/>
                      </p:stCondLst>
                      <p:childTnLst>
                        <p:par>
                          <p:cTn fill="hold" id="22">
                            <p:stCondLst>
                              <p:cond delay="0"/>
                            </p:stCondLst>
                            <p:childTnLst>
                              <p:par>
                                <p:cTn fill="hold" id="23" nodeType="clickEffect" presetClass="entr" presetID="2" presetSubtype="4">
                                  <p:stCondLst>
                                    <p:cond delay="0"/>
                                  </p:stCondLst>
                                  <p:childTnLst>
                                    <p:set>
                                      <p:cBhvr>
                                        <p:cTn dur="1" fill="hold" id="24">
                                          <p:stCondLst>
                                            <p:cond delay="0"/>
                                          </p:stCondLst>
                                        </p:cTn>
                                        <p:tgtEl>
                                          <p:spTgt spid="1048589">
                                            <p:txEl>
                                              <p:pRg st="3" end="3"/>
                                            </p:txEl>
                                          </p:spTgt>
                                        </p:tgtEl>
                                        <p:attrNameLst>
                                          <p:attrName>style.visibility</p:attrName>
                                        </p:attrNameLst>
                                      </p:cBhvr>
                                      <p:to>
                                        <p:strVal val="visible"/>
                                      </p:to>
                                    </p:set>
                                    <p:anim calcmode="lin" valueType="num">
                                      <p:cBhvr additive="base">
                                        <p:cTn dur="500" fill="hold" id="25"/>
                                        <p:tgtEl>
                                          <p:spTgt spid="1048589">
                                            <p:txEl>
                                              <p:pRg st="3" end="3"/>
                                            </p:txEl>
                                          </p:spTgt>
                                        </p:tgtEl>
                                        <p:attrNameLst>
                                          <p:attrName>ppt_x</p:attrName>
                                        </p:attrNameLst>
                                      </p:cBhvr>
                                      <p:tavLst>
                                        <p:tav tm="0">
                                          <p:val>
                                            <p:strVal val="#ppt_x"/>
                                          </p:val>
                                        </p:tav>
                                        <p:tav tm="100000">
                                          <p:val>
                                            <p:strVal val="#ppt_x"/>
                                          </p:val>
                                        </p:tav>
                                      </p:tavLst>
                                    </p:anim>
                                    <p:anim calcmode="lin" valueType="num">
                                      <p:cBhvr additive="base">
                                        <p:cTn dur="500" fill="hold" id="26"/>
                                        <p:tgtEl>
                                          <p:spTgt spid="1048589">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fill="hold" id="27">
                      <p:stCondLst>
                        <p:cond delay="indefinite"/>
                      </p:stCondLst>
                      <p:childTnLst>
                        <p:par>
                          <p:cTn fill="hold" id="28">
                            <p:stCondLst>
                              <p:cond delay="0"/>
                            </p:stCondLst>
                            <p:childTnLst>
                              <p:par>
                                <p:cTn fill="hold" id="29" nodeType="clickEffect" presetClass="entr" presetID="2" presetSubtype="4">
                                  <p:stCondLst>
                                    <p:cond delay="0"/>
                                  </p:stCondLst>
                                  <p:childTnLst>
                                    <p:set>
                                      <p:cBhvr>
                                        <p:cTn dur="1" fill="hold" id="30">
                                          <p:stCondLst>
                                            <p:cond delay="0"/>
                                          </p:stCondLst>
                                        </p:cTn>
                                        <p:tgtEl>
                                          <p:spTgt spid="1048589">
                                            <p:txEl>
                                              <p:pRg st="4" end="4"/>
                                            </p:txEl>
                                          </p:spTgt>
                                        </p:tgtEl>
                                        <p:attrNameLst>
                                          <p:attrName>style.visibility</p:attrName>
                                        </p:attrNameLst>
                                      </p:cBhvr>
                                      <p:to>
                                        <p:strVal val="visible"/>
                                      </p:to>
                                    </p:set>
                                    <p:anim calcmode="lin" valueType="num">
                                      <p:cBhvr additive="base">
                                        <p:cTn dur="500" fill="hold" id="31"/>
                                        <p:tgtEl>
                                          <p:spTgt spid="1048589">
                                            <p:txEl>
                                              <p:pRg st="4" end="4"/>
                                            </p:txEl>
                                          </p:spTgt>
                                        </p:tgtEl>
                                        <p:attrNameLst>
                                          <p:attrName>ppt_x</p:attrName>
                                        </p:attrNameLst>
                                      </p:cBhvr>
                                      <p:tavLst>
                                        <p:tav tm="0">
                                          <p:val>
                                            <p:strVal val="#ppt_x"/>
                                          </p:val>
                                        </p:tav>
                                        <p:tav tm="100000">
                                          <p:val>
                                            <p:strVal val="#ppt_x"/>
                                          </p:val>
                                        </p:tav>
                                      </p:tavLst>
                                    </p:anim>
                                    <p:anim calcmode="lin" valueType="num">
                                      <p:cBhvr additive="base">
                                        <p:cTn dur="500" fill="hold" id="32"/>
                                        <p:tgtEl>
                                          <p:spTgt spid="1048589">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fill="hold" id="33">
                      <p:stCondLst>
                        <p:cond delay="indefinite"/>
                      </p:stCondLst>
                      <p:childTnLst>
                        <p:par>
                          <p:cTn fill="hold" id="34">
                            <p:stCondLst>
                              <p:cond delay="0"/>
                            </p:stCondLst>
                            <p:childTnLst>
                              <p:par>
                                <p:cTn fill="hold" id="35" nodeType="clickEffect" presetClass="entr" presetID="2" presetSubtype="4">
                                  <p:stCondLst>
                                    <p:cond delay="0"/>
                                  </p:stCondLst>
                                  <p:childTnLst>
                                    <p:set>
                                      <p:cBhvr>
                                        <p:cTn dur="1" fill="hold" id="36">
                                          <p:stCondLst>
                                            <p:cond delay="0"/>
                                          </p:stCondLst>
                                        </p:cTn>
                                        <p:tgtEl>
                                          <p:spTgt spid="1048589">
                                            <p:txEl>
                                              <p:pRg st="5" end="5"/>
                                            </p:txEl>
                                          </p:spTgt>
                                        </p:tgtEl>
                                        <p:attrNameLst>
                                          <p:attrName>style.visibility</p:attrName>
                                        </p:attrNameLst>
                                      </p:cBhvr>
                                      <p:to>
                                        <p:strVal val="visible"/>
                                      </p:to>
                                    </p:set>
                                    <p:anim calcmode="lin" valueType="num">
                                      <p:cBhvr additive="base">
                                        <p:cTn dur="500" fill="hold" id="37"/>
                                        <p:tgtEl>
                                          <p:spTgt spid="1048589">
                                            <p:txEl>
                                              <p:pRg st="5" end="5"/>
                                            </p:txEl>
                                          </p:spTgt>
                                        </p:tgtEl>
                                        <p:attrNameLst>
                                          <p:attrName>ppt_x</p:attrName>
                                        </p:attrNameLst>
                                      </p:cBhvr>
                                      <p:tavLst>
                                        <p:tav tm="0">
                                          <p:val>
                                            <p:strVal val="#ppt_x"/>
                                          </p:val>
                                        </p:tav>
                                        <p:tav tm="100000">
                                          <p:val>
                                            <p:strVal val="#ppt_x"/>
                                          </p:val>
                                        </p:tav>
                                      </p:tavLst>
                                    </p:anim>
                                    <p:anim calcmode="lin" valueType="num">
                                      <p:cBhvr additive="base">
                                        <p:cTn dur="500" fill="hold" id="38"/>
                                        <p:tgtEl>
                                          <p:spTgt spid="1048589">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84" name=""/>
        <p:cNvGrpSpPr/>
        <p:nvPr/>
      </p:nvGrpSpPr>
      <p:grpSpPr>
        <a:xfrm>
          <a:off x="0" y="0"/>
          <a:ext cx="0" cy="0"/>
          <a:chOff x="0" y="0"/>
          <a:chExt cx="0" cy="0"/>
        </a:xfrm>
      </p:grpSpPr>
      <p:sp>
        <p:nvSpPr>
          <p:cNvPr id="1048593" name="Title 1"/>
          <p:cNvSpPr>
            <a:spLocks noGrp="1"/>
          </p:cNvSpPr>
          <p:nvPr>
            <p:ph type="title"/>
          </p:nvPr>
        </p:nvSpPr>
        <p:spPr>
          <a:xfrm>
            <a:off x="0" y="0"/>
            <a:ext cx="9144000" cy="1408176"/>
          </a:xfrm>
        </p:spPr>
        <p:txBody>
          <a:bodyPr>
            <a:normAutofit/>
          </a:bodyPr>
          <a:p>
            <a:pPr algn="ctr"/>
            <a:r>
              <a:rPr dirty="0" sz="6000" lang="en-GB" smtClean="0"/>
              <a:t>Structure of Fungi</a:t>
            </a:r>
            <a:endParaRPr dirty="0" sz="6000" lang="en-GB"/>
          </a:p>
        </p:txBody>
      </p:sp>
      <p:sp>
        <p:nvSpPr>
          <p:cNvPr id="1048594" name="Content Placeholder 2"/>
          <p:cNvSpPr>
            <a:spLocks noGrp="1"/>
          </p:cNvSpPr>
          <p:nvPr>
            <p:ph idx="1"/>
          </p:nvPr>
        </p:nvSpPr>
        <p:spPr>
          <a:xfrm>
            <a:off x="0" y="1500174"/>
            <a:ext cx="9144000" cy="5357825"/>
          </a:xfrm>
        </p:spPr>
        <p:txBody>
          <a:bodyPr>
            <a:normAutofit fontScale="96875" lnSpcReduction="10000"/>
          </a:bodyPr>
          <a:p>
            <a:r>
              <a:rPr dirty="0" lang="en-GB" smtClean="0">
                <a:solidFill>
                  <a:srgbClr val="FFFF00"/>
                </a:solidFill>
              </a:rPr>
              <a:t>Multicellular fungi are composed of filaments called </a:t>
            </a:r>
            <a:r>
              <a:rPr b="1" dirty="0" i="1" lang="en-GB" smtClean="0">
                <a:solidFill>
                  <a:srgbClr val="FFFF00"/>
                </a:solidFill>
              </a:rPr>
              <a:t>hyphae</a:t>
            </a:r>
            <a:r>
              <a:rPr dirty="0" lang="en-GB" smtClean="0">
                <a:solidFill>
                  <a:srgbClr val="FFFF00"/>
                </a:solidFill>
              </a:rPr>
              <a:t> (singular</a:t>
            </a:r>
            <a:r>
              <a:rPr b="1" dirty="0" lang="en-GB" smtClean="0">
                <a:solidFill>
                  <a:srgbClr val="FFFF00"/>
                </a:solidFill>
              </a:rPr>
              <a:t>: hypha</a:t>
            </a:r>
            <a:r>
              <a:rPr dirty="0" lang="en-GB" smtClean="0">
                <a:solidFill>
                  <a:srgbClr val="FFFF00"/>
                </a:solidFill>
              </a:rPr>
              <a:t>).</a:t>
            </a:r>
          </a:p>
          <a:p>
            <a:r>
              <a:rPr dirty="0" lang="en-GB" smtClean="0">
                <a:solidFill>
                  <a:srgbClr val="FFFF00"/>
                </a:solidFill>
              </a:rPr>
              <a:t>Hyphae may contain internal crosswalls, called </a:t>
            </a:r>
            <a:r>
              <a:rPr b="1" dirty="0" i="1" lang="en-GB" smtClean="0">
                <a:solidFill>
                  <a:srgbClr val="FFFF00"/>
                </a:solidFill>
              </a:rPr>
              <a:t>septa</a:t>
            </a:r>
            <a:r>
              <a:rPr dirty="0" lang="en-GB" smtClean="0">
                <a:solidFill>
                  <a:srgbClr val="FFFF00"/>
                </a:solidFill>
              </a:rPr>
              <a:t>, that divide the hyphae into separate cells.  </a:t>
            </a:r>
          </a:p>
          <a:p>
            <a:r>
              <a:rPr dirty="0" lang="en-GB" smtClean="0">
                <a:solidFill>
                  <a:srgbClr val="FFFF00"/>
                </a:solidFill>
              </a:rPr>
              <a:t>The hyphae may be branched. A  mass of hyphae that is not a reproductive structure is called a </a:t>
            </a:r>
            <a:r>
              <a:rPr b="1" dirty="0" i="1" lang="en-GB" smtClean="0">
                <a:solidFill>
                  <a:srgbClr val="FFFF00"/>
                </a:solidFill>
              </a:rPr>
              <a:t>mycelium</a:t>
            </a:r>
            <a:r>
              <a:rPr dirty="0" lang="en-GB" smtClean="0">
                <a:solidFill>
                  <a:srgbClr val="FFFF00"/>
                </a:solidFill>
              </a:rPr>
              <a:t>.</a:t>
            </a:r>
          </a:p>
          <a:p>
            <a:r>
              <a:rPr dirty="0" lang="en-GB" smtClean="0">
                <a:solidFill>
                  <a:srgbClr val="FFFF00"/>
                </a:solidFill>
              </a:rPr>
              <a:t>The  cell walls of fungi are composed of </a:t>
            </a:r>
            <a:r>
              <a:rPr b="1" dirty="0" lang="en-GB" smtClean="0">
                <a:solidFill>
                  <a:srgbClr val="FFFF00"/>
                </a:solidFill>
              </a:rPr>
              <a:t>chitin</a:t>
            </a:r>
            <a:r>
              <a:rPr dirty="0" lang="en-GB" smtClean="0">
                <a:solidFill>
                  <a:srgbClr val="FFFF00"/>
                </a:solidFill>
              </a:rPr>
              <a:t>, which is what arthropod (insects, crayfish, etc.) exoskeletons are composed of.</a:t>
            </a:r>
          </a:p>
          <a:p>
            <a:endParaRPr dirty="0" lang="en-GB" smtClean="0">
              <a:solidFill>
                <a:srgbClr val="FFFF00"/>
              </a:solidFill>
            </a:endParaRPr>
          </a:p>
          <a:p>
            <a:endParaRPr dirty="0" lang="en-GB"/>
          </a:p>
        </p:txBody>
      </p:sp>
    </p:spTree>
  </p:cSld>
  <p:clrMapOvr>
    <a:masterClrMapping/>
  </p:clrMapOvr>
  <p:timing>
    <p:tnLst>
      <p:par>
        <p:cTn dur="indefinite" id="1" nodeType="tmRoot" restart="never">
          <p:childTnLst>
            <p:seq concurrent="1" nextAc="seek">
              <p:cTn dur="indefinite" id="2" nodeType="mainSeq">
                <p:childTnLst>
                  <p:par>
                    <p:cTn fill="hold" id="3">
                      <p:stCondLst>
                        <p:cond delay="indefinite"/>
                      </p:stCondLst>
                      <p:childTnLst>
                        <p:par>
                          <p:cTn fill="hold" id="4">
                            <p:stCondLst>
                              <p:cond delay="0"/>
                            </p:stCondLst>
                            <p:childTnLst>
                              <p:par>
                                <p:cTn fill="hold" id="5" nodeType="clickEffect" presetClass="entr" presetID="2" presetSubtype="4">
                                  <p:stCondLst>
                                    <p:cond delay="0"/>
                                  </p:stCondLst>
                                  <p:childTnLst>
                                    <p:set>
                                      <p:cBhvr>
                                        <p:cTn dur="1" fill="hold" id="6">
                                          <p:stCondLst>
                                            <p:cond delay="0"/>
                                          </p:stCondLst>
                                        </p:cTn>
                                        <p:tgtEl>
                                          <p:spTgt spid="1048594">
                                            <p:txEl>
                                              <p:pRg st="0" end="0"/>
                                            </p:txEl>
                                          </p:spTgt>
                                        </p:tgtEl>
                                        <p:attrNameLst>
                                          <p:attrName>style.visibility</p:attrName>
                                        </p:attrNameLst>
                                      </p:cBhvr>
                                      <p:to>
                                        <p:strVal val="visible"/>
                                      </p:to>
                                    </p:set>
                                    <p:anim calcmode="lin" valueType="num">
                                      <p:cBhvr additive="base">
                                        <p:cTn dur="500" fill="hold" id="7"/>
                                        <p:tgtEl>
                                          <p:spTgt spid="1048594">
                                            <p:txEl>
                                              <p:pRg st="0" end="0"/>
                                            </p:txEl>
                                          </p:spTgt>
                                        </p:tgtEl>
                                        <p:attrNameLst>
                                          <p:attrName>ppt_x</p:attrName>
                                        </p:attrNameLst>
                                      </p:cBhvr>
                                      <p:tavLst>
                                        <p:tav tm="0">
                                          <p:val>
                                            <p:strVal val="#ppt_x"/>
                                          </p:val>
                                        </p:tav>
                                        <p:tav tm="100000">
                                          <p:val>
                                            <p:strVal val="#ppt_x"/>
                                          </p:val>
                                        </p:tav>
                                      </p:tavLst>
                                    </p:anim>
                                    <p:anim calcmode="lin" valueType="num">
                                      <p:cBhvr additive="base">
                                        <p:cTn dur="500" fill="hold" id="8"/>
                                        <p:tgtEl>
                                          <p:spTgt spid="1048594">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fill="hold" id="9">
                      <p:stCondLst>
                        <p:cond delay="indefinite"/>
                      </p:stCondLst>
                      <p:childTnLst>
                        <p:par>
                          <p:cTn fill="hold" id="10">
                            <p:stCondLst>
                              <p:cond delay="0"/>
                            </p:stCondLst>
                            <p:childTnLst>
                              <p:par>
                                <p:cTn fill="hold" id="11" nodeType="clickEffect" presetClass="entr" presetID="2" presetSubtype="4">
                                  <p:stCondLst>
                                    <p:cond delay="0"/>
                                  </p:stCondLst>
                                  <p:childTnLst>
                                    <p:set>
                                      <p:cBhvr>
                                        <p:cTn dur="1" fill="hold" id="12">
                                          <p:stCondLst>
                                            <p:cond delay="0"/>
                                          </p:stCondLst>
                                        </p:cTn>
                                        <p:tgtEl>
                                          <p:spTgt spid="1048594">
                                            <p:txEl>
                                              <p:pRg st="1" end="1"/>
                                            </p:txEl>
                                          </p:spTgt>
                                        </p:tgtEl>
                                        <p:attrNameLst>
                                          <p:attrName>style.visibility</p:attrName>
                                        </p:attrNameLst>
                                      </p:cBhvr>
                                      <p:to>
                                        <p:strVal val="visible"/>
                                      </p:to>
                                    </p:set>
                                    <p:anim calcmode="lin" valueType="num">
                                      <p:cBhvr additive="base">
                                        <p:cTn dur="500" fill="hold" id="13"/>
                                        <p:tgtEl>
                                          <p:spTgt spid="1048594">
                                            <p:txEl>
                                              <p:pRg st="1" end="1"/>
                                            </p:txEl>
                                          </p:spTgt>
                                        </p:tgtEl>
                                        <p:attrNameLst>
                                          <p:attrName>ppt_x</p:attrName>
                                        </p:attrNameLst>
                                      </p:cBhvr>
                                      <p:tavLst>
                                        <p:tav tm="0">
                                          <p:val>
                                            <p:strVal val="#ppt_x"/>
                                          </p:val>
                                        </p:tav>
                                        <p:tav tm="100000">
                                          <p:val>
                                            <p:strVal val="#ppt_x"/>
                                          </p:val>
                                        </p:tav>
                                      </p:tavLst>
                                    </p:anim>
                                    <p:anim calcmode="lin" valueType="num">
                                      <p:cBhvr additive="base">
                                        <p:cTn dur="500" fill="hold" id="14"/>
                                        <p:tgtEl>
                                          <p:spTgt spid="1048594">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fill="hold" id="15">
                      <p:stCondLst>
                        <p:cond delay="indefinite"/>
                      </p:stCondLst>
                      <p:childTnLst>
                        <p:par>
                          <p:cTn fill="hold" id="16">
                            <p:stCondLst>
                              <p:cond delay="0"/>
                            </p:stCondLst>
                            <p:childTnLst>
                              <p:par>
                                <p:cTn fill="hold" id="17" nodeType="clickEffect" presetClass="entr" presetID="2" presetSubtype="4">
                                  <p:stCondLst>
                                    <p:cond delay="0"/>
                                  </p:stCondLst>
                                  <p:childTnLst>
                                    <p:set>
                                      <p:cBhvr>
                                        <p:cTn dur="1" fill="hold" id="18">
                                          <p:stCondLst>
                                            <p:cond delay="0"/>
                                          </p:stCondLst>
                                        </p:cTn>
                                        <p:tgtEl>
                                          <p:spTgt spid="1048594">
                                            <p:txEl>
                                              <p:pRg st="2" end="2"/>
                                            </p:txEl>
                                          </p:spTgt>
                                        </p:tgtEl>
                                        <p:attrNameLst>
                                          <p:attrName>style.visibility</p:attrName>
                                        </p:attrNameLst>
                                      </p:cBhvr>
                                      <p:to>
                                        <p:strVal val="visible"/>
                                      </p:to>
                                    </p:set>
                                    <p:anim calcmode="lin" valueType="num">
                                      <p:cBhvr additive="base">
                                        <p:cTn dur="500" fill="hold" id="19"/>
                                        <p:tgtEl>
                                          <p:spTgt spid="1048594">
                                            <p:txEl>
                                              <p:pRg st="2" end="2"/>
                                            </p:txEl>
                                          </p:spTgt>
                                        </p:tgtEl>
                                        <p:attrNameLst>
                                          <p:attrName>ppt_x</p:attrName>
                                        </p:attrNameLst>
                                      </p:cBhvr>
                                      <p:tavLst>
                                        <p:tav tm="0">
                                          <p:val>
                                            <p:strVal val="#ppt_x"/>
                                          </p:val>
                                        </p:tav>
                                        <p:tav tm="100000">
                                          <p:val>
                                            <p:strVal val="#ppt_x"/>
                                          </p:val>
                                        </p:tav>
                                      </p:tavLst>
                                    </p:anim>
                                    <p:anim calcmode="lin" valueType="num">
                                      <p:cBhvr additive="base">
                                        <p:cTn dur="500" fill="hold" id="20"/>
                                        <p:tgtEl>
                                          <p:spTgt spid="1048594">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fill="hold" id="21">
                      <p:stCondLst>
                        <p:cond delay="indefinite"/>
                      </p:stCondLst>
                      <p:childTnLst>
                        <p:par>
                          <p:cTn fill="hold" id="22">
                            <p:stCondLst>
                              <p:cond delay="0"/>
                            </p:stCondLst>
                            <p:childTnLst>
                              <p:par>
                                <p:cTn fill="hold" id="23" nodeType="clickEffect" presetClass="entr" presetID="2" presetSubtype="4">
                                  <p:stCondLst>
                                    <p:cond delay="0"/>
                                  </p:stCondLst>
                                  <p:childTnLst>
                                    <p:set>
                                      <p:cBhvr>
                                        <p:cTn dur="1" fill="hold" id="24">
                                          <p:stCondLst>
                                            <p:cond delay="0"/>
                                          </p:stCondLst>
                                        </p:cTn>
                                        <p:tgtEl>
                                          <p:spTgt spid="1048594">
                                            <p:txEl>
                                              <p:pRg st="3" end="3"/>
                                            </p:txEl>
                                          </p:spTgt>
                                        </p:tgtEl>
                                        <p:attrNameLst>
                                          <p:attrName>style.visibility</p:attrName>
                                        </p:attrNameLst>
                                      </p:cBhvr>
                                      <p:to>
                                        <p:strVal val="visible"/>
                                      </p:to>
                                    </p:set>
                                    <p:anim calcmode="lin" valueType="num">
                                      <p:cBhvr additive="base">
                                        <p:cTn dur="500" fill="hold" id="25"/>
                                        <p:tgtEl>
                                          <p:spTgt spid="1048594">
                                            <p:txEl>
                                              <p:pRg st="3" end="3"/>
                                            </p:txEl>
                                          </p:spTgt>
                                        </p:tgtEl>
                                        <p:attrNameLst>
                                          <p:attrName>ppt_x</p:attrName>
                                        </p:attrNameLst>
                                      </p:cBhvr>
                                      <p:tavLst>
                                        <p:tav tm="0">
                                          <p:val>
                                            <p:strVal val="#ppt_x"/>
                                          </p:val>
                                        </p:tav>
                                        <p:tav tm="100000">
                                          <p:val>
                                            <p:strVal val="#ppt_x"/>
                                          </p:val>
                                        </p:tav>
                                      </p:tavLst>
                                    </p:anim>
                                    <p:anim calcmode="lin" valueType="num">
                                      <p:cBhvr additive="base">
                                        <p:cTn dur="500" fill="hold" id="26"/>
                                        <p:tgtEl>
                                          <p:spTgt spid="1048594">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90" name=""/>
        <p:cNvGrpSpPr/>
        <p:nvPr/>
      </p:nvGrpSpPr>
      <p:grpSpPr>
        <a:xfrm>
          <a:off x="0" y="0"/>
          <a:ext cx="0" cy="0"/>
          <a:chOff x="0" y="0"/>
          <a:chExt cx="0" cy="0"/>
        </a:xfrm>
      </p:grpSpPr>
      <p:sp>
        <p:nvSpPr>
          <p:cNvPr id="1048603" name="Title 1"/>
          <p:cNvSpPr>
            <a:spLocks noGrp="1"/>
          </p:cNvSpPr>
          <p:nvPr>
            <p:ph type="title"/>
          </p:nvPr>
        </p:nvSpPr>
        <p:spPr>
          <a:xfrm>
            <a:off x="0" y="0"/>
            <a:ext cx="9144000" cy="1408176"/>
          </a:xfrm>
        </p:spPr>
        <p:txBody>
          <a:bodyPr/>
          <a:p>
            <a:pPr algn="ctr"/>
            <a:r>
              <a:rPr dirty="0" sz="6000" lang="en-GB" smtClean="0"/>
              <a:t>Nutrition</a:t>
            </a:r>
            <a:endParaRPr dirty="0" sz="6000" lang="en-GB"/>
          </a:p>
        </p:txBody>
      </p:sp>
      <p:sp>
        <p:nvSpPr>
          <p:cNvPr id="1048604" name="Content Placeholder 2"/>
          <p:cNvSpPr>
            <a:spLocks noGrp="1"/>
          </p:cNvSpPr>
          <p:nvPr>
            <p:ph idx="1"/>
          </p:nvPr>
        </p:nvSpPr>
        <p:spPr>
          <a:xfrm>
            <a:off x="0" y="1500174"/>
            <a:ext cx="9144000" cy="5357825"/>
          </a:xfrm>
        </p:spPr>
        <p:txBody>
          <a:bodyPr>
            <a:normAutofit fontScale="96875" lnSpcReduction="20000"/>
          </a:bodyPr>
          <a:p>
            <a:r>
              <a:rPr dirty="0" lang="en-GB" smtClean="0">
                <a:solidFill>
                  <a:srgbClr val="FFFF00"/>
                </a:solidFill>
              </a:rPr>
              <a:t>Fungi are </a:t>
            </a:r>
            <a:r>
              <a:rPr b="1" dirty="0" lang="en-GB" smtClean="0">
                <a:solidFill>
                  <a:srgbClr val="FFFF00"/>
                </a:solidFill>
              </a:rPr>
              <a:t>heterotrophs</a:t>
            </a:r>
            <a:r>
              <a:rPr dirty="0" lang="en-GB" smtClean="0">
                <a:solidFill>
                  <a:srgbClr val="FFFF00"/>
                </a:solidFill>
              </a:rPr>
              <a:t>. They cannot manufacture their own food as photosynthetic organisms can.</a:t>
            </a:r>
          </a:p>
          <a:p>
            <a:r>
              <a:rPr dirty="0" lang="en-GB" smtClean="0">
                <a:solidFill>
                  <a:srgbClr val="FFFF00"/>
                </a:solidFill>
              </a:rPr>
              <a:t>Most species of fungi are</a:t>
            </a:r>
            <a:r>
              <a:rPr b="1" dirty="0" lang="en-GB" smtClean="0">
                <a:solidFill>
                  <a:srgbClr val="FFFF00"/>
                </a:solidFill>
              </a:rPr>
              <a:t> saprotrophic</a:t>
            </a:r>
            <a:r>
              <a:rPr dirty="0" lang="en-GB" smtClean="0">
                <a:solidFill>
                  <a:srgbClr val="FFFF00"/>
                </a:solidFill>
              </a:rPr>
              <a:t>; they decompose dead matter. Many are</a:t>
            </a:r>
            <a:r>
              <a:rPr b="1" dirty="0" lang="en-GB" smtClean="0">
                <a:solidFill>
                  <a:srgbClr val="FFFF00"/>
                </a:solidFill>
              </a:rPr>
              <a:t> </a:t>
            </a:r>
            <a:r>
              <a:rPr b="1" dirty="0" i="1" lang="en-GB" smtClean="0">
                <a:solidFill>
                  <a:srgbClr val="FFFF00"/>
                </a:solidFill>
              </a:rPr>
              <a:t>parasitic</a:t>
            </a:r>
            <a:r>
              <a:rPr dirty="0" lang="en-GB" smtClean="0">
                <a:solidFill>
                  <a:srgbClr val="FFFF00"/>
                </a:solidFill>
              </a:rPr>
              <a:t>; they obtain nutrients from living organisms.</a:t>
            </a:r>
          </a:p>
          <a:p>
            <a:r>
              <a:rPr dirty="0" lang="en-GB" smtClean="0">
                <a:solidFill>
                  <a:srgbClr val="FFFF00"/>
                </a:solidFill>
              </a:rPr>
              <a:t>Fungi are the principle decomposers in every ecosystem. They can break down most organic compounds including lignin, a compound that is a major component of wood and is very difficult to break down or digest.</a:t>
            </a:r>
          </a:p>
          <a:p>
            <a:pPr>
              <a:buNone/>
            </a:pPr>
            <a:endParaRPr dirty="0" lang="en-GB">
              <a:solidFill>
                <a:srgbClr val="FFFF00"/>
              </a:solidFill>
            </a:endParaRPr>
          </a:p>
        </p:txBody>
      </p:sp>
    </p:spTree>
  </p:cSld>
  <p:clrMapOvr>
    <a:masterClrMapping/>
  </p:clrMapOvr>
  <p:timing>
    <p:tnLst>
      <p:par>
        <p:cTn dur="indefinite" id="1" nodeType="tmRoot" restart="never">
          <p:childTnLst>
            <p:seq concurrent="1" nextAc="seek">
              <p:cTn dur="indefinite" id="2" nodeType="mainSeq">
                <p:childTnLst>
                  <p:par>
                    <p:cTn fill="hold" id="3">
                      <p:stCondLst>
                        <p:cond delay="indefinite"/>
                      </p:stCondLst>
                      <p:childTnLst>
                        <p:par>
                          <p:cTn fill="hold" id="4">
                            <p:stCondLst>
                              <p:cond delay="0"/>
                            </p:stCondLst>
                            <p:childTnLst>
                              <p:par>
                                <p:cTn fill="hold" id="5" nodeType="clickEffect" presetClass="entr" presetID="2" presetSubtype="4">
                                  <p:stCondLst>
                                    <p:cond delay="0"/>
                                  </p:stCondLst>
                                  <p:childTnLst>
                                    <p:set>
                                      <p:cBhvr>
                                        <p:cTn dur="1" fill="hold" id="6">
                                          <p:stCondLst>
                                            <p:cond delay="0"/>
                                          </p:stCondLst>
                                        </p:cTn>
                                        <p:tgtEl>
                                          <p:spTgt spid="1048604">
                                            <p:txEl>
                                              <p:pRg st="0" end="0"/>
                                            </p:txEl>
                                          </p:spTgt>
                                        </p:tgtEl>
                                        <p:attrNameLst>
                                          <p:attrName>style.visibility</p:attrName>
                                        </p:attrNameLst>
                                      </p:cBhvr>
                                      <p:to>
                                        <p:strVal val="visible"/>
                                      </p:to>
                                    </p:set>
                                    <p:anim calcmode="lin" valueType="num">
                                      <p:cBhvr additive="base">
                                        <p:cTn dur="500" fill="hold" id="7"/>
                                        <p:tgtEl>
                                          <p:spTgt spid="1048604">
                                            <p:txEl>
                                              <p:pRg st="0" end="0"/>
                                            </p:txEl>
                                          </p:spTgt>
                                        </p:tgtEl>
                                        <p:attrNameLst>
                                          <p:attrName>ppt_x</p:attrName>
                                        </p:attrNameLst>
                                      </p:cBhvr>
                                      <p:tavLst>
                                        <p:tav tm="0">
                                          <p:val>
                                            <p:strVal val="#ppt_x"/>
                                          </p:val>
                                        </p:tav>
                                        <p:tav tm="100000">
                                          <p:val>
                                            <p:strVal val="#ppt_x"/>
                                          </p:val>
                                        </p:tav>
                                      </p:tavLst>
                                    </p:anim>
                                    <p:anim calcmode="lin" valueType="num">
                                      <p:cBhvr additive="base">
                                        <p:cTn dur="500" fill="hold" id="8"/>
                                        <p:tgtEl>
                                          <p:spTgt spid="1048604">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fill="hold" id="9">
                      <p:stCondLst>
                        <p:cond delay="indefinite"/>
                      </p:stCondLst>
                      <p:childTnLst>
                        <p:par>
                          <p:cTn fill="hold" id="10">
                            <p:stCondLst>
                              <p:cond delay="0"/>
                            </p:stCondLst>
                            <p:childTnLst>
                              <p:par>
                                <p:cTn fill="hold" id="11" nodeType="clickEffect" presetClass="entr" presetID="2" presetSubtype="4">
                                  <p:stCondLst>
                                    <p:cond delay="0"/>
                                  </p:stCondLst>
                                  <p:childTnLst>
                                    <p:set>
                                      <p:cBhvr>
                                        <p:cTn dur="1" fill="hold" id="12">
                                          <p:stCondLst>
                                            <p:cond delay="0"/>
                                          </p:stCondLst>
                                        </p:cTn>
                                        <p:tgtEl>
                                          <p:spTgt spid="1048604">
                                            <p:txEl>
                                              <p:pRg st="1" end="1"/>
                                            </p:txEl>
                                          </p:spTgt>
                                        </p:tgtEl>
                                        <p:attrNameLst>
                                          <p:attrName>style.visibility</p:attrName>
                                        </p:attrNameLst>
                                      </p:cBhvr>
                                      <p:to>
                                        <p:strVal val="visible"/>
                                      </p:to>
                                    </p:set>
                                    <p:anim calcmode="lin" valueType="num">
                                      <p:cBhvr additive="base">
                                        <p:cTn dur="500" fill="hold" id="13"/>
                                        <p:tgtEl>
                                          <p:spTgt spid="1048604">
                                            <p:txEl>
                                              <p:pRg st="1" end="1"/>
                                            </p:txEl>
                                          </p:spTgt>
                                        </p:tgtEl>
                                        <p:attrNameLst>
                                          <p:attrName>ppt_x</p:attrName>
                                        </p:attrNameLst>
                                      </p:cBhvr>
                                      <p:tavLst>
                                        <p:tav tm="0">
                                          <p:val>
                                            <p:strVal val="#ppt_x"/>
                                          </p:val>
                                        </p:tav>
                                        <p:tav tm="100000">
                                          <p:val>
                                            <p:strVal val="#ppt_x"/>
                                          </p:val>
                                        </p:tav>
                                      </p:tavLst>
                                    </p:anim>
                                    <p:anim calcmode="lin" valueType="num">
                                      <p:cBhvr additive="base">
                                        <p:cTn dur="500" fill="hold" id="14"/>
                                        <p:tgtEl>
                                          <p:spTgt spid="1048604">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fill="hold" id="15">
                      <p:stCondLst>
                        <p:cond delay="indefinite"/>
                      </p:stCondLst>
                      <p:childTnLst>
                        <p:par>
                          <p:cTn fill="hold" id="16">
                            <p:stCondLst>
                              <p:cond delay="0"/>
                            </p:stCondLst>
                            <p:childTnLst>
                              <p:par>
                                <p:cTn fill="hold" id="17" nodeType="clickEffect" presetClass="entr" presetID="2" presetSubtype="4">
                                  <p:stCondLst>
                                    <p:cond delay="0"/>
                                  </p:stCondLst>
                                  <p:childTnLst>
                                    <p:set>
                                      <p:cBhvr>
                                        <p:cTn dur="1" fill="hold" id="18">
                                          <p:stCondLst>
                                            <p:cond delay="0"/>
                                          </p:stCondLst>
                                        </p:cTn>
                                        <p:tgtEl>
                                          <p:spTgt spid="1048604">
                                            <p:txEl>
                                              <p:pRg st="2" end="2"/>
                                            </p:txEl>
                                          </p:spTgt>
                                        </p:tgtEl>
                                        <p:attrNameLst>
                                          <p:attrName>style.visibility</p:attrName>
                                        </p:attrNameLst>
                                      </p:cBhvr>
                                      <p:to>
                                        <p:strVal val="visible"/>
                                      </p:to>
                                    </p:set>
                                    <p:anim calcmode="lin" valueType="num">
                                      <p:cBhvr additive="base">
                                        <p:cTn dur="500" fill="hold" id="19"/>
                                        <p:tgtEl>
                                          <p:spTgt spid="1048604">
                                            <p:txEl>
                                              <p:pRg st="2" end="2"/>
                                            </p:txEl>
                                          </p:spTgt>
                                        </p:tgtEl>
                                        <p:attrNameLst>
                                          <p:attrName>ppt_x</p:attrName>
                                        </p:attrNameLst>
                                      </p:cBhvr>
                                      <p:tavLst>
                                        <p:tav tm="0">
                                          <p:val>
                                            <p:strVal val="#ppt_x"/>
                                          </p:val>
                                        </p:tav>
                                        <p:tav tm="100000">
                                          <p:val>
                                            <p:strVal val="#ppt_x"/>
                                          </p:val>
                                        </p:tav>
                                      </p:tavLst>
                                    </p:anim>
                                    <p:anim calcmode="lin" valueType="num">
                                      <p:cBhvr additive="base">
                                        <p:cTn dur="500" fill="hold" id="20"/>
                                        <p:tgtEl>
                                          <p:spTgt spid="1048604">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96" name=""/>
        <p:cNvGrpSpPr/>
        <p:nvPr/>
      </p:nvGrpSpPr>
      <p:grpSpPr>
        <a:xfrm>
          <a:off x="0" y="0"/>
          <a:ext cx="0" cy="0"/>
          <a:chOff x="0" y="0"/>
          <a:chExt cx="0" cy="0"/>
        </a:xfrm>
      </p:grpSpPr>
      <p:sp>
        <p:nvSpPr>
          <p:cNvPr id="1048613" name="Title 1"/>
          <p:cNvSpPr>
            <a:spLocks noGrp="1"/>
          </p:cNvSpPr>
          <p:nvPr>
            <p:ph type="title"/>
          </p:nvPr>
        </p:nvSpPr>
        <p:spPr/>
        <p:txBody>
          <a:bodyPr/>
          <a:p>
            <a:pPr algn="ctr"/>
            <a:r>
              <a:rPr dirty="0" lang="en-GB" smtClean="0"/>
              <a:t>Nutrition</a:t>
            </a:r>
            <a:endParaRPr dirty="0" lang="en-GB"/>
          </a:p>
        </p:txBody>
      </p:sp>
      <p:sp>
        <p:nvSpPr>
          <p:cNvPr id="1048614" name="Content Placeholder 2"/>
          <p:cNvSpPr>
            <a:spLocks noGrp="1"/>
          </p:cNvSpPr>
          <p:nvPr>
            <p:ph idx="1"/>
          </p:nvPr>
        </p:nvSpPr>
        <p:spPr>
          <a:xfrm>
            <a:off x="0" y="1571612"/>
            <a:ext cx="9144000" cy="5286387"/>
          </a:xfrm>
        </p:spPr>
        <p:txBody>
          <a:bodyPr/>
          <a:p>
            <a:r>
              <a:rPr dirty="0" lang="en-GB" smtClean="0">
                <a:solidFill>
                  <a:srgbClr val="FFFF00"/>
                </a:solidFill>
              </a:rPr>
              <a:t>Some species are parasites and others are mutualistic</a:t>
            </a:r>
          </a:p>
          <a:p>
            <a:endParaRPr dirty="0" lang="en-GB" smtClean="0">
              <a:solidFill>
                <a:srgbClr val="FFFF00"/>
              </a:solidFill>
            </a:endParaRPr>
          </a:p>
          <a:p>
            <a:r>
              <a:rPr dirty="0" lang="en-GB" smtClean="0">
                <a:solidFill>
                  <a:srgbClr val="FFFF00"/>
                </a:solidFill>
              </a:rPr>
              <a:t>They have extracellular digestion by secreting enzymes into environment and absorbing the nutrients produced</a:t>
            </a:r>
          </a:p>
          <a:p>
            <a:endParaRPr dirty="0" lang="en-GB" smtClean="0">
              <a:solidFill>
                <a:srgbClr val="FFFF00"/>
              </a:solidFill>
            </a:endParaRPr>
          </a:p>
          <a:p>
            <a:r>
              <a:rPr dirty="0" lang="en-GB" smtClean="0">
                <a:solidFill>
                  <a:srgbClr val="FFFF00"/>
                </a:solidFill>
              </a:rPr>
              <a:t>Fungi store their food as glycogen (like animals). Plants and green algae store their food as starch</a:t>
            </a:r>
            <a:endParaRPr dirty="0" lang="en-GB"/>
          </a:p>
        </p:txBody>
      </p:sp>
    </p:spTree>
  </p:cSld>
  <p:clrMapOvr>
    <a:masterClrMapping/>
  </p:clrMapOvr>
  <p:timing>
    <p:tnLst>
      <p:par>
        <p:cTn dur="indefinite" id="1" nodeType="tmRoot" restart="never">
          <p:childTnLst>
            <p:seq concurrent="1" nextAc="seek">
              <p:cTn dur="indefinite" id="2" nodeType="mainSeq">
                <p:childTnLst>
                  <p:par>
                    <p:cTn fill="hold" id="3">
                      <p:stCondLst>
                        <p:cond delay="indefinite"/>
                      </p:stCondLst>
                      <p:childTnLst>
                        <p:par>
                          <p:cTn fill="hold" id="4">
                            <p:stCondLst>
                              <p:cond delay="0"/>
                            </p:stCondLst>
                            <p:childTnLst>
                              <p:par>
                                <p:cTn fill="hold" id="5" nodeType="clickEffect" presetClass="entr" presetID="2" presetSubtype="4">
                                  <p:stCondLst>
                                    <p:cond delay="0"/>
                                  </p:stCondLst>
                                  <p:childTnLst>
                                    <p:set>
                                      <p:cBhvr>
                                        <p:cTn dur="1" fill="hold" id="6">
                                          <p:stCondLst>
                                            <p:cond delay="0"/>
                                          </p:stCondLst>
                                        </p:cTn>
                                        <p:tgtEl>
                                          <p:spTgt spid="1048614">
                                            <p:txEl>
                                              <p:pRg st="0" end="0"/>
                                            </p:txEl>
                                          </p:spTgt>
                                        </p:tgtEl>
                                        <p:attrNameLst>
                                          <p:attrName>style.visibility</p:attrName>
                                        </p:attrNameLst>
                                      </p:cBhvr>
                                      <p:to>
                                        <p:strVal val="visible"/>
                                      </p:to>
                                    </p:set>
                                    <p:anim calcmode="lin" valueType="num">
                                      <p:cBhvr additive="base">
                                        <p:cTn dur="500" fill="hold" id="7"/>
                                        <p:tgtEl>
                                          <p:spTgt spid="1048614">
                                            <p:txEl>
                                              <p:pRg st="0" end="0"/>
                                            </p:txEl>
                                          </p:spTgt>
                                        </p:tgtEl>
                                        <p:attrNameLst>
                                          <p:attrName>ppt_x</p:attrName>
                                        </p:attrNameLst>
                                      </p:cBhvr>
                                      <p:tavLst>
                                        <p:tav tm="0">
                                          <p:val>
                                            <p:strVal val="#ppt_x"/>
                                          </p:val>
                                        </p:tav>
                                        <p:tav tm="100000">
                                          <p:val>
                                            <p:strVal val="#ppt_x"/>
                                          </p:val>
                                        </p:tav>
                                      </p:tavLst>
                                    </p:anim>
                                    <p:anim calcmode="lin" valueType="num">
                                      <p:cBhvr additive="base">
                                        <p:cTn dur="500" fill="hold" id="8"/>
                                        <p:tgtEl>
                                          <p:spTgt spid="1048614">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fill="hold" id="9">
                      <p:stCondLst>
                        <p:cond delay="indefinite"/>
                      </p:stCondLst>
                      <p:childTnLst>
                        <p:par>
                          <p:cTn fill="hold" id="10">
                            <p:stCondLst>
                              <p:cond delay="0"/>
                            </p:stCondLst>
                            <p:childTnLst>
                              <p:par>
                                <p:cTn fill="hold" id="11" nodeType="clickEffect" presetClass="entr" presetID="2" presetSubtype="4">
                                  <p:stCondLst>
                                    <p:cond delay="0"/>
                                  </p:stCondLst>
                                  <p:childTnLst>
                                    <p:set>
                                      <p:cBhvr>
                                        <p:cTn dur="1" fill="hold" id="12">
                                          <p:stCondLst>
                                            <p:cond delay="0"/>
                                          </p:stCondLst>
                                        </p:cTn>
                                        <p:tgtEl>
                                          <p:spTgt spid="1048614">
                                            <p:txEl>
                                              <p:pRg st="2" end="2"/>
                                            </p:txEl>
                                          </p:spTgt>
                                        </p:tgtEl>
                                        <p:attrNameLst>
                                          <p:attrName>style.visibility</p:attrName>
                                        </p:attrNameLst>
                                      </p:cBhvr>
                                      <p:to>
                                        <p:strVal val="visible"/>
                                      </p:to>
                                    </p:set>
                                    <p:anim calcmode="lin" valueType="num">
                                      <p:cBhvr additive="base">
                                        <p:cTn dur="500" fill="hold" id="13"/>
                                        <p:tgtEl>
                                          <p:spTgt spid="1048614">
                                            <p:txEl>
                                              <p:pRg st="2" end="2"/>
                                            </p:txEl>
                                          </p:spTgt>
                                        </p:tgtEl>
                                        <p:attrNameLst>
                                          <p:attrName>ppt_x</p:attrName>
                                        </p:attrNameLst>
                                      </p:cBhvr>
                                      <p:tavLst>
                                        <p:tav tm="0">
                                          <p:val>
                                            <p:strVal val="#ppt_x"/>
                                          </p:val>
                                        </p:tav>
                                        <p:tav tm="100000">
                                          <p:val>
                                            <p:strVal val="#ppt_x"/>
                                          </p:val>
                                        </p:tav>
                                      </p:tavLst>
                                    </p:anim>
                                    <p:anim calcmode="lin" valueType="num">
                                      <p:cBhvr additive="base">
                                        <p:cTn dur="500" fill="hold" id="14"/>
                                        <p:tgtEl>
                                          <p:spTgt spid="1048614">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fill="hold" id="15">
                      <p:stCondLst>
                        <p:cond delay="indefinite"/>
                      </p:stCondLst>
                      <p:childTnLst>
                        <p:par>
                          <p:cTn fill="hold" id="16">
                            <p:stCondLst>
                              <p:cond delay="0"/>
                            </p:stCondLst>
                            <p:childTnLst>
                              <p:par>
                                <p:cTn fill="hold" id="17" nodeType="clickEffect" presetClass="entr" presetID="2" presetSubtype="4">
                                  <p:stCondLst>
                                    <p:cond delay="0"/>
                                  </p:stCondLst>
                                  <p:childTnLst>
                                    <p:set>
                                      <p:cBhvr>
                                        <p:cTn dur="1" fill="hold" id="18">
                                          <p:stCondLst>
                                            <p:cond delay="0"/>
                                          </p:stCondLst>
                                        </p:cTn>
                                        <p:tgtEl>
                                          <p:spTgt spid="1048614">
                                            <p:txEl>
                                              <p:pRg st="4" end="4"/>
                                            </p:txEl>
                                          </p:spTgt>
                                        </p:tgtEl>
                                        <p:attrNameLst>
                                          <p:attrName>style.visibility</p:attrName>
                                        </p:attrNameLst>
                                      </p:cBhvr>
                                      <p:to>
                                        <p:strVal val="visible"/>
                                      </p:to>
                                    </p:set>
                                    <p:anim calcmode="lin" valueType="num">
                                      <p:cBhvr additive="base">
                                        <p:cTn dur="500" fill="hold" id="19"/>
                                        <p:tgtEl>
                                          <p:spTgt spid="1048614">
                                            <p:txEl>
                                              <p:pRg st="4" end="4"/>
                                            </p:txEl>
                                          </p:spTgt>
                                        </p:tgtEl>
                                        <p:attrNameLst>
                                          <p:attrName>ppt_x</p:attrName>
                                        </p:attrNameLst>
                                      </p:cBhvr>
                                      <p:tavLst>
                                        <p:tav tm="0">
                                          <p:val>
                                            <p:strVal val="#ppt_x"/>
                                          </p:val>
                                        </p:tav>
                                        <p:tav tm="100000">
                                          <p:val>
                                            <p:strVal val="#ppt_x"/>
                                          </p:val>
                                        </p:tav>
                                      </p:tavLst>
                                    </p:anim>
                                    <p:anim calcmode="lin" valueType="num">
                                      <p:cBhvr additive="base">
                                        <p:cTn dur="500" fill="hold" id="20"/>
                                        <p:tgtEl>
                                          <p:spTgt spid="1048614">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45" name=""/>
        <p:cNvGrpSpPr/>
        <p:nvPr/>
      </p:nvGrpSpPr>
      <p:grpSpPr>
        <a:xfrm>
          <a:off x="0" y="0"/>
          <a:ext cx="0" cy="0"/>
          <a:chOff x="0" y="0"/>
          <a:chExt cx="0" cy="0"/>
        </a:xfrm>
      </p:grpSpPr>
      <p:sp>
        <p:nvSpPr>
          <p:cNvPr id="1048695" name="Title 1"/>
          <p:cNvSpPr>
            <a:spLocks noGrp="1"/>
          </p:cNvSpPr>
          <p:nvPr>
            <p:ph type="title"/>
          </p:nvPr>
        </p:nvSpPr>
        <p:spPr>
          <a:xfrm>
            <a:off x="0" y="0"/>
            <a:ext cx="9144000" cy="1408176"/>
          </a:xfrm>
        </p:spPr>
        <p:txBody>
          <a:bodyPr>
            <a:normAutofit/>
          </a:bodyPr>
          <a:p>
            <a:pPr algn="ctr"/>
            <a:r>
              <a:rPr dirty="0" sz="6000" lang="en-GB" smtClean="0"/>
              <a:t>Classification of Fungi</a:t>
            </a:r>
            <a:endParaRPr dirty="0" sz="6000" lang="en-GB"/>
          </a:p>
        </p:txBody>
      </p:sp>
      <p:sp>
        <p:nvSpPr>
          <p:cNvPr id="1048696" name="Content Placeholder 2"/>
          <p:cNvSpPr>
            <a:spLocks noGrp="1"/>
          </p:cNvSpPr>
          <p:nvPr>
            <p:ph idx="1"/>
          </p:nvPr>
        </p:nvSpPr>
        <p:spPr>
          <a:xfrm>
            <a:off x="0" y="1500174"/>
            <a:ext cx="9144000" cy="5357825"/>
          </a:xfrm>
        </p:spPr>
        <p:txBody>
          <a:bodyPr>
            <a:normAutofit/>
          </a:bodyPr>
          <a:p>
            <a:r>
              <a:rPr dirty="0" sz="4000" lang="en-GB" smtClean="0">
                <a:solidFill>
                  <a:srgbClr val="FFFF00"/>
                </a:solidFill>
              </a:rPr>
              <a:t>The classification of fungi is based primarily on;</a:t>
            </a:r>
          </a:p>
          <a:p>
            <a:r>
              <a:rPr dirty="0" sz="4000" lang="en-GB" smtClean="0">
                <a:solidFill>
                  <a:srgbClr val="FFFF00"/>
                </a:solidFill>
              </a:rPr>
              <a:t>The sexual spores</a:t>
            </a:r>
          </a:p>
          <a:p>
            <a:r>
              <a:rPr dirty="0" sz="4000" lang="en-GB" smtClean="0">
                <a:solidFill>
                  <a:srgbClr val="FFFF00"/>
                </a:solidFill>
              </a:rPr>
              <a:t>Fruiting bodies</a:t>
            </a:r>
          </a:p>
          <a:p>
            <a:pPr algn="ctr"/>
            <a:r>
              <a:rPr b="1" dirty="0" sz="4000" lang="en-GB" smtClean="0">
                <a:solidFill>
                  <a:srgbClr val="FFFF00"/>
                </a:solidFill>
              </a:rPr>
              <a:t>Fungi can be divided into two groups</a:t>
            </a:r>
          </a:p>
          <a:p>
            <a:r>
              <a:rPr dirty="0" sz="4000" lang="en-GB" smtClean="0">
                <a:solidFill>
                  <a:srgbClr val="FFFF00"/>
                </a:solidFill>
              </a:rPr>
              <a:t>The wall-less fungi- </a:t>
            </a:r>
            <a:r>
              <a:rPr dirty="0" sz="4000" lang="en-GB" err="1" smtClean="0">
                <a:solidFill>
                  <a:srgbClr val="FFFF00"/>
                </a:solidFill>
              </a:rPr>
              <a:t>Myxomycota</a:t>
            </a:r>
            <a:endParaRPr dirty="0" sz="4000" lang="en-GB" smtClean="0">
              <a:solidFill>
                <a:srgbClr val="FFFF00"/>
              </a:solidFill>
            </a:endParaRPr>
          </a:p>
          <a:p>
            <a:r>
              <a:rPr dirty="0" sz="4000" lang="en-GB" smtClean="0">
                <a:solidFill>
                  <a:srgbClr val="FFFF00"/>
                </a:solidFill>
              </a:rPr>
              <a:t>The true walled fungi- Eumycota</a:t>
            </a:r>
          </a:p>
          <a:p>
            <a:pPr>
              <a:buNone/>
            </a:pPr>
            <a:endParaRPr dirty="0" sz="4000" lang="en-GB" smtClean="0">
              <a:solidFill>
                <a:srgbClr val="FFFF00"/>
              </a:solidFill>
            </a:endParaRPr>
          </a:p>
        </p:txBody>
      </p:sp>
    </p:spTree>
  </p:cSld>
  <p:clrMapOvr>
    <a:masterClrMapping/>
  </p:clrMapOvr>
  <p:timing>
    <p:tnLst>
      <p:par>
        <p:cTn dur="indefinite" id="1" nodeType="tmRoot" restart="never">
          <p:childTnLst>
            <p:seq concurrent="1" nextAc="seek">
              <p:cTn dur="indefinite" id="2" nodeType="mainSeq">
                <p:childTnLst>
                  <p:par>
                    <p:cTn fill="hold" id="3">
                      <p:stCondLst>
                        <p:cond delay="indefinite"/>
                      </p:stCondLst>
                      <p:childTnLst>
                        <p:par>
                          <p:cTn fill="hold" id="4">
                            <p:stCondLst>
                              <p:cond delay="0"/>
                            </p:stCondLst>
                            <p:childTnLst>
                              <p:par>
                                <p:cTn fill="hold" id="5" nodeType="clickEffect" presetClass="entr" presetID="2" presetSubtype="4">
                                  <p:stCondLst>
                                    <p:cond delay="0"/>
                                  </p:stCondLst>
                                  <p:childTnLst>
                                    <p:set>
                                      <p:cBhvr>
                                        <p:cTn dur="1" fill="hold" id="6">
                                          <p:stCondLst>
                                            <p:cond delay="0"/>
                                          </p:stCondLst>
                                        </p:cTn>
                                        <p:tgtEl>
                                          <p:spTgt spid="1048696">
                                            <p:txEl>
                                              <p:pRg st="0" end="0"/>
                                            </p:txEl>
                                          </p:spTgt>
                                        </p:tgtEl>
                                        <p:attrNameLst>
                                          <p:attrName>style.visibility</p:attrName>
                                        </p:attrNameLst>
                                      </p:cBhvr>
                                      <p:to>
                                        <p:strVal val="visible"/>
                                      </p:to>
                                    </p:set>
                                    <p:anim calcmode="lin" valueType="num">
                                      <p:cBhvr additive="base">
                                        <p:cTn dur="500" fill="hold" id="7"/>
                                        <p:tgtEl>
                                          <p:spTgt spid="1048696">
                                            <p:txEl>
                                              <p:pRg st="0" end="0"/>
                                            </p:txEl>
                                          </p:spTgt>
                                        </p:tgtEl>
                                        <p:attrNameLst>
                                          <p:attrName>ppt_x</p:attrName>
                                        </p:attrNameLst>
                                      </p:cBhvr>
                                      <p:tavLst>
                                        <p:tav tm="0">
                                          <p:val>
                                            <p:strVal val="#ppt_x"/>
                                          </p:val>
                                        </p:tav>
                                        <p:tav tm="100000">
                                          <p:val>
                                            <p:strVal val="#ppt_x"/>
                                          </p:val>
                                        </p:tav>
                                      </p:tavLst>
                                    </p:anim>
                                    <p:anim calcmode="lin" valueType="num">
                                      <p:cBhvr additive="base">
                                        <p:cTn dur="500" fill="hold" id="8"/>
                                        <p:tgtEl>
                                          <p:spTgt spid="1048696">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fill="hold" id="9">
                      <p:stCondLst>
                        <p:cond delay="indefinite"/>
                      </p:stCondLst>
                      <p:childTnLst>
                        <p:par>
                          <p:cTn fill="hold" id="10">
                            <p:stCondLst>
                              <p:cond delay="0"/>
                            </p:stCondLst>
                            <p:childTnLst>
                              <p:par>
                                <p:cTn fill="hold" id="11" nodeType="clickEffect" presetClass="entr" presetID="2" presetSubtype="4">
                                  <p:stCondLst>
                                    <p:cond delay="0"/>
                                  </p:stCondLst>
                                  <p:childTnLst>
                                    <p:set>
                                      <p:cBhvr>
                                        <p:cTn dur="1" fill="hold" id="12">
                                          <p:stCondLst>
                                            <p:cond delay="0"/>
                                          </p:stCondLst>
                                        </p:cTn>
                                        <p:tgtEl>
                                          <p:spTgt spid="1048696">
                                            <p:txEl>
                                              <p:pRg st="1" end="1"/>
                                            </p:txEl>
                                          </p:spTgt>
                                        </p:tgtEl>
                                        <p:attrNameLst>
                                          <p:attrName>style.visibility</p:attrName>
                                        </p:attrNameLst>
                                      </p:cBhvr>
                                      <p:to>
                                        <p:strVal val="visible"/>
                                      </p:to>
                                    </p:set>
                                    <p:anim calcmode="lin" valueType="num">
                                      <p:cBhvr additive="base">
                                        <p:cTn dur="500" fill="hold" id="13"/>
                                        <p:tgtEl>
                                          <p:spTgt spid="1048696">
                                            <p:txEl>
                                              <p:pRg st="1" end="1"/>
                                            </p:txEl>
                                          </p:spTgt>
                                        </p:tgtEl>
                                        <p:attrNameLst>
                                          <p:attrName>ppt_x</p:attrName>
                                        </p:attrNameLst>
                                      </p:cBhvr>
                                      <p:tavLst>
                                        <p:tav tm="0">
                                          <p:val>
                                            <p:strVal val="#ppt_x"/>
                                          </p:val>
                                        </p:tav>
                                        <p:tav tm="100000">
                                          <p:val>
                                            <p:strVal val="#ppt_x"/>
                                          </p:val>
                                        </p:tav>
                                      </p:tavLst>
                                    </p:anim>
                                    <p:anim calcmode="lin" valueType="num">
                                      <p:cBhvr additive="base">
                                        <p:cTn dur="500" fill="hold" id="14"/>
                                        <p:tgtEl>
                                          <p:spTgt spid="1048696">
                                            <p:txEl>
                                              <p:pRg st="1" end="1"/>
                                            </p:txEl>
                                          </p:spTgt>
                                        </p:tgtEl>
                                        <p:attrNameLst>
                                          <p:attrName>ppt_y</p:attrName>
                                        </p:attrNameLst>
                                      </p:cBhvr>
                                      <p:tavLst>
                                        <p:tav tm="0">
                                          <p:val>
                                            <p:strVal val="1+#ppt_h/2"/>
                                          </p:val>
                                        </p:tav>
                                        <p:tav tm="100000">
                                          <p:val>
                                            <p:strVal val="#ppt_y"/>
                                          </p:val>
                                        </p:tav>
                                      </p:tavLst>
                                    </p:anim>
                                  </p:childTnLst>
                                </p:cTn>
                              </p:par>
                              <p:par>
                                <p:cTn fill="hold" id="15" nodeType="withEffect" presetClass="entr" presetID="2" presetSubtype="4">
                                  <p:stCondLst>
                                    <p:cond delay="0"/>
                                  </p:stCondLst>
                                  <p:childTnLst>
                                    <p:set>
                                      <p:cBhvr>
                                        <p:cTn dur="1" fill="hold" id="16">
                                          <p:stCondLst>
                                            <p:cond delay="0"/>
                                          </p:stCondLst>
                                        </p:cTn>
                                        <p:tgtEl>
                                          <p:spTgt spid="1048696">
                                            <p:txEl>
                                              <p:pRg st="2" end="2"/>
                                            </p:txEl>
                                          </p:spTgt>
                                        </p:tgtEl>
                                        <p:attrNameLst>
                                          <p:attrName>style.visibility</p:attrName>
                                        </p:attrNameLst>
                                      </p:cBhvr>
                                      <p:to>
                                        <p:strVal val="visible"/>
                                      </p:to>
                                    </p:set>
                                    <p:anim calcmode="lin" valueType="num">
                                      <p:cBhvr additive="base">
                                        <p:cTn dur="500" fill="hold" id="17"/>
                                        <p:tgtEl>
                                          <p:spTgt spid="1048696">
                                            <p:txEl>
                                              <p:pRg st="2" end="2"/>
                                            </p:txEl>
                                          </p:spTgt>
                                        </p:tgtEl>
                                        <p:attrNameLst>
                                          <p:attrName>ppt_x</p:attrName>
                                        </p:attrNameLst>
                                      </p:cBhvr>
                                      <p:tavLst>
                                        <p:tav tm="0">
                                          <p:val>
                                            <p:strVal val="#ppt_x"/>
                                          </p:val>
                                        </p:tav>
                                        <p:tav tm="100000">
                                          <p:val>
                                            <p:strVal val="#ppt_x"/>
                                          </p:val>
                                        </p:tav>
                                      </p:tavLst>
                                    </p:anim>
                                    <p:anim calcmode="lin" valueType="num">
                                      <p:cBhvr additive="base">
                                        <p:cTn dur="500" fill="hold" id="18"/>
                                        <p:tgtEl>
                                          <p:spTgt spid="1048696">
                                            <p:txEl>
                                              <p:pRg st="2" end="2"/>
                                            </p:txEl>
                                          </p:spTgt>
                                        </p:tgtEl>
                                        <p:attrNameLst>
                                          <p:attrName>ppt_y</p:attrName>
                                        </p:attrNameLst>
                                      </p:cBhvr>
                                      <p:tavLst>
                                        <p:tav tm="0">
                                          <p:val>
                                            <p:strVal val="1+#ppt_h/2"/>
                                          </p:val>
                                        </p:tav>
                                        <p:tav tm="100000">
                                          <p:val>
                                            <p:strVal val="#ppt_y"/>
                                          </p:val>
                                        </p:tav>
                                      </p:tavLst>
                                    </p:anim>
                                  </p:childTnLst>
                                </p:cTn>
                              </p:par>
                              <p:par>
                                <p:cTn fill="hold" id="19" nodeType="withEffect" presetClass="entr" presetID="2" presetSubtype="4">
                                  <p:stCondLst>
                                    <p:cond delay="0"/>
                                  </p:stCondLst>
                                  <p:childTnLst>
                                    <p:set>
                                      <p:cBhvr>
                                        <p:cTn dur="1" fill="hold" id="20">
                                          <p:stCondLst>
                                            <p:cond delay="0"/>
                                          </p:stCondLst>
                                        </p:cTn>
                                        <p:tgtEl>
                                          <p:spTgt spid="1048696">
                                            <p:txEl>
                                              <p:pRg st="3" end="3"/>
                                            </p:txEl>
                                          </p:spTgt>
                                        </p:tgtEl>
                                        <p:attrNameLst>
                                          <p:attrName>style.visibility</p:attrName>
                                        </p:attrNameLst>
                                      </p:cBhvr>
                                      <p:to>
                                        <p:strVal val="visible"/>
                                      </p:to>
                                    </p:set>
                                    <p:anim calcmode="lin" valueType="num">
                                      <p:cBhvr additive="base">
                                        <p:cTn dur="500" fill="hold" id="21"/>
                                        <p:tgtEl>
                                          <p:spTgt spid="1048696">
                                            <p:txEl>
                                              <p:pRg st="3" end="3"/>
                                            </p:txEl>
                                          </p:spTgt>
                                        </p:tgtEl>
                                        <p:attrNameLst>
                                          <p:attrName>ppt_x</p:attrName>
                                        </p:attrNameLst>
                                      </p:cBhvr>
                                      <p:tavLst>
                                        <p:tav tm="0">
                                          <p:val>
                                            <p:strVal val="#ppt_x"/>
                                          </p:val>
                                        </p:tav>
                                        <p:tav tm="100000">
                                          <p:val>
                                            <p:strVal val="#ppt_x"/>
                                          </p:val>
                                        </p:tav>
                                      </p:tavLst>
                                    </p:anim>
                                    <p:anim calcmode="lin" valueType="num">
                                      <p:cBhvr additive="base">
                                        <p:cTn dur="500" fill="hold" id="22"/>
                                        <p:tgtEl>
                                          <p:spTgt spid="1048696">
                                            <p:txEl>
                                              <p:pRg st="3" end="3"/>
                                            </p:txEl>
                                          </p:spTgt>
                                        </p:tgtEl>
                                        <p:attrNameLst>
                                          <p:attrName>ppt_y</p:attrName>
                                        </p:attrNameLst>
                                      </p:cBhvr>
                                      <p:tavLst>
                                        <p:tav tm="0">
                                          <p:val>
                                            <p:strVal val="1+#ppt_h/2"/>
                                          </p:val>
                                        </p:tav>
                                        <p:tav tm="100000">
                                          <p:val>
                                            <p:strVal val="#ppt_y"/>
                                          </p:val>
                                        </p:tav>
                                      </p:tavLst>
                                    </p:anim>
                                  </p:childTnLst>
                                </p:cTn>
                              </p:par>
                              <p:par>
                                <p:cTn fill="hold" id="23" nodeType="withEffect" presetClass="entr" presetID="2" presetSubtype="4">
                                  <p:stCondLst>
                                    <p:cond delay="0"/>
                                  </p:stCondLst>
                                  <p:childTnLst>
                                    <p:set>
                                      <p:cBhvr>
                                        <p:cTn dur="1" fill="hold" id="24">
                                          <p:stCondLst>
                                            <p:cond delay="0"/>
                                          </p:stCondLst>
                                        </p:cTn>
                                        <p:tgtEl>
                                          <p:spTgt spid="1048696">
                                            <p:txEl>
                                              <p:pRg st="4" end="4"/>
                                            </p:txEl>
                                          </p:spTgt>
                                        </p:tgtEl>
                                        <p:attrNameLst>
                                          <p:attrName>style.visibility</p:attrName>
                                        </p:attrNameLst>
                                      </p:cBhvr>
                                      <p:to>
                                        <p:strVal val="visible"/>
                                      </p:to>
                                    </p:set>
                                    <p:anim calcmode="lin" valueType="num">
                                      <p:cBhvr additive="base">
                                        <p:cTn dur="500" fill="hold" id="25"/>
                                        <p:tgtEl>
                                          <p:spTgt spid="1048696">
                                            <p:txEl>
                                              <p:pRg st="4" end="4"/>
                                            </p:txEl>
                                          </p:spTgt>
                                        </p:tgtEl>
                                        <p:attrNameLst>
                                          <p:attrName>ppt_x</p:attrName>
                                        </p:attrNameLst>
                                      </p:cBhvr>
                                      <p:tavLst>
                                        <p:tav tm="0">
                                          <p:val>
                                            <p:strVal val="#ppt_x"/>
                                          </p:val>
                                        </p:tav>
                                        <p:tav tm="100000">
                                          <p:val>
                                            <p:strVal val="#ppt_x"/>
                                          </p:val>
                                        </p:tav>
                                      </p:tavLst>
                                    </p:anim>
                                    <p:anim calcmode="lin" valueType="num">
                                      <p:cBhvr additive="base">
                                        <p:cTn dur="500" fill="hold" id="26"/>
                                        <p:tgtEl>
                                          <p:spTgt spid="1048696">
                                            <p:txEl>
                                              <p:pRg st="4" end="4"/>
                                            </p:txEl>
                                          </p:spTgt>
                                        </p:tgtEl>
                                        <p:attrNameLst>
                                          <p:attrName>ppt_y</p:attrName>
                                        </p:attrNameLst>
                                      </p:cBhvr>
                                      <p:tavLst>
                                        <p:tav tm="0">
                                          <p:val>
                                            <p:strVal val="1+#ppt_h/2"/>
                                          </p:val>
                                        </p:tav>
                                        <p:tav tm="100000">
                                          <p:val>
                                            <p:strVal val="#ppt_y"/>
                                          </p:val>
                                        </p:tav>
                                      </p:tavLst>
                                    </p:anim>
                                  </p:childTnLst>
                                </p:cTn>
                              </p:par>
                              <p:par>
                                <p:cTn fill="hold" id="27" nodeType="withEffect" presetClass="entr" presetID="2" presetSubtype="4">
                                  <p:stCondLst>
                                    <p:cond delay="0"/>
                                  </p:stCondLst>
                                  <p:childTnLst>
                                    <p:set>
                                      <p:cBhvr>
                                        <p:cTn dur="1" fill="hold" id="28">
                                          <p:stCondLst>
                                            <p:cond delay="0"/>
                                          </p:stCondLst>
                                        </p:cTn>
                                        <p:tgtEl>
                                          <p:spTgt spid="1048696">
                                            <p:txEl>
                                              <p:pRg st="5" end="5"/>
                                            </p:txEl>
                                          </p:spTgt>
                                        </p:tgtEl>
                                        <p:attrNameLst>
                                          <p:attrName>style.visibility</p:attrName>
                                        </p:attrNameLst>
                                      </p:cBhvr>
                                      <p:to>
                                        <p:strVal val="visible"/>
                                      </p:to>
                                    </p:set>
                                    <p:anim calcmode="lin" valueType="num">
                                      <p:cBhvr additive="base">
                                        <p:cTn dur="500" fill="hold" id="29"/>
                                        <p:tgtEl>
                                          <p:spTgt spid="1048696">
                                            <p:txEl>
                                              <p:pRg st="5" end="5"/>
                                            </p:txEl>
                                          </p:spTgt>
                                        </p:tgtEl>
                                        <p:attrNameLst>
                                          <p:attrName>ppt_x</p:attrName>
                                        </p:attrNameLst>
                                      </p:cBhvr>
                                      <p:tavLst>
                                        <p:tav tm="0">
                                          <p:val>
                                            <p:strVal val="#ppt_x"/>
                                          </p:val>
                                        </p:tav>
                                        <p:tav tm="100000">
                                          <p:val>
                                            <p:strVal val="#ppt_x"/>
                                          </p:val>
                                        </p:tav>
                                      </p:tavLst>
                                    </p:anim>
                                    <p:anim calcmode="lin" valueType="num">
                                      <p:cBhvr additive="base">
                                        <p:cTn dur="500" fill="hold" id="30"/>
                                        <p:tgtEl>
                                          <p:spTgt spid="1048696">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48" name=""/>
        <p:cNvGrpSpPr/>
        <p:nvPr/>
      </p:nvGrpSpPr>
      <p:grpSpPr>
        <a:xfrm>
          <a:off x="0" y="0"/>
          <a:ext cx="0" cy="0"/>
          <a:chOff x="0" y="0"/>
          <a:chExt cx="0" cy="0"/>
        </a:xfrm>
      </p:grpSpPr>
      <p:sp>
        <p:nvSpPr>
          <p:cNvPr id="1048700" name="Title 1"/>
          <p:cNvSpPr>
            <a:spLocks noGrp="1"/>
          </p:cNvSpPr>
          <p:nvPr>
            <p:ph type="title"/>
          </p:nvPr>
        </p:nvSpPr>
        <p:spPr>
          <a:xfrm>
            <a:off x="0" y="0"/>
            <a:ext cx="9144000" cy="1408176"/>
          </a:xfrm>
        </p:spPr>
        <p:txBody>
          <a:bodyPr>
            <a:normAutofit/>
          </a:bodyPr>
          <a:p>
            <a:pPr algn="ctr"/>
            <a:r>
              <a:rPr dirty="0" sz="6000" lang="en-GB" smtClean="0"/>
              <a:t>True walled fungi</a:t>
            </a:r>
            <a:endParaRPr dirty="0" sz="6000" lang="en-GB"/>
          </a:p>
        </p:txBody>
      </p:sp>
      <p:sp>
        <p:nvSpPr>
          <p:cNvPr id="1048701" name="Content Placeholder 2"/>
          <p:cNvSpPr>
            <a:spLocks noGrp="1"/>
          </p:cNvSpPr>
          <p:nvPr>
            <p:ph idx="1"/>
          </p:nvPr>
        </p:nvSpPr>
        <p:spPr>
          <a:xfrm>
            <a:off x="0" y="1500174"/>
            <a:ext cx="9144000" cy="5357825"/>
          </a:xfrm>
        </p:spPr>
        <p:txBody>
          <a:bodyPr/>
          <a:p>
            <a:r>
              <a:rPr dirty="0" lang="en-GB" smtClean="0">
                <a:solidFill>
                  <a:srgbClr val="FFFF00"/>
                </a:solidFill>
              </a:rPr>
              <a:t>They are further subdivided into four main groups;</a:t>
            </a:r>
          </a:p>
          <a:p>
            <a:r>
              <a:rPr b="1" dirty="0" lang="en-GB" err="1" smtClean="0">
                <a:solidFill>
                  <a:srgbClr val="FFFF00"/>
                </a:solidFill>
              </a:rPr>
              <a:t>Zygomycotina</a:t>
            </a:r>
            <a:r>
              <a:rPr dirty="0" lang="en-GB" smtClean="0">
                <a:solidFill>
                  <a:srgbClr val="FFFF00"/>
                </a:solidFill>
              </a:rPr>
              <a:t>  </a:t>
            </a:r>
            <a:r>
              <a:rPr dirty="0" lang="en-GB" err="1" smtClean="0">
                <a:solidFill>
                  <a:srgbClr val="FFFF00"/>
                </a:solidFill>
              </a:rPr>
              <a:t>e.g</a:t>
            </a:r>
            <a:r>
              <a:rPr dirty="0" lang="en-GB" smtClean="0">
                <a:solidFill>
                  <a:srgbClr val="FFFF00"/>
                </a:solidFill>
              </a:rPr>
              <a:t> </a:t>
            </a:r>
            <a:r>
              <a:rPr dirty="0" i="1" lang="en-GB" err="1" smtClean="0">
                <a:solidFill>
                  <a:srgbClr val="FFFF00"/>
                </a:solidFill>
              </a:rPr>
              <a:t>Rhizopus</a:t>
            </a:r>
            <a:r>
              <a:rPr dirty="0" i="1" lang="en-GB" smtClean="0">
                <a:solidFill>
                  <a:srgbClr val="FFFF00"/>
                </a:solidFill>
              </a:rPr>
              <a:t>, </a:t>
            </a:r>
            <a:r>
              <a:rPr dirty="0" i="1" lang="en-GB" err="1" smtClean="0">
                <a:solidFill>
                  <a:srgbClr val="FFFF00"/>
                </a:solidFill>
              </a:rPr>
              <a:t>Mucor</a:t>
            </a:r>
            <a:endParaRPr dirty="0" i="1" lang="en-GB" smtClean="0">
              <a:solidFill>
                <a:srgbClr val="FFFF00"/>
              </a:solidFill>
            </a:endParaRPr>
          </a:p>
          <a:p>
            <a:pPr>
              <a:buNone/>
            </a:pPr>
            <a:endParaRPr dirty="0" lang="en-GB" smtClean="0">
              <a:solidFill>
                <a:srgbClr val="FFFF00"/>
              </a:solidFill>
            </a:endParaRPr>
          </a:p>
          <a:p>
            <a:pPr>
              <a:buNone/>
            </a:pPr>
            <a:endParaRPr dirty="0" lang="en-GB" smtClean="0">
              <a:solidFill>
                <a:srgbClr val="FFFF00"/>
              </a:solidFill>
            </a:endParaRPr>
          </a:p>
          <a:p>
            <a:pPr>
              <a:buNone/>
            </a:pPr>
            <a:endParaRPr dirty="0" lang="en-GB">
              <a:solidFill>
                <a:srgbClr val="FFFF00"/>
              </a:solidFill>
            </a:endParaRPr>
          </a:p>
        </p:txBody>
      </p:sp>
      <p:pic>
        <p:nvPicPr>
          <p:cNvPr id="2097157" name="Picture 3" descr="C:\Users\aleruchi\Documents\downloads\Fungi\Examples of Fungi_files\pilobolus.jpeg"/>
          <p:cNvPicPr>
            <a:picLocks/>
          </p:cNvPicPr>
          <p:nvPr/>
        </p:nvPicPr>
        <p:blipFill>
          <a:blip xmlns:r="http://schemas.openxmlformats.org/officeDocument/2006/relationships" r:embed="rId1" cstate="print"/>
          <a:srcRect/>
          <a:stretch>
            <a:fillRect/>
          </a:stretch>
        </p:blipFill>
        <p:spPr bwMode="auto">
          <a:xfrm>
            <a:off x="0" y="2714620"/>
            <a:ext cx="9144000" cy="4143380"/>
          </a:xfrm>
          <a:prstGeom prst="rect"/>
          <a:noFill/>
          <a:ln w="9525">
            <a:noFill/>
            <a:miter lim="800000"/>
            <a:headEnd/>
            <a:tailEnd/>
          </a:ln>
        </p:spPr>
      </p:pic>
    </p:spTree>
  </p:cSld>
  <p:clrMapOvr>
    <a:masterClrMapping/>
  </p:clrMapOvr>
  <p:timing>
    <p:tnLst>
      <p:par>
        <p:cTn dur="indefinite" id="1" nodeType="tmRoot" restart="never">
          <p:childTnLst>
            <p:seq concurrent="1" nextAc="seek">
              <p:cTn dur="indefinite" id="2" nodeType="mainSeq">
                <p:childTnLst>
                  <p:par>
                    <p:cTn fill="hold" id="3">
                      <p:stCondLst>
                        <p:cond delay="indefinite"/>
                      </p:stCondLst>
                      <p:childTnLst>
                        <p:par>
                          <p:cTn fill="hold" id="4">
                            <p:stCondLst>
                              <p:cond delay="0"/>
                            </p:stCondLst>
                            <p:childTnLst>
                              <p:par>
                                <p:cTn fill="hold" id="5" nodeType="clickEffect" presetClass="entr" presetID="2" presetSubtype="4">
                                  <p:stCondLst>
                                    <p:cond delay="0"/>
                                  </p:stCondLst>
                                  <p:childTnLst>
                                    <p:set>
                                      <p:cBhvr>
                                        <p:cTn dur="1" fill="hold" id="6">
                                          <p:stCondLst>
                                            <p:cond delay="0"/>
                                          </p:stCondLst>
                                        </p:cTn>
                                        <p:tgtEl>
                                          <p:spTgt spid="1048701">
                                            <p:txEl>
                                              <p:pRg st="1" end="1"/>
                                            </p:txEl>
                                          </p:spTgt>
                                        </p:tgtEl>
                                        <p:attrNameLst>
                                          <p:attrName>style.visibility</p:attrName>
                                        </p:attrNameLst>
                                      </p:cBhvr>
                                      <p:to>
                                        <p:strVal val="visible"/>
                                      </p:to>
                                    </p:set>
                                    <p:anim calcmode="lin" valueType="num">
                                      <p:cBhvr additive="base">
                                        <p:cTn dur="500" fill="hold" id="7"/>
                                        <p:tgtEl>
                                          <p:spTgt spid="1048701">
                                            <p:txEl>
                                              <p:pRg st="1" end="1"/>
                                            </p:txEl>
                                          </p:spTgt>
                                        </p:tgtEl>
                                        <p:attrNameLst>
                                          <p:attrName>ppt_x</p:attrName>
                                        </p:attrNameLst>
                                      </p:cBhvr>
                                      <p:tavLst>
                                        <p:tav tm="0">
                                          <p:val>
                                            <p:strVal val="#ppt_x"/>
                                          </p:val>
                                        </p:tav>
                                        <p:tav tm="100000">
                                          <p:val>
                                            <p:strVal val="#ppt_x"/>
                                          </p:val>
                                        </p:tav>
                                      </p:tavLst>
                                    </p:anim>
                                    <p:anim calcmode="lin" valueType="num">
                                      <p:cBhvr additive="base">
                                        <p:cTn dur="500" fill="hold" id="8"/>
                                        <p:tgtEl>
                                          <p:spTgt spid="1048701">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fill="hold" id="9">
                      <p:stCondLst>
                        <p:cond delay="indefinite"/>
                      </p:stCondLst>
                      <p:childTnLst>
                        <p:par>
                          <p:cTn fill="hold" id="10">
                            <p:stCondLst>
                              <p:cond delay="0"/>
                            </p:stCondLst>
                            <p:childTnLst>
                              <p:par>
                                <p:cTn fill="hold" id="11" nodeType="clickEffect" presetClass="entr" presetID="2" presetSubtype="4">
                                  <p:stCondLst>
                                    <p:cond delay="0"/>
                                  </p:stCondLst>
                                  <p:childTnLst>
                                    <p:set>
                                      <p:cBhvr>
                                        <p:cTn dur="1" fill="hold" id="12">
                                          <p:stCondLst>
                                            <p:cond delay="0"/>
                                          </p:stCondLst>
                                        </p:cTn>
                                        <p:tgtEl>
                                          <p:spTgt spid="2097157"/>
                                        </p:tgtEl>
                                        <p:attrNameLst>
                                          <p:attrName>style.visibility</p:attrName>
                                        </p:attrNameLst>
                                      </p:cBhvr>
                                      <p:to>
                                        <p:strVal val="visible"/>
                                      </p:to>
                                    </p:set>
                                    <p:anim calcmode="lin" valueType="num">
                                      <p:cBhvr additive="base">
                                        <p:cTn dur="500" fill="hold" id="13"/>
                                        <p:tgtEl>
                                          <p:spTgt spid="2097157"/>
                                        </p:tgtEl>
                                        <p:attrNameLst>
                                          <p:attrName>ppt_x</p:attrName>
                                        </p:attrNameLst>
                                      </p:cBhvr>
                                      <p:tavLst>
                                        <p:tav tm="0">
                                          <p:val>
                                            <p:strVal val="#ppt_x"/>
                                          </p:val>
                                        </p:tav>
                                        <p:tav tm="100000">
                                          <p:val>
                                            <p:strVal val="#ppt_x"/>
                                          </p:val>
                                        </p:tav>
                                      </p:tavLst>
                                    </p:anim>
                                    <p:anim calcmode="lin" valueType="num">
                                      <p:cBhvr additive="base">
                                        <p:cTn dur="500" fill="hold" id="14"/>
                                        <p:tgtEl>
                                          <p:spTgt spid="209715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51" name=""/>
        <p:cNvGrpSpPr/>
        <p:nvPr/>
      </p:nvGrpSpPr>
      <p:grpSpPr>
        <a:xfrm>
          <a:off x="0" y="0"/>
          <a:ext cx="0" cy="0"/>
          <a:chOff x="0" y="0"/>
          <a:chExt cx="0" cy="0"/>
        </a:xfrm>
      </p:grpSpPr>
      <p:sp>
        <p:nvSpPr>
          <p:cNvPr id="1048705" name="Title 1"/>
          <p:cNvSpPr>
            <a:spLocks noGrp="1"/>
          </p:cNvSpPr>
          <p:nvPr>
            <p:ph type="title"/>
          </p:nvPr>
        </p:nvSpPr>
        <p:spPr>
          <a:xfrm>
            <a:off x="0" y="0"/>
            <a:ext cx="9144000" cy="1408176"/>
          </a:xfrm>
        </p:spPr>
        <p:txBody>
          <a:bodyPr>
            <a:normAutofit fontScale="90000"/>
          </a:bodyPr>
          <a:p>
            <a:r>
              <a:rPr dirty="0" lang="en-GB" smtClean="0">
                <a:solidFill>
                  <a:srgbClr val="FFFF00"/>
                </a:solidFill>
              </a:rPr>
              <a:t/>
            </a:r>
            <a:br>
              <a:rPr dirty="0" lang="en-GB" smtClean="0">
                <a:solidFill>
                  <a:srgbClr val="FFFF00"/>
                </a:solidFill>
              </a:rPr>
            </a:br>
            <a:r>
              <a:rPr dirty="0" lang="en-GB" err="1" smtClean="0">
                <a:solidFill>
                  <a:srgbClr val="FFFF00"/>
                </a:solidFill>
              </a:rPr>
              <a:t>Ascomycotina</a:t>
            </a:r>
            <a:r>
              <a:rPr dirty="0" lang="en-GB" smtClean="0">
                <a:solidFill>
                  <a:srgbClr val="FFFF00"/>
                </a:solidFill>
              </a:rPr>
              <a:t>  </a:t>
            </a:r>
            <a:r>
              <a:rPr dirty="0" lang="en-GB" err="1" smtClean="0">
                <a:solidFill>
                  <a:srgbClr val="FFFF00"/>
                </a:solidFill>
              </a:rPr>
              <a:t>e.g</a:t>
            </a:r>
            <a:r>
              <a:rPr dirty="0" lang="en-GB" smtClean="0">
                <a:solidFill>
                  <a:srgbClr val="FFFF00"/>
                </a:solidFill>
              </a:rPr>
              <a:t> </a:t>
            </a:r>
            <a:r>
              <a:rPr dirty="0" i="1" lang="en-GB" err="1" smtClean="0">
                <a:solidFill>
                  <a:srgbClr val="FFFF00"/>
                </a:solidFill>
              </a:rPr>
              <a:t>Saccharomyces</a:t>
            </a:r>
            <a:r>
              <a:rPr dirty="0" i="1" lang="en-GB" smtClean="0">
                <a:solidFill>
                  <a:srgbClr val="FFFF00"/>
                </a:solidFill>
              </a:rPr>
              <a:t> </a:t>
            </a:r>
            <a:r>
              <a:rPr dirty="0" i="1" lang="en-GB" err="1" smtClean="0">
                <a:solidFill>
                  <a:srgbClr val="FFFF00"/>
                </a:solidFill>
              </a:rPr>
              <a:t>cervisiae</a:t>
            </a:r>
            <a:r>
              <a:rPr dirty="0" i="1" lang="en-GB" smtClean="0">
                <a:solidFill>
                  <a:srgbClr val="FFFF00"/>
                </a:solidFill>
              </a:rPr>
              <a:t/>
            </a:r>
            <a:br>
              <a:rPr dirty="0" i="1" lang="en-GB" smtClean="0">
                <a:solidFill>
                  <a:srgbClr val="FFFF00"/>
                </a:solidFill>
              </a:rPr>
            </a:br>
            <a:endParaRPr dirty="0" lang="en-GB"/>
          </a:p>
        </p:txBody>
      </p:sp>
      <p:sp>
        <p:nvSpPr>
          <p:cNvPr id="1048706" name="Content Placeholder 2"/>
          <p:cNvSpPr>
            <a:spLocks noGrp="1"/>
          </p:cNvSpPr>
          <p:nvPr>
            <p:ph idx="1"/>
          </p:nvPr>
        </p:nvSpPr>
        <p:spPr/>
        <p:txBody>
          <a:bodyPr/>
          <a:p>
            <a:endParaRPr dirty="0" i="1" lang="en-GB" smtClean="0">
              <a:solidFill>
                <a:srgbClr val="FFFF00"/>
              </a:solidFill>
            </a:endParaRPr>
          </a:p>
          <a:p>
            <a:endParaRPr dirty="0" lang="en-GB"/>
          </a:p>
        </p:txBody>
      </p:sp>
      <p:pic>
        <p:nvPicPr>
          <p:cNvPr id="2097158" name="Picture 3" descr="C:\Users\aleruchi\Documents\downloads\Fungi\Examples of Fungi_files\aleuria.jpeg"/>
          <p:cNvPicPr>
            <a:picLocks/>
          </p:cNvPicPr>
          <p:nvPr/>
        </p:nvPicPr>
        <p:blipFill>
          <a:blip xmlns:r="http://schemas.openxmlformats.org/officeDocument/2006/relationships" r:embed="rId1" cstate="print"/>
          <a:srcRect/>
          <a:stretch>
            <a:fillRect/>
          </a:stretch>
        </p:blipFill>
        <p:spPr bwMode="auto">
          <a:xfrm>
            <a:off x="0" y="1571612"/>
            <a:ext cx="9144000" cy="5286388"/>
          </a:xfrm>
          <a:prstGeom prst="rect"/>
          <a:noFill/>
          <a:ln w="9525">
            <a:noFill/>
            <a:miter lim="800000"/>
            <a:headEnd/>
            <a:tailEnd/>
          </a:ln>
        </p:spPr>
      </p:pic>
    </p:spTree>
  </p:cSld>
  <p:clrMapOvr>
    <a:masterClrMapping/>
  </p:clrMapOvr>
  <p:timing>
    <p:tnLst>
      <p:par>
        <p:cTn dur="indefinite" id="1" nodeType="tmRoot" restart="never">
          <p:childTnLst>
            <p:seq concurrent="1" nextAc="seek">
              <p:cTn dur="indefinite" id="2" nodeType="mainSeq">
                <p:childTnLst>
                  <p:par>
                    <p:cTn fill="hold" id="3">
                      <p:stCondLst>
                        <p:cond delay="indefinite"/>
                      </p:stCondLst>
                      <p:childTnLst>
                        <p:par>
                          <p:cTn fill="hold" id="4">
                            <p:stCondLst>
                              <p:cond delay="0"/>
                            </p:stCondLst>
                            <p:childTnLst>
                              <p:par>
                                <p:cTn fill="hold" id="5" nodeType="clickEffect" presetClass="entr" presetID="2" presetSubtype="4">
                                  <p:stCondLst>
                                    <p:cond delay="0"/>
                                  </p:stCondLst>
                                  <p:childTnLst>
                                    <p:set>
                                      <p:cBhvr>
                                        <p:cTn dur="1" fill="hold" id="6">
                                          <p:stCondLst>
                                            <p:cond delay="0"/>
                                          </p:stCondLst>
                                        </p:cTn>
                                        <p:tgtEl>
                                          <p:spTgt spid="2097158"/>
                                        </p:tgtEl>
                                        <p:attrNameLst>
                                          <p:attrName>style.visibility</p:attrName>
                                        </p:attrNameLst>
                                      </p:cBhvr>
                                      <p:to>
                                        <p:strVal val="visible"/>
                                      </p:to>
                                    </p:set>
                                    <p:anim calcmode="lin" valueType="num">
                                      <p:cBhvr additive="base">
                                        <p:cTn dur="500" fill="hold" id="7"/>
                                        <p:tgtEl>
                                          <p:spTgt spid="2097158"/>
                                        </p:tgtEl>
                                        <p:attrNameLst>
                                          <p:attrName>ppt_x</p:attrName>
                                        </p:attrNameLst>
                                      </p:cBhvr>
                                      <p:tavLst>
                                        <p:tav tm="0">
                                          <p:val>
                                            <p:strVal val="#ppt_x"/>
                                          </p:val>
                                        </p:tav>
                                        <p:tav tm="100000">
                                          <p:val>
                                            <p:strVal val="#ppt_x"/>
                                          </p:val>
                                        </p:tav>
                                      </p:tavLst>
                                    </p:anim>
                                    <p:anim calcmode="lin" valueType="num">
                                      <p:cBhvr additive="base">
                                        <p:cTn dur="500" fill="hold" id="8"/>
                                        <p:tgtEl>
                                          <p:spTgt spid="209715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54" name=""/>
        <p:cNvGrpSpPr/>
        <p:nvPr/>
      </p:nvGrpSpPr>
      <p:grpSpPr>
        <a:xfrm>
          <a:off x="0" y="0"/>
          <a:ext cx="0" cy="0"/>
          <a:chOff x="0" y="0"/>
          <a:chExt cx="0" cy="0"/>
        </a:xfrm>
      </p:grpSpPr>
      <p:sp>
        <p:nvSpPr>
          <p:cNvPr id="1048710" name="Title 1"/>
          <p:cNvSpPr>
            <a:spLocks noGrp="1"/>
          </p:cNvSpPr>
          <p:nvPr>
            <p:ph type="title"/>
          </p:nvPr>
        </p:nvSpPr>
        <p:spPr>
          <a:xfrm>
            <a:off x="0" y="0"/>
            <a:ext cx="9144000" cy="1408176"/>
          </a:xfrm>
        </p:spPr>
        <p:txBody>
          <a:bodyPr>
            <a:normAutofit fontScale="90000"/>
          </a:bodyPr>
          <a:p>
            <a:r>
              <a:rPr dirty="0" lang="en-GB" smtClean="0">
                <a:solidFill>
                  <a:srgbClr val="FFFF00"/>
                </a:solidFill>
              </a:rPr>
              <a:t/>
            </a:r>
            <a:br>
              <a:rPr dirty="0" lang="en-GB" smtClean="0">
                <a:solidFill>
                  <a:srgbClr val="FFFF00"/>
                </a:solidFill>
              </a:rPr>
            </a:br>
            <a:r>
              <a:rPr dirty="0" lang="en-GB" err="1" smtClean="0">
                <a:solidFill>
                  <a:srgbClr val="FFFF00"/>
                </a:solidFill>
              </a:rPr>
              <a:t>Basidiomycotina</a:t>
            </a:r>
            <a:r>
              <a:rPr dirty="0" lang="en-GB" smtClean="0">
                <a:solidFill>
                  <a:srgbClr val="FFFF00"/>
                </a:solidFill>
              </a:rPr>
              <a:t>  </a:t>
            </a:r>
            <a:r>
              <a:rPr dirty="0" lang="en-GB" err="1" smtClean="0">
                <a:solidFill>
                  <a:srgbClr val="FFFF00"/>
                </a:solidFill>
              </a:rPr>
              <a:t>e.g</a:t>
            </a:r>
            <a:r>
              <a:rPr dirty="0" lang="en-GB" smtClean="0">
                <a:solidFill>
                  <a:srgbClr val="FFFF00"/>
                </a:solidFill>
              </a:rPr>
              <a:t> mushrooms and puffballs</a:t>
            </a:r>
            <a:br>
              <a:rPr dirty="0" lang="en-GB" smtClean="0">
                <a:solidFill>
                  <a:srgbClr val="FFFF00"/>
                </a:solidFill>
              </a:rPr>
            </a:br>
            <a:endParaRPr dirty="0" lang="en-GB"/>
          </a:p>
        </p:txBody>
      </p:sp>
      <p:sp>
        <p:nvSpPr>
          <p:cNvPr id="1048711" name="Content Placeholder 2"/>
          <p:cNvSpPr>
            <a:spLocks noGrp="1"/>
          </p:cNvSpPr>
          <p:nvPr>
            <p:ph idx="1"/>
          </p:nvPr>
        </p:nvSpPr>
        <p:spPr>
          <a:xfrm>
            <a:off x="0" y="1500174"/>
            <a:ext cx="9144000" cy="5357825"/>
          </a:xfrm>
        </p:spPr>
        <p:txBody>
          <a:bodyPr/>
          <a:p>
            <a:endParaRPr dirty="0" lang="en-GB"/>
          </a:p>
        </p:txBody>
      </p:sp>
      <p:pic>
        <p:nvPicPr>
          <p:cNvPr id="2097159" name="Picture 3" descr="C:\Users\aleruchi\Documents\downloads\Fungi\Examples of Fungi_files\mutinu1.jpeg"/>
          <p:cNvPicPr>
            <a:picLocks/>
          </p:cNvPicPr>
          <p:nvPr/>
        </p:nvPicPr>
        <p:blipFill>
          <a:blip xmlns:r="http://schemas.openxmlformats.org/officeDocument/2006/relationships" r:embed="rId1" cstate="print"/>
          <a:srcRect/>
          <a:stretch>
            <a:fillRect/>
          </a:stretch>
        </p:blipFill>
        <p:spPr bwMode="auto">
          <a:xfrm>
            <a:off x="0" y="1571612"/>
            <a:ext cx="9144000" cy="5286388"/>
          </a:xfrm>
          <a:prstGeom prst="rect"/>
          <a:noFill/>
          <a:ln w="9525">
            <a:noFill/>
            <a:miter lim="800000"/>
            <a:headEnd/>
            <a:tailEnd/>
          </a:ln>
        </p:spPr>
      </p:pic>
    </p:spTree>
  </p:cSld>
  <p:clrMapOvr>
    <a:masterClrMapping/>
  </p:clrMapOvr>
  <p:timing>
    <p:tnLst>
      <p:par>
        <p:cTn dur="indefinite" id="1" nodeType="tmRoot" restart="never">
          <p:childTnLst>
            <p:seq concurrent="1" nextAc="seek">
              <p:cTn dur="indefinite" id="2" nodeType="mainSeq">
                <p:childTnLst>
                  <p:par>
                    <p:cTn fill="hold" id="3">
                      <p:stCondLst>
                        <p:cond delay="indefinite"/>
                      </p:stCondLst>
                      <p:childTnLst>
                        <p:par>
                          <p:cTn fill="hold" id="4">
                            <p:stCondLst>
                              <p:cond delay="0"/>
                            </p:stCondLst>
                            <p:childTnLst>
                              <p:par>
                                <p:cTn fill="hold" id="5" nodePh="1" nodeType="clickEffect" presetClass="entr" presetID="2" presetSubtype="4">
                                  <p:stCondLst>
                                    <p:cond delay="0"/>
                                  </p:stCondLst>
                                  <p:endCondLst>
                                    <p:cond evt="begin" delay="0">
                                      <p:tn val="5"/>
                                    </p:cond>
                                  </p:endCondLst>
                                  <p:childTnLst>
                                    <p:set>
                                      <p:cBhvr>
                                        <p:cTn dur="1" fill="hold" id="6">
                                          <p:stCondLst>
                                            <p:cond delay="0"/>
                                          </p:stCondLst>
                                        </p:cTn>
                                        <p:tgtEl>
                                          <p:spTgt spid="1048711">
                                            <p:txEl>
                                              <p:pRg st="0" end="0"/>
                                            </p:txEl>
                                          </p:spTgt>
                                        </p:tgtEl>
                                        <p:attrNameLst>
                                          <p:attrName>style.visibility</p:attrName>
                                        </p:attrNameLst>
                                      </p:cBhvr>
                                      <p:to>
                                        <p:strVal val="visible"/>
                                      </p:to>
                                    </p:set>
                                    <p:anim calcmode="lin" valueType="num">
                                      <p:cBhvr additive="base">
                                        <p:cTn dur="500" fill="hold" id="7"/>
                                        <p:tgtEl>
                                          <p:spTgt spid="1048711">
                                            <p:txEl>
                                              <p:pRg st="0" end="0"/>
                                            </p:txEl>
                                          </p:spTgt>
                                        </p:tgtEl>
                                        <p:attrNameLst>
                                          <p:attrName>ppt_x</p:attrName>
                                        </p:attrNameLst>
                                      </p:cBhvr>
                                      <p:tavLst>
                                        <p:tav tm="0">
                                          <p:val>
                                            <p:strVal val="#ppt_x"/>
                                          </p:val>
                                        </p:tav>
                                        <p:tav tm="100000">
                                          <p:val>
                                            <p:strVal val="#ppt_x"/>
                                          </p:val>
                                        </p:tav>
                                      </p:tavLst>
                                    </p:anim>
                                    <p:anim calcmode="lin" valueType="num">
                                      <p:cBhvr additive="base">
                                        <p:cTn dur="500" fill="hold" id="8"/>
                                        <p:tgtEl>
                                          <p:spTgt spid="1048711">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fill="hold" id="9">
                      <p:stCondLst>
                        <p:cond delay="indefinite"/>
                      </p:stCondLst>
                      <p:childTnLst>
                        <p:par>
                          <p:cTn fill="hold" id="10">
                            <p:stCondLst>
                              <p:cond delay="0"/>
                            </p:stCondLst>
                            <p:childTnLst>
                              <p:par>
                                <p:cTn fill="hold" id="11" nodeType="clickEffect" presetClass="entr" presetID="2" presetSubtype="4">
                                  <p:stCondLst>
                                    <p:cond delay="0"/>
                                  </p:stCondLst>
                                  <p:childTnLst>
                                    <p:set>
                                      <p:cBhvr>
                                        <p:cTn dur="1" fill="hold" id="12">
                                          <p:stCondLst>
                                            <p:cond delay="0"/>
                                          </p:stCondLst>
                                        </p:cTn>
                                        <p:tgtEl>
                                          <p:spTgt spid="2097159"/>
                                        </p:tgtEl>
                                        <p:attrNameLst>
                                          <p:attrName>style.visibility</p:attrName>
                                        </p:attrNameLst>
                                      </p:cBhvr>
                                      <p:to>
                                        <p:strVal val="visible"/>
                                      </p:to>
                                    </p:set>
                                    <p:anim calcmode="lin" valueType="num">
                                      <p:cBhvr additive="base">
                                        <p:cTn dur="500" fill="hold" id="13"/>
                                        <p:tgtEl>
                                          <p:spTgt spid="2097159"/>
                                        </p:tgtEl>
                                        <p:attrNameLst>
                                          <p:attrName>ppt_x</p:attrName>
                                        </p:attrNameLst>
                                      </p:cBhvr>
                                      <p:tavLst>
                                        <p:tav tm="0">
                                          <p:val>
                                            <p:strVal val="#ppt_x"/>
                                          </p:val>
                                        </p:tav>
                                        <p:tav tm="100000">
                                          <p:val>
                                            <p:strVal val="#ppt_x"/>
                                          </p:val>
                                        </p:tav>
                                      </p:tavLst>
                                    </p:anim>
                                    <p:anim calcmode="lin" valueType="num">
                                      <p:cBhvr additive="base">
                                        <p:cTn dur="500" fill="hold" id="14"/>
                                        <p:tgtEl>
                                          <p:spTgt spid="209715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57" name=""/>
        <p:cNvGrpSpPr/>
        <p:nvPr/>
      </p:nvGrpSpPr>
      <p:grpSpPr>
        <a:xfrm>
          <a:off x="0" y="0"/>
          <a:ext cx="0" cy="0"/>
          <a:chOff x="0" y="0"/>
          <a:chExt cx="0" cy="0"/>
        </a:xfrm>
      </p:grpSpPr>
      <p:sp>
        <p:nvSpPr>
          <p:cNvPr id="1048715" name="Title 1"/>
          <p:cNvSpPr>
            <a:spLocks noGrp="1"/>
          </p:cNvSpPr>
          <p:nvPr>
            <p:ph type="title"/>
          </p:nvPr>
        </p:nvSpPr>
        <p:spPr/>
        <p:txBody>
          <a:bodyPr/>
          <a:p>
            <a:r>
              <a:rPr dirty="0" lang="en-GB" smtClean="0"/>
              <a:t>True-walled fungi cont’d</a:t>
            </a:r>
            <a:endParaRPr dirty="0" lang="en-GB"/>
          </a:p>
        </p:txBody>
      </p:sp>
      <p:sp>
        <p:nvSpPr>
          <p:cNvPr id="1048716" name="Content Placeholder 2"/>
          <p:cNvSpPr>
            <a:spLocks noGrp="1"/>
          </p:cNvSpPr>
          <p:nvPr>
            <p:ph idx="1"/>
          </p:nvPr>
        </p:nvSpPr>
        <p:spPr/>
        <p:txBody>
          <a:bodyPr/>
          <a:p>
            <a:r>
              <a:rPr b="1" dirty="0" lang="en-GB" err="1" smtClean="0">
                <a:solidFill>
                  <a:srgbClr val="FFFF00"/>
                </a:solidFill>
              </a:rPr>
              <a:t>Deuteromycotina</a:t>
            </a:r>
            <a:r>
              <a:rPr dirty="0" lang="en-GB" smtClean="0">
                <a:solidFill>
                  <a:srgbClr val="FFFF00"/>
                </a:solidFill>
              </a:rPr>
              <a:t>  </a:t>
            </a:r>
            <a:r>
              <a:rPr dirty="0" lang="en-GB" err="1" smtClean="0">
                <a:solidFill>
                  <a:srgbClr val="FFFF00"/>
                </a:solidFill>
              </a:rPr>
              <a:t>e.g</a:t>
            </a:r>
            <a:r>
              <a:rPr dirty="0" lang="en-GB" smtClean="0">
                <a:solidFill>
                  <a:srgbClr val="FFFF00"/>
                </a:solidFill>
              </a:rPr>
              <a:t> </a:t>
            </a:r>
            <a:r>
              <a:rPr dirty="0" i="1" lang="en-GB" err="1" smtClean="0">
                <a:solidFill>
                  <a:srgbClr val="FFFF00"/>
                </a:solidFill>
              </a:rPr>
              <a:t>Alternaria</a:t>
            </a:r>
            <a:r>
              <a:rPr dirty="0" i="1" lang="en-GB" smtClean="0">
                <a:solidFill>
                  <a:srgbClr val="FFFF00"/>
                </a:solidFill>
              </a:rPr>
              <a:t>, </a:t>
            </a:r>
            <a:r>
              <a:rPr dirty="0" i="1" lang="en-GB" err="1" smtClean="0">
                <a:solidFill>
                  <a:srgbClr val="FFFF00"/>
                </a:solidFill>
              </a:rPr>
              <a:t>Aspergillus</a:t>
            </a:r>
            <a:r>
              <a:rPr dirty="0" i="1" lang="en-GB" smtClean="0">
                <a:solidFill>
                  <a:srgbClr val="FFFF00"/>
                </a:solidFill>
              </a:rPr>
              <a:t>, </a:t>
            </a:r>
            <a:r>
              <a:rPr dirty="0" i="1" lang="en-GB" err="1" smtClean="0">
                <a:solidFill>
                  <a:srgbClr val="FFFF00"/>
                </a:solidFill>
              </a:rPr>
              <a:t>Penicillium</a:t>
            </a:r>
            <a:endParaRPr dirty="0" i="1" lang="en-GB" smtClean="0">
              <a:solidFill>
                <a:srgbClr val="FFFF00"/>
              </a:solidFill>
            </a:endParaRPr>
          </a:p>
          <a:p>
            <a:endParaRPr dirty="0" lang="en-GB"/>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60" name=""/>
        <p:cNvGrpSpPr/>
        <p:nvPr/>
      </p:nvGrpSpPr>
      <p:grpSpPr>
        <a:xfrm>
          <a:off x="0" y="0"/>
          <a:ext cx="0" cy="0"/>
          <a:chOff x="0" y="0"/>
          <a:chExt cx="0" cy="0"/>
        </a:xfrm>
      </p:grpSpPr>
      <p:sp>
        <p:nvSpPr>
          <p:cNvPr id="1048720" name="Title 1"/>
          <p:cNvSpPr>
            <a:spLocks noGrp="1"/>
          </p:cNvSpPr>
          <p:nvPr>
            <p:ph type="title"/>
          </p:nvPr>
        </p:nvSpPr>
        <p:spPr>
          <a:xfrm>
            <a:off x="0" y="0"/>
            <a:ext cx="9144000" cy="1408176"/>
          </a:xfrm>
        </p:spPr>
        <p:txBody>
          <a:bodyPr>
            <a:normAutofit fontScale="90000"/>
          </a:bodyPr>
          <a:p>
            <a:pPr algn="ctr"/>
            <a:r>
              <a:rPr dirty="0" sz="6000" lang="en-GB" smtClean="0"/>
              <a:t/>
            </a:r>
            <a:br>
              <a:rPr dirty="0" sz="6000" lang="en-GB" smtClean="0"/>
            </a:br>
            <a:r>
              <a:rPr dirty="0" sz="6000" lang="en-GB" smtClean="0"/>
              <a:t>Reproduction</a:t>
            </a:r>
            <a:br>
              <a:rPr dirty="0" sz="6000" lang="en-GB" smtClean="0"/>
            </a:br>
            <a:endParaRPr dirty="0" sz="6000" lang="en-GB"/>
          </a:p>
        </p:txBody>
      </p:sp>
      <p:sp>
        <p:nvSpPr>
          <p:cNvPr id="1048721" name="Content Placeholder 2"/>
          <p:cNvSpPr>
            <a:spLocks noGrp="1"/>
          </p:cNvSpPr>
          <p:nvPr>
            <p:ph idx="1"/>
          </p:nvPr>
        </p:nvSpPr>
        <p:spPr>
          <a:xfrm>
            <a:off x="0" y="1500174"/>
            <a:ext cx="9144000" cy="5357825"/>
          </a:xfrm>
        </p:spPr>
        <p:txBody>
          <a:bodyPr>
            <a:normAutofit fontScale="96875" lnSpcReduction="20000"/>
          </a:bodyPr>
          <a:p>
            <a:r>
              <a:rPr dirty="0" lang="en-GB" smtClean="0">
                <a:solidFill>
                  <a:srgbClr val="FFFF00"/>
                </a:solidFill>
              </a:rPr>
              <a:t>Most fungi are capable of asexual and sexual reproduction. </a:t>
            </a:r>
          </a:p>
          <a:p>
            <a:r>
              <a:rPr dirty="0" lang="en-GB" smtClean="0">
                <a:solidFill>
                  <a:srgbClr val="FFFF00"/>
                </a:solidFill>
              </a:rPr>
              <a:t>Asexual reproduction is by fragmentation or spore</a:t>
            </a:r>
            <a:r>
              <a:rPr dirty="0" lang="en-GB" u="sng" smtClean="0">
                <a:solidFill>
                  <a:srgbClr val="FFFF00"/>
                </a:solidFill>
              </a:rPr>
              <a:t> </a:t>
            </a:r>
            <a:r>
              <a:rPr dirty="0" lang="en-GB" smtClean="0">
                <a:solidFill>
                  <a:srgbClr val="FFFF00"/>
                </a:solidFill>
              </a:rPr>
              <a:t>formation. </a:t>
            </a:r>
          </a:p>
          <a:p>
            <a:r>
              <a:rPr dirty="0" lang="en-GB" smtClean="0">
                <a:solidFill>
                  <a:srgbClr val="FFFF00"/>
                </a:solidFill>
              </a:rPr>
              <a:t>Those that reproduce sexually produce gametes in specialized areas of the hyphae called gametangia</a:t>
            </a:r>
          </a:p>
          <a:p>
            <a:r>
              <a:rPr dirty="0" lang="en-GB" smtClean="0">
                <a:solidFill>
                  <a:srgbClr val="FFFF00"/>
                </a:solidFill>
              </a:rPr>
              <a:t>In general, the life</a:t>
            </a:r>
            <a:r>
              <a:rPr dirty="0" lang="en-GB" u="sng" smtClean="0">
                <a:solidFill>
                  <a:srgbClr val="FFFF00"/>
                </a:solidFill>
              </a:rPr>
              <a:t> </a:t>
            </a:r>
            <a:r>
              <a:rPr dirty="0" lang="en-GB" smtClean="0">
                <a:solidFill>
                  <a:srgbClr val="FFFF00"/>
                </a:solidFill>
              </a:rPr>
              <a:t>cycle involves the fusion of hyphae from two individuals, forming a mycelium that contains haploid nuclei of both individuals. </a:t>
            </a:r>
          </a:p>
          <a:p>
            <a:pPr>
              <a:buNone/>
            </a:pPr>
            <a:endParaRPr dirty="0" lang="en-GB">
              <a:solidFill>
                <a:srgbClr val="FFFF00"/>
              </a:solidFill>
            </a:endParaRPr>
          </a:p>
        </p:txBody>
      </p:sp>
    </p:spTree>
  </p:cSld>
  <p:clrMapOvr>
    <a:masterClrMapping/>
  </p:clrMapOvr>
  <p:timing>
    <p:tnLst>
      <p:par>
        <p:cTn dur="indefinite" id="1" nodeType="tmRoot" restart="never">
          <p:childTnLst>
            <p:seq concurrent="1" nextAc="seek">
              <p:cTn dur="indefinite" id="2" nodeType="mainSeq">
                <p:childTnLst>
                  <p:par>
                    <p:cTn fill="hold" id="3">
                      <p:stCondLst>
                        <p:cond delay="indefinite"/>
                      </p:stCondLst>
                      <p:childTnLst>
                        <p:par>
                          <p:cTn fill="hold" id="4">
                            <p:stCondLst>
                              <p:cond delay="0"/>
                            </p:stCondLst>
                            <p:childTnLst>
                              <p:par>
                                <p:cTn fill="hold" id="5" nodeType="clickEffect" presetClass="entr" presetID="2" presetSubtype="4">
                                  <p:stCondLst>
                                    <p:cond delay="0"/>
                                  </p:stCondLst>
                                  <p:childTnLst>
                                    <p:set>
                                      <p:cBhvr>
                                        <p:cTn dur="1" fill="hold" id="6">
                                          <p:stCondLst>
                                            <p:cond delay="0"/>
                                          </p:stCondLst>
                                        </p:cTn>
                                        <p:tgtEl>
                                          <p:spTgt spid="1048721">
                                            <p:txEl>
                                              <p:pRg st="0" end="0"/>
                                            </p:txEl>
                                          </p:spTgt>
                                        </p:tgtEl>
                                        <p:attrNameLst>
                                          <p:attrName>style.visibility</p:attrName>
                                        </p:attrNameLst>
                                      </p:cBhvr>
                                      <p:to>
                                        <p:strVal val="visible"/>
                                      </p:to>
                                    </p:set>
                                    <p:anim calcmode="lin" valueType="num">
                                      <p:cBhvr additive="base">
                                        <p:cTn dur="500" fill="hold" id="7"/>
                                        <p:tgtEl>
                                          <p:spTgt spid="1048721">
                                            <p:txEl>
                                              <p:pRg st="0" end="0"/>
                                            </p:txEl>
                                          </p:spTgt>
                                        </p:tgtEl>
                                        <p:attrNameLst>
                                          <p:attrName>ppt_x</p:attrName>
                                        </p:attrNameLst>
                                      </p:cBhvr>
                                      <p:tavLst>
                                        <p:tav tm="0">
                                          <p:val>
                                            <p:strVal val="#ppt_x"/>
                                          </p:val>
                                        </p:tav>
                                        <p:tav tm="100000">
                                          <p:val>
                                            <p:strVal val="#ppt_x"/>
                                          </p:val>
                                        </p:tav>
                                      </p:tavLst>
                                    </p:anim>
                                    <p:anim calcmode="lin" valueType="num">
                                      <p:cBhvr additive="base">
                                        <p:cTn dur="500" fill="hold" id="8"/>
                                        <p:tgtEl>
                                          <p:spTgt spid="1048721">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fill="hold" id="9">
                      <p:stCondLst>
                        <p:cond delay="indefinite"/>
                      </p:stCondLst>
                      <p:childTnLst>
                        <p:par>
                          <p:cTn fill="hold" id="10">
                            <p:stCondLst>
                              <p:cond delay="0"/>
                            </p:stCondLst>
                            <p:childTnLst>
                              <p:par>
                                <p:cTn fill="hold" id="11" nodeType="clickEffect" presetClass="entr" presetID="2" presetSubtype="4">
                                  <p:stCondLst>
                                    <p:cond delay="0"/>
                                  </p:stCondLst>
                                  <p:childTnLst>
                                    <p:set>
                                      <p:cBhvr>
                                        <p:cTn dur="1" fill="hold" id="12">
                                          <p:stCondLst>
                                            <p:cond delay="0"/>
                                          </p:stCondLst>
                                        </p:cTn>
                                        <p:tgtEl>
                                          <p:spTgt spid="1048721">
                                            <p:txEl>
                                              <p:pRg st="1" end="1"/>
                                            </p:txEl>
                                          </p:spTgt>
                                        </p:tgtEl>
                                        <p:attrNameLst>
                                          <p:attrName>style.visibility</p:attrName>
                                        </p:attrNameLst>
                                      </p:cBhvr>
                                      <p:to>
                                        <p:strVal val="visible"/>
                                      </p:to>
                                    </p:set>
                                    <p:anim calcmode="lin" valueType="num">
                                      <p:cBhvr additive="base">
                                        <p:cTn dur="500" fill="hold" id="13"/>
                                        <p:tgtEl>
                                          <p:spTgt spid="1048721">
                                            <p:txEl>
                                              <p:pRg st="1" end="1"/>
                                            </p:txEl>
                                          </p:spTgt>
                                        </p:tgtEl>
                                        <p:attrNameLst>
                                          <p:attrName>ppt_x</p:attrName>
                                        </p:attrNameLst>
                                      </p:cBhvr>
                                      <p:tavLst>
                                        <p:tav tm="0">
                                          <p:val>
                                            <p:strVal val="#ppt_x"/>
                                          </p:val>
                                        </p:tav>
                                        <p:tav tm="100000">
                                          <p:val>
                                            <p:strVal val="#ppt_x"/>
                                          </p:val>
                                        </p:tav>
                                      </p:tavLst>
                                    </p:anim>
                                    <p:anim calcmode="lin" valueType="num">
                                      <p:cBhvr additive="base">
                                        <p:cTn dur="500" fill="hold" id="14"/>
                                        <p:tgtEl>
                                          <p:spTgt spid="1048721">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fill="hold" id="15">
                      <p:stCondLst>
                        <p:cond delay="indefinite"/>
                      </p:stCondLst>
                      <p:childTnLst>
                        <p:par>
                          <p:cTn fill="hold" id="16">
                            <p:stCondLst>
                              <p:cond delay="0"/>
                            </p:stCondLst>
                            <p:childTnLst>
                              <p:par>
                                <p:cTn fill="hold" id="17" nodeType="clickEffect" presetClass="entr" presetID="2" presetSubtype="4">
                                  <p:stCondLst>
                                    <p:cond delay="0"/>
                                  </p:stCondLst>
                                  <p:childTnLst>
                                    <p:set>
                                      <p:cBhvr>
                                        <p:cTn dur="1" fill="hold" id="18">
                                          <p:stCondLst>
                                            <p:cond delay="0"/>
                                          </p:stCondLst>
                                        </p:cTn>
                                        <p:tgtEl>
                                          <p:spTgt spid="1048721">
                                            <p:txEl>
                                              <p:pRg st="2" end="2"/>
                                            </p:txEl>
                                          </p:spTgt>
                                        </p:tgtEl>
                                        <p:attrNameLst>
                                          <p:attrName>style.visibility</p:attrName>
                                        </p:attrNameLst>
                                      </p:cBhvr>
                                      <p:to>
                                        <p:strVal val="visible"/>
                                      </p:to>
                                    </p:set>
                                    <p:anim calcmode="lin" valueType="num">
                                      <p:cBhvr additive="base">
                                        <p:cTn dur="500" fill="hold" id="19"/>
                                        <p:tgtEl>
                                          <p:spTgt spid="1048721">
                                            <p:txEl>
                                              <p:pRg st="2" end="2"/>
                                            </p:txEl>
                                          </p:spTgt>
                                        </p:tgtEl>
                                        <p:attrNameLst>
                                          <p:attrName>ppt_x</p:attrName>
                                        </p:attrNameLst>
                                      </p:cBhvr>
                                      <p:tavLst>
                                        <p:tav tm="0">
                                          <p:val>
                                            <p:strVal val="#ppt_x"/>
                                          </p:val>
                                        </p:tav>
                                        <p:tav tm="100000">
                                          <p:val>
                                            <p:strVal val="#ppt_x"/>
                                          </p:val>
                                        </p:tav>
                                      </p:tavLst>
                                    </p:anim>
                                    <p:anim calcmode="lin" valueType="num">
                                      <p:cBhvr additive="base">
                                        <p:cTn dur="500" fill="hold" id="20"/>
                                        <p:tgtEl>
                                          <p:spTgt spid="1048721">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fill="hold" id="21">
                      <p:stCondLst>
                        <p:cond delay="indefinite"/>
                      </p:stCondLst>
                      <p:childTnLst>
                        <p:par>
                          <p:cTn fill="hold" id="22">
                            <p:stCondLst>
                              <p:cond delay="0"/>
                            </p:stCondLst>
                            <p:childTnLst>
                              <p:par>
                                <p:cTn fill="hold" id="23" nodeType="clickEffect" presetClass="entr" presetID="2" presetSubtype="4">
                                  <p:stCondLst>
                                    <p:cond delay="0"/>
                                  </p:stCondLst>
                                  <p:childTnLst>
                                    <p:set>
                                      <p:cBhvr>
                                        <p:cTn dur="1" fill="hold" id="24">
                                          <p:stCondLst>
                                            <p:cond delay="0"/>
                                          </p:stCondLst>
                                        </p:cTn>
                                        <p:tgtEl>
                                          <p:spTgt spid="1048721">
                                            <p:txEl>
                                              <p:pRg st="3" end="3"/>
                                            </p:txEl>
                                          </p:spTgt>
                                        </p:tgtEl>
                                        <p:attrNameLst>
                                          <p:attrName>style.visibility</p:attrName>
                                        </p:attrNameLst>
                                      </p:cBhvr>
                                      <p:to>
                                        <p:strVal val="visible"/>
                                      </p:to>
                                    </p:set>
                                    <p:anim calcmode="lin" valueType="num">
                                      <p:cBhvr additive="base">
                                        <p:cTn dur="500" fill="hold" id="25"/>
                                        <p:tgtEl>
                                          <p:spTgt spid="1048721">
                                            <p:txEl>
                                              <p:pRg st="3" end="3"/>
                                            </p:txEl>
                                          </p:spTgt>
                                        </p:tgtEl>
                                        <p:attrNameLst>
                                          <p:attrName>ppt_x</p:attrName>
                                        </p:attrNameLst>
                                      </p:cBhvr>
                                      <p:tavLst>
                                        <p:tav tm="0">
                                          <p:val>
                                            <p:strVal val="#ppt_x"/>
                                          </p:val>
                                        </p:tav>
                                        <p:tav tm="100000">
                                          <p:val>
                                            <p:strVal val="#ppt_x"/>
                                          </p:val>
                                        </p:tav>
                                      </p:tavLst>
                                    </p:anim>
                                    <p:anim calcmode="lin" valueType="num">
                                      <p:cBhvr additive="base">
                                        <p:cTn dur="500" fill="hold" id="26"/>
                                        <p:tgtEl>
                                          <p:spTgt spid="1048721">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63" name=""/>
        <p:cNvGrpSpPr/>
        <p:nvPr/>
      </p:nvGrpSpPr>
      <p:grpSpPr>
        <a:xfrm>
          <a:off x="0" y="0"/>
          <a:ext cx="0" cy="0"/>
          <a:chOff x="0" y="0"/>
          <a:chExt cx="0" cy="0"/>
        </a:xfrm>
      </p:grpSpPr>
      <p:sp>
        <p:nvSpPr>
          <p:cNvPr id="1048725" name="Title 1"/>
          <p:cNvSpPr>
            <a:spLocks noGrp="1"/>
          </p:cNvSpPr>
          <p:nvPr>
            <p:ph type="title"/>
          </p:nvPr>
        </p:nvSpPr>
        <p:spPr/>
        <p:txBody>
          <a:bodyPr/>
          <a:p>
            <a:r>
              <a:rPr dirty="0" lang="en-GB" smtClean="0"/>
              <a:t>Reproduction cont’d</a:t>
            </a:r>
            <a:endParaRPr dirty="0" lang="en-GB"/>
          </a:p>
        </p:txBody>
      </p:sp>
      <p:sp>
        <p:nvSpPr>
          <p:cNvPr id="1048726" name="Content Placeholder 2"/>
          <p:cNvSpPr>
            <a:spLocks noGrp="1"/>
          </p:cNvSpPr>
          <p:nvPr>
            <p:ph idx="1"/>
          </p:nvPr>
        </p:nvSpPr>
        <p:spPr>
          <a:xfrm>
            <a:off x="0" y="1500175"/>
            <a:ext cx="9144000" cy="5357826"/>
          </a:xfrm>
        </p:spPr>
        <p:txBody>
          <a:bodyPr>
            <a:normAutofit fontScale="96875" lnSpcReduction="20000"/>
          </a:bodyPr>
          <a:p>
            <a:r>
              <a:rPr dirty="0" sz="3600" lang="en-GB" smtClean="0">
                <a:solidFill>
                  <a:srgbClr val="FFFF00"/>
                </a:solidFill>
              </a:rPr>
              <a:t>The fusion of hyphae is called </a:t>
            </a:r>
            <a:r>
              <a:rPr b="1" dirty="0" sz="3600" i="1" lang="en-GB" smtClean="0">
                <a:solidFill>
                  <a:srgbClr val="FFFF00"/>
                </a:solidFill>
              </a:rPr>
              <a:t>plasmogamy</a:t>
            </a:r>
            <a:r>
              <a:rPr dirty="0" sz="3600" lang="en-GB" smtClean="0">
                <a:solidFill>
                  <a:srgbClr val="FFFF00"/>
                </a:solidFill>
              </a:rPr>
              <a:t>. </a:t>
            </a:r>
          </a:p>
          <a:p>
            <a:r>
              <a:rPr dirty="0" sz="3600" lang="en-GB" smtClean="0">
                <a:solidFill>
                  <a:srgbClr val="FFFF00"/>
                </a:solidFill>
              </a:rPr>
              <a:t>The fused hyphae containing haploid nuclei from two individuals is </a:t>
            </a:r>
            <a:r>
              <a:rPr b="1" dirty="0" sz="3600" i="1" lang="en-GB" smtClean="0">
                <a:solidFill>
                  <a:srgbClr val="FFFF00"/>
                </a:solidFill>
              </a:rPr>
              <a:t>heterokaryotic</a:t>
            </a:r>
            <a:r>
              <a:rPr dirty="0" sz="3600" lang="en-GB" smtClean="0">
                <a:solidFill>
                  <a:srgbClr val="FFFF00"/>
                </a:solidFill>
              </a:rPr>
              <a:t>. </a:t>
            </a:r>
          </a:p>
          <a:p>
            <a:r>
              <a:rPr dirty="0" sz="3600" lang="en-GB" smtClean="0">
                <a:solidFill>
                  <a:srgbClr val="FFFF00"/>
                </a:solidFill>
              </a:rPr>
              <a:t>Eventually, two nuclei that originated from different individuals fuse to form a diploid zygote. Meiosis then produces either four haploid nuclei or four haploid cells.</a:t>
            </a:r>
          </a:p>
          <a:p>
            <a:pPr>
              <a:buNone/>
            </a:pPr>
            <a:endParaRPr dirty="0" lang="en-GB"/>
          </a:p>
        </p:txBody>
      </p:sp>
    </p:spTree>
  </p:cSld>
  <p:clrMapOvr>
    <a:masterClrMapping/>
  </p:clrMapOvr>
  <p:timing>
    <p:tnLst>
      <p:par>
        <p:cTn dur="indefinite" id="1" nodeType="tmRoot" restart="never">
          <p:childTnLst>
            <p:seq concurrent="1" nextAc="seek">
              <p:cTn dur="indefinite" id="2" nodeType="mainSeq">
                <p:childTnLst>
                  <p:par>
                    <p:cTn fill="hold" id="3">
                      <p:stCondLst>
                        <p:cond delay="indefinite"/>
                      </p:stCondLst>
                      <p:childTnLst>
                        <p:par>
                          <p:cTn fill="hold" id="4">
                            <p:stCondLst>
                              <p:cond delay="0"/>
                            </p:stCondLst>
                            <p:childTnLst>
                              <p:par>
                                <p:cTn fill="hold" id="5" nodeType="clickEffect" presetClass="entr" presetID="2" presetSubtype="4">
                                  <p:stCondLst>
                                    <p:cond delay="0"/>
                                  </p:stCondLst>
                                  <p:childTnLst>
                                    <p:set>
                                      <p:cBhvr>
                                        <p:cTn dur="1" fill="hold" id="6">
                                          <p:stCondLst>
                                            <p:cond delay="0"/>
                                          </p:stCondLst>
                                        </p:cTn>
                                        <p:tgtEl>
                                          <p:spTgt spid="1048726">
                                            <p:txEl>
                                              <p:pRg st="0" end="0"/>
                                            </p:txEl>
                                          </p:spTgt>
                                        </p:tgtEl>
                                        <p:attrNameLst>
                                          <p:attrName>style.visibility</p:attrName>
                                        </p:attrNameLst>
                                      </p:cBhvr>
                                      <p:to>
                                        <p:strVal val="visible"/>
                                      </p:to>
                                    </p:set>
                                    <p:anim calcmode="lin" valueType="num">
                                      <p:cBhvr additive="base">
                                        <p:cTn dur="500" fill="hold" id="7"/>
                                        <p:tgtEl>
                                          <p:spTgt spid="1048726">
                                            <p:txEl>
                                              <p:pRg st="0" end="0"/>
                                            </p:txEl>
                                          </p:spTgt>
                                        </p:tgtEl>
                                        <p:attrNameLst>
                                          <p:attrName>ppt_x</p:attrName>
                                        </p:attrNameLst>
                                      </p:cBhvr>
                                      <p:tavLst>
                                        <p:tav tm="0">
                                          <p:val>
                                            <p:strVal val="#ppt_x"/>
                                          </p:val>
                                        </p:tav>
                                        <p:tav tm="100000">
                                          <p:val>
                                            <p:strVal val="#ppt_x"/>
                                          </p:val>
                                        </p:tav>
                                      </p:tavLst>
                                    </p:anim>
                                    <p:anim calcmode="lin" valueType="num">
                                      <p:cBhvr additive="base">
                                        <p:cTn dur="500" fill="hold" id="8"/>
                                        <p:tgtEl>
                                          <p:spTgt spid="1048726">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fill="hold" id="9">
                      <p:stCondLst>
                        <p:cond delay="indefinite"/>
                      </p:stCondLst>
                      <p:childTnLst>
                        <p:par>
                          <p:cTn fill="hold" id="10">
                            <p:stCondLst>
                              <p:cond delay="0"/>
                            </p:stCondLst>
                            <p:childTnLst>
                              <p:par>
                                <p:cTn fill="hold" id="11" nodeType="clickEffect" presetClass="entr" presetID="2" presetSubtype="4">
                                  <p:stCondLst>
                                    <p:cond delay="0"/>
                                  </p:stCondLst>
                                  <p:childTnLst>
                                    <p:set>
                                      <p:cBhvr>
                                        <p:cTn dur="1" fill="hold" id="12">
                                          <p:stCondLst>
                                            <p:cond delay="0"/>
                                          </p:stCondLst>
                                        </p:cTn>
                                        <p:tgtEl>
                                          <p:spTgt spid="1048726">
                                            <p:txEl>
                                              <p:pRg st="1" end="1"/>
                                            </p:txEl>
                                          </p:spTgt>
                                        </p:tgtEl>
                                        <p:attrNameLst>
                                          <p:attrName>style.visibility</p:attrName>
                                        </p:attrNameLst>
                                      </p:cBhvr>
                                      <p:to>
                                        <p:strVal val="visible"/>
                                      </p:to>
                                    </p:set>
                                    <p:anim calcmode="lin" valueType="num">
                                      <p:cBhvr additive="base">
                                        <p:cTn dur="500" fill="hold" id="13"/>
                                        <p:tgtEl>
                                          <p:spTgt spid="1048726">
                                            <p:txEl>
                                              <p:pRg st="1" end="1"/>
                                            </p:txEl>
                                          </p:spTgt>
                                        </p:tgtEl>
                                        <p:attrNameLst>
                                          <p:attrName>ppt_x</p:attrName>
                                        </p:attrNameLst>
                                      </p:cBhvr>
                                      <p:tavLst>
                                        <p:tav tm="0">
                                          <p:val>
                                            <p:strVal val="#ppt_x"/>
                                          </p:val>
                                        </p:tav>
                                        <p:tav tm="100000">
                                          <p:val>
                                            <p:strVal val="#ppt_x"/>
                                          </p:val>
                                        </p:tav>
                                      </p:tavLst>
                                    </p:anim>
                                    <p:anim calcmode="lin" valueType="num">
                                      <p:cBhvr additive="base">
                                        <p:cTn dur="500" fill="hold" id="14"/>
                                        <p:tgtEl>
                                          <p:spTgt spid="1048726">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fill="hold" id="15">
                      <p:stCondLst>
                        <p:cond delay="indefinite"/>
                      </p:stCondLst>
                      <p:childTnLst>
                        <p:par>
                          <p:cTn fill="hold" id="16">
                            <p:stCondLst>
                              <p:cond delay="0"/>
                            </p:stCondLst>
                            <p:childTnLst>
                              <p:par>
                                <p:cTn fill="hold" id="17" nodeType="clickEffect" presetClass="entr" presetID="2" presetSubtype="4">
                                  <p:stCondLst>
                                    <p:cond delay="0"/>
                                  </p:stCondLst>
                                  <p:childTnLst>
                                    <p:set>
                                      <p:cBhvr>
                                        <p:cTn dur="1" fill="hold" id="18">
                                          <p:stCondLst>
                                            <p:cond delay="0"/>
                                          </p:stCondLst>
                                        </p:cTn>
                                        <p:tgtEl>
                                          <p:spTgt spid="1048726">
                                            <p:txEl>
                                              <p:pRg st="2" end="2"/>
                                            </p:txEl>
                                          </p:spTgt>
                                        </p:tgtEl>
                                        <p:attrNameLst>
                                          <p:attrName>style.visibility</p:attrName>
                                        </p:attrNameLst>
                                      </p:cBhvr>
                                      <p:to>
                                        <p:strVal val="visible"/>
                                      </p:to>
                                    </p:set>
                                    <p:anim calcmode="lin" valueType="num">
                                      <p:cBhvr additive="base">
                                        <p:cTn dur="500" fill="hold" id="19"/>
                                        <p:tgtEl>
                                          <p:spTgt spid="1048726">
                                            <p:txEl>
                                              <p:pRg st="2" end="2"/>
                                            </p:txEl>
                                          </p:spTgt>
                                        </p:tgtEl>
                                        <p:attrNameLst>
                                          <p:attrName>ppt_x</p:attrName>
                                        </p:attrNameLst>
                                      </p:cBhvr>
                                      <p:tavLst>
                                        <p:tav tm="0">
                                          <p:val>
                                            <p:strVal val="#ppt_x"/>
                                          </p:val>
                                        </p:tav>
                                        <p:tav tm="100000">
                                          <p:val>
                                            <p:strVal val="#ppt_x"/>
                                          </p:val>
                                        </p:tav>
                                      </p:tavLst>
                                    </p:anim>
                                    <p:anim calcmode="lin" valueType="num">
                                      <p:cBhvr additive="base">
                                        <p:cTn dur="500" fill="hold" id="20"/>
                                        <p:tgtEl>
                                          <p:spTgt spid="1048726">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66" name=""/>
        <p:cNvGrpSpPr/>
        <p:nvPr/>
      </p:nvGrpSpPr>
      <p:grpSpPr>
        <a:xfrm>
          <a:off x="0" y="0"/>
          <a:ext cx="0" cy="0"/>
          <a:chOff x="0" y="0"/>
          <a:chExt cx="0" cy="0"/>
        </a:xfrm>
      </p:grpSpPr>
      <p:sp>
        <p:nvSpPr>
          <p:cNvPr id="1048730" name="Title 1"/>
          <p:cNvSpPr>
            <a:spLocks noGrp="1"/>
          </p:cNvSpPr>
          <p:nvPr>
            <p:ph type="title"/>
          </p:nvPr>
        </p:nvSpPr>
        <p:spPr>
          <a:xfrm>
            <a:off x="0" y="0"/>
            <a:ext cx="9144000" cy="1408176"/>
          </a:xfrm>
        </p:spPr>
        <p:txBody>
          <a:bodyPr/>
          <a:p>
            <a:endParaRPr dirty="0" lang="en-GB"/>
          </a:p>
        </p:txBody>
      </p:sp>
      <p:pic>
        <p:nvPicPr>
          <p:cNvPr id="2097160" name="Content Placeholder 3" descr="C:\Users\aleruchi\Documents\downloads\Fungi\Fungi_files\fungi_life_cycle.gif"/>
          <p:cNvPicPr>
            <a:picLocks noGrp="1"/>
          </p:cNvPicPr>
          <p:nvPr>
            <p:ph idx="1"/>
          </p:nvPr>
        </p:nvPicPr>
        <p:blipFill>
          <a:blip xmlns:r="http://schemas.openxmlformats.org/officeDocument/2006/relationships" r:embed="rId1" cstate="print"/>
          <a:srcRect/>
          <a:stretch>
            <a:fillRect/>
          </a:stretch>
        </p:blipFill>
        <p:spPr bwMode="auto">
          <a:xfrm>
            <a:off x="0" y="1500174"/>
            <a:ext cx="9143999" cy="5357826"/>
          </a:xfrm>
          <a:prstGeom prst="rect"/>
          <a:noFill/>
          <a:ln w="9525">
            <a:noFill/>
            <a:miter lim="800000"/>
            <a:headEnd/>
            <a:tailEnd/>
          </a:ln>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69" name=""/>
        <p:cNvGrpSpPr/>
        <p:nvPr/>
      </p:nvGrpSpPr>
      <p:grpSpPr>
        <a:xfrm>
          <a:off x="0" y="0"/>
          <a:ext cx="0" cy="0"/>
          <a:chOff x="0" y="0"/>
          <a:chExt cx="0" cy="0"/>
        </a:xfrm>
      </p:grpSpPr>
      <p:sp>
        <p:nvSpPr>
          <p:cNvPr id="1048734" name="Title 1"/>
          <p:cNvSpPr>
            <a:spLocks noGrp="1"/>
          </p:cNvSpPr>
          <p:nvPr>
            <p:ph type="title"/>
          </p:nvPr>
        </p:nvSpPr>
        <p:spPr>
          <a:xfrm>
            <a:off x="0" y="0"/>
            <a:ext cx="9144000" cy="1408176"/>
          </a:xfrm>
        </p:spPr>
        <p:txBody>
          <a:bodyPr>
            <a:noAutofit/>
          </a:bodyPr>
          <a:p>
            <a:pPr algn="ctr"/>
            <a:r>
              <a:rPr dirty="0" sz="5400" i="1" lang="en-GB" smtClean="0"/>
              <a:t/>
            </a:r>
            <a:br>
              <a:rPr dirty="0" sz="5400" i="1" lang="en-GB" smtClean="0"/>
            </a:br>
            <a:r>
              <a:rPr dirty="0" sz="5400" lang="en-GB" smtClean="0"/>
              <a:t>The Importance of Fungi</a:t>
            </a:r>
            <a:br>
              <a:rPr dirty="0" sz="5400" lang="en-GB" smtClean="0"/>
            </a:br>
            <a:endParaRPr dirty="0" sz="5400" lang="en-GB"/>
          </a:p>
        </p:txBody>
      </p:sp>
      <p:sp>
        <p:nvSpPr>
          <p:cNvPr id="1048735" name="Content Placeholder 2"/>
          <p:cNvSpPr>
            <a:spLocks noGrp="1"/>
          </p:cNvSpPr>
          <p:nvPr>
            <p:ph idx="1"/>
          </p:nvPr>
        </p:nvSpPr>
        <p:spPr>
          <a:xfrm>
            <a:off x="0" y="1571612"/>
            <a:ext cx="9144000" cy="5286387"/>
          </a:xfrm>
        </p:spPr>
        <p:txBody>
          <a:bodyPr>
            <a:normAutofit fontScale="96875" lnSpcReduction="10000"/>
          </a:bodyPr>
          <a:p>
            <a:pPr lvl="0"/>
            <a:r>
              <a:rPr b="1" dirty="0" sz="3400" lang="en-GB" smtClean="0">
                <a:solidFill>
                  <a:srgbClr val="FFFF00"/>
                </a:solidFill>
              </a:rPr>
              <a:t>Recycling </a:t>
            </a:r>
            <a:r>
              <a:rPr dirty="0" sz="3400" lang="en-GB" smtClean="0">
                <a:solidFill>
                  <a:srgbClr val="FFFF00"/>
                </a:solidFill>
              </a:rPr>
              <a:t/>
            </a:r>
            <a:br>
              <a:rPr dirty="0" sz="3400" lang="en-GB" smtClean="0">
                <a:solidFill>
                  <a:srgbClr val="FFFF00"/>
                </a:solidFill>
              </a:rPr>
            </a:br>
            <a:r>
              <a:rPr dirty="0" sz="3400" lang="en-GB" smtClean="0">
                <a:solidFill>
                  <a:srgbClr val="FFFF00"/>
                </a:solidFill>
              </a:rPr>
              <a:t>Fungi, together with bacteria, are responsible for most of the recycling which returns dead material to the soil in a form in which it can be reused. </a:t>
            </a:r>
          </a:p>
          <a:p>
            <a:pPr lvl="0"/>
            <a:endParaRPr dirty="0" sz="3400" lang="en-GB" smtClean="0">
              <a:solidFill>
                <a:srgbClr val="FFFF00"/>
              </a:solidFill>
            </a:endParaRPr>
          </a:p>
          <a:p>
            <a:pPr lvl="0"/>
            <a:r>
              <a:rPr b="1" dirty="0" sz="3400" lang="en-GB" smtClean="0">
                <a:solidFill>
                  <a:srgbClr val="FFFF00"/>
                </a:solidFill>
              </a:rPr>
              <a:t>Mycorrhizae and plant growth</a:t>
            </a:r>
            <a:r>
              <a:rPr dirty="0" sz="3400" lang="en-GB" smtClean="0">
                <a:solidFill>
                  <a:srgbClr val="FFFF00"/>
                </a:solidFill>
              </a:rPr>
              <a:t/>
            </a:r>
            <a:br>
              <a:rPr dirty="0" sz="3400" lang="en-GB" smtClean="0">
                <a:solidFill>
                  <a:srgbClr val="FFFF00"/>
                </a:solidFill>
              </a:rPr>
            </a:br>
            <a:r>
              <a:rPr dirty="0" sz="3400" lang="en-GB" smtClean="0">
                <a:solidFill>
                  <a:srgbClr val="FFFF00"/>
                </a:solidFill>
              </a:rPr>
              <a:t>Fungi are vitally important for the good growth of most plants, including crops, through the development of mycorrhizal associations</a:t>
            </a:r>
          </a:p>
          <a:p>
            <a:endParaRPr dirty="0" lang="en-GB"/>
          </a:p>
        </p:txBody>
      </p:sp>
    </p:spTree>
  </p:cSld>
  <p:clrMapOvr>
    <a:masterClrMapping/>
  </p:clrMapOvr>
  <p:timing>
    <p:tnLst>
      <p:par>
        <p:cTn dur="indefinite" id="1" nodeType="tmRoot" restart="never">
          <p:childTnLst>
            <p:seq concurrent="1" nextAc="seek">
              <p:cTn dur="indefinite" id="2" nodeType="mainSeq">
                <p:childTnLst>
                  <p:par>
                    <p:cTn fill="hold" id="3">
                      <p:stCondLst>
                        <p:cond delay="indefinite"/>
                      </p:stCondLst>
                      <p:childTnLst>
                        <p:par>
                          <p:cTn fill="hold" id="4">
                            <p:stCondLst>
                              <p:cond delay="0"/>
                            </p:stCondLst>
                            <p:childTnLst>
                              <p:par>
                                <p:cTn fill="hold" id="5" nodeType="clickEffect" presetClass="entr" presetID="2" presetSubtype="4">
                                  <p:stCondLst>
                                    <p:cond delay="0"/>
                                  </p:stCondLst>
                                  <p:childTnLst>
                                    <p:set>
                                      <p:cBhvr>
                                        <p:cTn dur="1" fill="hold" id="6">
                                          <p:stCondLst>
                                            <p:cond delay="0"/>
                                          </p:stCondLst>
                                        </p:cTn>
                                        <p:tgtEl>
                                          <p:spTgt spid="1048735">
                                            <p:txEl>
                                              <p:pRg st="0" end="0"/>
                                            </p:txEl>
                                          </p:spTgt>
                                        </p:tgtEl>
                                        <p:attrNameLst>
                                          <p:attrName>style.visibility</p:attrName>
                                        </p:attrNameLst>
                                      </p:cBhvr>
                                      <p:to>
                                        <p:strVal val="visible"/>
                                      </p:to>
                                    </p:set>
                                    <p:anim calcmode="lin" valueType="num">
                                      <p:cBhvr additive="base">
                                        <p:cTn dur="500" fill="hold" id="7"/>
                                        <p:tgtEl>
                                          <p:spTgt spid="1048735">
                                            <p:txEl>
                                              <p:pRg st="0" end="0"/>
                                            </p:txEl>
                                          </p:spTgt>
                                        </p:tgtEl>
                                        <p:attrNameLst>
                                          <p:attrName>ppt_x</p:attrName>
                                        </p:attrNameLst>
                                      </p:cBhvr>
                                      <p:tavLst>
                                        <p:tav tm="0">
                                          <p:val>
                                            <p:strVal val="#ppt_x"/>
                                          </p:val>
                                        </p:tav>
                                        <p:tav tm="100000">
                                          <p:val>
                                            <p:strVal val="#ppt_x"/>
                                          </p:val>
                                        </p:tav>
                                      </p:tavLst>
                                    </p:anim>
                                    <p:anim calcmode="lin" valueType="num">
                                      <p:cBhvr additive="base">
                                        <p:cTn dur="500" fill="hold" id="8"/>
                                        <p:tgtEl>
                                          <p:spTgt spid="1048735">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fill="hold" id="9">
                      <p:stCondLst>
                        <p:cond delay="indefinite"/>
                      </p:stCondLst>
                      <p:childTnLst>
                        <p:par>
                          <p:cTn fill="hold" id="10">
                            <p:stCondLst>
                              <p:cond delay="0"/>
                            </p:stCondLst>
                            <p:childTnLst>
                              <p:par>
                                <p:cTn fill="hold" id="11" nodeType="clickEffect" presetClass="entr" presetID="2" presetSubtype="4">
                                  <p:stCondLst>
                                    <p:cond delay="0"/>
                                  </p:stCondLst>
                                  <p:childTnLst>
                                    <p:set>
                                      <p:cBhvr>
                                        <p:cTn dur="1" fill="hold" id="12">
                                          <p:stCondLst>
                                            <p:cond delay="0"/>
                                          </p:stCondLst>
                                        </p:cTn>
                                        <p:tgtEl>
                                          <p:spTgt spid="1048735">
                                            <p:txEl>
                                              <p:pRg st="2" end="2"/>
                                            </p:txEl>
                                          </p:spTgt>
                                        </p:tgtEl>
                                        <p:attrNameLst>
                                          <p:attrName>style.visibility</p:attrName>
                                        </p:attrNameLst>
                                      </p:cBhvr>
                                      <p:to>
                                        <p:strVal val="visible"/>
                                      </p:to>
                                    </p:set>
                                    <p:anim calcmode="lin" valueType="num">
                                      <p:cBhvr additive="base">
                                        <p:cTn dur="500" fill="hold" id="13"/>
                                        <p:tgtEl>
                                          <p:spTgt spid="1048735">
                                            <p:txEl>
                                              <p:pRg st="2" end="2"/>
                                            </p:txEl>
                                          </p:spTgt>
                                        </p:tgtEl>
                                        <p:attrNameLst>
                                          <p:attrName>ppt_x</p:attrName>
                                        </p:attrNameLst>
                                      </p:cBhvr>
                                      <p:tavLst>
                                        <p:tav tm="0">
                                          <p:val>
                                            <p:strVal val="#ppt_x"/>
                                          </p:val>
                                        </p:tav>
                                        <p:tav tm="100000">
                                          <p:val>
                                            <p:strVal val="#ppt_x"/>
                                          </p:val>
                                        </p:tav>
                                      </p:tavLst>
                                    </p:anim>
                                    <p:anim calcmode="lin" valueType="num">
                                      <p:cBhvr additive="base">
                                        <p:cTn dur="500" fill="hold" id="14"/>
                                        <p:tgtEl>
                                          <p:spTgt spid="1048735">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72" name=""/>
        <p:cNvGrpSpPr/>
        <p:nvPr/>
      </p:nvGrpSpPr>
      <p:grpSpPr>
        <a:xfrm>
          <a:off x="0" y="0"/>
          <a:ext cx="0" cy="0"/>
          <a:chOff x="0" y="0"/>
          <a:chExt cx="0" cy="0"/>
        </a:xfrm>
      </p:grpSpPr>
      <p:sp>
        <p:nvSpPr>
          <p:cNvPr id="1048739" name="Title 1"/>
          <p:cNvSpPr>
            <a:spLocks noGrp="1"/>
          </p:cNvSpPr>
          <p:nvPr>
            <p:ph type="title"/>
          </p:nvPr>
        </p:nvSpPr>
        <p:spPr/>
        <p:txBody>
          <a:bodyPr/>
          <a:p>
            <a:r>
              <a:rPr dirty="0" lang="en-GB" smtClean="0"/>
              <a:t>Imp. Of  Fungi cont’d</a:t>
            </a:r>
            <a:endParaRPr dirty="0" lang="en-GB"/>
          </a:p>
        </p:txBody>
      </p:sp>
      <p:sp>
        <p:nvSpPr>
          <p:cNvPr id="1048740" name="Content Placeholder 2"/>
          <p:cNvSpPr>
            <a:spLocks noGrp="1"/>
          </p:cNvSpPr>
          <p:nvPr>
            <p:ph idx="1"/>
          </p:nvPr>
        </p:nvSpPr>
        <p:spPr>
          <a:xfrm>
            <a:off x="0" y="1500175"/>
            <a:ext cx="9144000" cy="5357826"/>
          </a:xfrm>
        </p:spPr>
        <p:txBody>
          <a:bodyPr/>
          <a:p>
            <a:pPr lvl="0"/>
            <a:r>
              <a:rPr b="1" dirty="0" lang="en-GB" smtClean="0">
                <a:solidFill>
                  <a:srgbClr val="FFFF00"/>
                </a:solidFill>
              </a:rPr>
              <a:t>Food</a:t>
            </a:r>
            <a:r>
              <a:rPr dirty="0" lang="en-GB" smtClean="0">
                <a:solidFill>
                  <a:srgbClr val="FFFF00"/>
                </a:solidFill>
              </a:rPr>
              <a:t/>
            </a:r>
            <a:br>
              <a:rPr dirty="0" lang="en-GB" smtClean="0">
                <a:solidFill>
                  <a:srgbClr val="FFFF00"/>
                </a:solidFill>
              </a:rPr>
            </a:br>
            <a:r>
              <a:rPr dirty="0" lang="en-GB" smtClean="0">
                <a:solidFill>
                  <a:srgbClr val="FFFF00"/>
                </a:solidFill>
              </a:rPr>
              <a:t>Fungi are also important directly as food for humans. Many mushrooms are edible and different species are cultivated for sale. These include cheeses, beer and wine, bread, some cakes, and some soya bean products</a:t>
            </a:r>
          </a:p>
          <a:p>
            <a:pPr lvl="0"/>
            <a:r>
              <a:rPr b="1" dirty="0" lang="en-GB" smtClean="0">
                <a:solidFill>
                  <a:srgbClr val="FFFF00"/>
                </a:solidFill>
              </a:rPr>
              <a:t>Medicines</a:t>
            </a:r>
            <a:br>
              <a:rPr b="1" dirty="0" lang="en-GB" smtClean="0">
                <a:solidFill>
                  <a:srgbClr val="FFFF00"/>
                </a:solidFill>
              </a:rPr>
            </a:br>
            <a:r>
              <a:rPr dirty="0" lang="en-GB" smtClean="0">
                <a:solidFill>
                  <a:srgbClr val="FFFF00"/>
                </a:solidFill>
              </a:rPr>
              <a:t>Penicillin, perhaps the most famous of all antibiotic drugs, is derived from a common fungus called </a:t>
            </a:r>
            <a:r>
              <a:rPr dirty="0" i="1" lang="en-GB" smtClean="0">
                <a:solidFill>
                  <a:srgbClr val="FFFF00"/>
                </a:solidFill>
              </a:rPr>
              <a:t>Penicillium</a:t>
            </a:r>
            <a:endParaRPr dirty="0" lang="en-GB" smtClean="0">
              <a:solidFill>
                <a:srgbClr val="FFFF00"/>
              </a:solidFill>
            </a:endParaRPr>
          </a:p>
          <a:p>
            <a:endParaRPr dirty="0" lang="en-GB"/>
          </a:p>
        </p:txBody>
      </p:sp>
    </p:spTree>
  </p:cSld>
  <p:clrMapOvr>
    <a:masterClrMapping/>
  </p:clrMapOvr>
  <p:timing>
    <p:tnLst>
      <p:par>
        <p:cTn dur="indefinite" id="1" nodeType="tmRoot" restart="never">
          <p:childTnLst>
            <p:seq concurrent="1" nextAc="seek">
              <p:cTn dur="indefinite" id="2" nodeType="mainSeq">
                <p:childTnLst>
                  <p:par>
                    <p:cTn fill="hold" id="3">
                      <p:stCondLst>
                        <p:cond delay="indefinite"/>
                      </p:stCondLst>
                      <p:childTnLst>
                        <p:par>
                          <p:cTn fill="hold" id="4">
                            <p:stCondLst>
                              <p:cond delay="0"/>
                            </p:stCondLst>
                            <p:childTnLst>
                              <p:par>
                                <p:cTn fill="hold" id="5" nodeType="clickEffect" presetClass="entr" presetID="2" presetSubtype="4">
                                  <p:stCondLst>
                                    <p:cond delay="0"/>
                                  </p:stCondLst>
                                  <p:childTnLst>
                                    <p:set>
                                      <p:cBhvr>
                                        <p:cTn dur="1" fill="hold" id="6">
                                          <p:stCondLst>
                                            <p:cond delay="0"/>
                                          </p:stCondLst>
                                        </p:cTn>
                                        <p:tgtEl>
                                          <p:spTgt spid="1048740">
                                            <p:txEl>
                                              <p:pRg st="0" end="0"/>
                                            </p:txEl>
                                          </p:spTgt>
                                        </p:tgtEl>
                                        <p:attrNameLst>
                                          <p:attrName>style.visibility</p:attrName>
                                        </p:attrNameLst>
                                      </p:cBhvr>
                                      <p:to>
                                        <p:strVal val="visible"/>
                                      </p:to>
                                    </p:set>
                                    <p:anim calcmode="lin" valueType="num">
                                      <p:cBhvr additive="base">
                                        <p:cTn dur="500" fill="hold" id="7"/>
                                        <p:tgtEl>
                                          <p:spTgt spid="1048740">
                                            <p:txEl>
                                              <p:pRg st="0" end="0"/>
                                            </p:txEl>
                                          </p:spTgt>
                                        </p:tgtEl>
                                        <p:attrNameLst>
                                          <p:attrName>ppt_x</p:attrName>
                                        </p:attrNameLst>
                                      </p:cBhvr>
                                      <p:tavLst>
                                        <p:tav tm="0">
                                          <p:val>
                                            <p:strVal val="#ppt_x"/>
                                          </p:val>
                                        </p:tav>
                                        <p:tav tm="100000">
                                          <p:val>
                                            <p:strVal val="#ppt_x"/>
                                          </p:val>
                                        </p:tav>
                                      </p:tavLst>
                                    </p:anim>
                                    <p:anim calcmode="lin" valueType="num">
                                      <p:cBhvr additive="base">
                                        <p:cTn dur="500" fill="hold" id="8"/>
                                        <p:tgtEl>
                                          <p:spTgt spid="1048740">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fill="hold" id="9">
                      <p:stCondLst>
                        <p:cond delay="indefinite"/>
                      </p:stCondLst>
                      <p:childTnLst>
                        <p:par>
                          <p:cTn fill="hold" id="10">
                            <p:stCondLst>
                              <p:cond delay="0"/>
                            </p:stCondLst>
                            <p:childTnLst>
                              <p:par>
                                <p:cTn fill="hold" id="11" nodeType="clickEffect" presetClass="entr" presetID="2" presetSubtype="4">
                                  <p:stCondLst>
                                    <p:cond delay="0"/>
                                  </p:stCondLst>
                                  <p:childTnLst>
                                    <p:set>
                                      <p:cBhvr>
                                        <p:cTn dur="1" fill="hold" id="12">
                                          <p:stCondLst>
                                            <p:cond delay="0"/>
                                          </p:stCondLst>
                                        </p:cTn>
                                        <p:tgtEl>
                                          <p:spTgt spid="1048740">
                                            <p:txEl>
                                              <p:pRg st="1" end="1"/>
                                            </p:txEl>
                                          </p:spTgt>
                                        </p:tgtEl>
                                        <p:attrNameLst>
                                          <p:attrName>style.visibility</p:attrName>
                                        </p:attrNameLst>
                                      </p:cBhvr>
                                      <p:to>
                                        <p:strVal val="visible"/>
                                      </p:to>
                                    </p:set>
                                    <p:anim calcmode="lin" valueType="num">
                                      <p:cBhvr additive="base">
                                        <p:cTn dur="500" fill="hold" id="13"/>
                                        <p:tgtEl>
                                          <p:spTgt spid="1048740">
                                            <p:txEl>
                                              <p:pRg st="1" end="1"/>
                                            </p:txEl>
                                          </p:spTgt>
                                        </p:tgtEl>
                                        <p:attrNameLst>
                                          <p:attrName>ppt_x</p:attrName>
                                        </p:attrNameLst>
                                      </p:cBhvr>
                                      <p:tavLst>
                                        <p:tav tm="0">
                                          <p:val>
                                            <p:strVal val="#ppt_x"/>
                                          </p:val>
                                        </p:tav>
                                        <p:tav tm="100000">
                                          <p:val>
                                            <p:strVal val="#ppt_x"/>
                                          </p:val>
                                        </p:tav>
                                      </p:tavLst>
                                    </p:anim>
                                    <p:anim calcmode="lin" valueType="num">
                                      <p:cBhvr additive="base">
                                        <p:cTn dur="500" fill="hold" id="14"/>
                                        <p:tgtEl>
                                          <p:spTgt spid="1048740">
                                            <p:txEl>
                                              <p:pRg st="1" end="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75" name=""/>
        <p:cNvGrpSpPr/>
        <p:nvPr/>
      </p:nvGrpSpPr>
      <p:grpSpPr>
        <a:xfrm>
          <a:off x="0" y="0"/>
          <a:ext cx="0" cy="0"/>
          <a:chOff x="0" y="0"/>
          <a:chExt cx="0" cy="0"/>
        </a:xfrm>
      </p:grpSpPr>
      <p:sp>
        <p:nvSpPr>
          <p:cNvPr id="1048744" name="Title 1"/>
          <p:cNvSpPr>
            <a:spLocks noGrp="1"/>
          </p:cNvSpPr>
          <p:nvPr>
            <p:ph type="title"/>
          </p:nvPr>
        </p:nvSpPr>
        <p:spPr/>
        <p:txBody>
          <a:bodyPr/>
          <a:p>
            <a:r>
              <a:rPr dirty="0" lang="en-GB" smtClean="0"/>
              <a:t>Imp. Of Fungi cont’d</a:t>
            </a:r>
            <a:endParaRPr dirty="0" lang="en-GB"/>
          </a:p>
        </p:txBody>
      </p:sp>
      <p:sp>
        <p:nvSpPr>
          <p:cNvPr id="1048745" name="Content Placeholder 2"/>
          <p:cNvSpPr>
            <a:spLocks noGrp="1"/>
          </p:cNvSpPr>
          <p:nvPr>
            <p:ph idx="1"/>
          </p:nvPr>
        </p:nvSpPr>
        <p:spPr>
          <a:xfrm>
            <a:off x="0" y="1500175"/>
            <a:ext cx="9144000" cy="5357826"/>
          </a:xfrm>
        </p:spPr>
        <p:txBody>
          <a:bodyPr>
            <a:normAutofit fontScale="96875" lnSpcReduction="20000"/>
          </a:bodyPr>
          <a:p>
            <a:r>
              <a:rPr b="1" dirty="0" lang="en-GB" err="1" smtClean="0">
                <a:solidFill>
                  <a:srgbClr val="FFFF00"/>
                </a:solidFill>
              </a:rPr>
              <a:t>Biocontrol</a:t>
            </a:r>
            <a:r>
              <a:rPr b="1" dirty="0" lang="en-GB" smtClean="0">
                <a:solidFill>
                  <a:srgbClr val="FFFF00"/>
                </a:solidFill>
              </a:rPr>
              <a:t> </a:t>
            </a:r>
            <a:br>
              <a:rPr b="1" dirty="0" lang="en-GB" smtClean="0">
                <a:solidFill>
                  <a:srgbClr val="FFFF00"/>
                </a:solidFill>
              </a:rPr>
            </a:br>
            <a:r>
              <a:rPr dirty="0" lang="en-GB" smtClean="0">
                <a:solidFill>
                  <a:srgbClr val="FFFF00"/>
                </a:solidFill>
              </a:rPr>
              <a:t>Fungi such as the Chinese caterpillar fungus, which </a:t>
            </a:r>
            <a:r>
              <a:rPr dirty="0" lang="en-GB" err="1" smtClean="0">
                <a:solidFill>
                  <a:srgbClr val="FFFF00"/>
                </a:solidFill>
              </a:rPr>
              <a:t>parasitises</a:t>
            </a:r>
            <a:r>
              <a:rPr dirty="0" lang="en-GB" smtClean="0">
                <a:solidFill>
                  <a:srgbClr val="FFFF00"/>
                </a:solidFill>
              </a:rPr>
              <a:t> insects, can be extremely useful for controlling insect pests of crops.</a:t>
            </a:r>
          </a:p>
          <a:p>
            <a:pPr lvl="0"/>
            <a:r>
              <a:rPr b="1" dirty="0" lang="en-GB" smtClean="0">
                <a:solidFill>
                  <a:srgbClr val="FFFF00"/>
                </a:solidFill>
              </a:rPr>
              <a:t>Crop Diseases</a:t>
            </a:r>
            <a:r>
              <a:rPr dirty="0" lang="en-GB" smtClean="0">
                <a:solidFill>
                  <a:srgbClr val="FFFF00"/>
                </a:solidFill>
              </a:rPr>
              <a:t/>
            </a:r>
            <a:br>
              <a:rPr dirty="0" lang="en-GB" smtClean="0">
                <a:solidFill>
                  <a:srgbClr val="FFFF00"/>
                </a:solidFill>
              </a:rPr>
            </a:br>
            <a:r>
              <a:rPr dirty="0" lang="en-GB" smtClean="0">
                <a:solidFill>
                  <a:srgbClr val="FFFF00"/>
                </a:solidFill>
              </a:rPr>
              <a:t>Some fungi are parasites of plants. Most of our common crop plants are susceptible to fungal attack of one kind or another. Fungal diseases can on occasion result in the loss of entire crops if they are not treated with antifungal agents.</a:t>
            </a:r>
          </a:p>
          <a:p>
            <a:endParaRPr dirty="0" lang="en-GB">
              <a:solidFill>
                <a:srgbClr val="FFFF00"/>
              </a:solidFill>
            </a:endParaRPr>
          </a:p>
        </p:txBody>
      </p:sp>
    </p:spTree>
  </p:cSld>
  <p:clrMapOvr>
    <a:masterClrMapping/>
  </p:clrMapOvr>
  <p:timing>
    <p:tnLst>
      <p:par>
        <p:cTn dur="indefinite" id="1" nodeType="tmRoot" restart="never">
          <p:childTnLst>
            <p:seq concurrent="1" nextAc="seek">
              <p:cTn dur="indefinite" id="2" nodeType="mainSeq">
                <p:childTnLst>
                  <p:par>
                    <p:cTn fill="hold" id="3">
                      <p:stCondLst>
                        <p:cond delay="indefinite"/>
                      </p:stCondLst>
                      <p:childTnLst>
                        <p:par>
                          <p:cTn fill="hold" id="4">
                            <p:stCondLst>
                              <p:cond delay="0"/>
                            </p:stCondLst>
                            <p:childTnLst>
                              <p:par>
                                <p:cTn fill="hold" id="5" nodeType="clickEffect" presetClass="entr" presetID="2" presetSubtype="4">
                                  <p:stCondLst>
                                    <p:cond delay="0"/>
                                  </p:stCondLst>
                                  <p:childTnLst>
                                    <p:set>
                                      <p:cBhvr>
                                        <p:cTn dur="1" fill="hold" id="6">
                                          <p:stCondLst>
                                            <p:cond delay="0"/>
                                          </p:stCondLst>
                                        </p:cTn>
                                        <p:tgtEl>
                                          <p:spTgt spid="1048745">
                                            <p:txEl>
                                              <p:pRg st="0" end="0"/>
                                            </p:txEl>
                                          </p:spTgt>
                                        </p:tgtEl>
                                        <p:attrNameLst>
                                          <p:attrName>style.visibility</p:attrName>
                                        </p:attrNameLst>
                                      </p:cBhvr>
                                      <p:to>
                                        <p:strVal val="visible"/>
                                      </p:to>
                                    </p:set>
                                    <p:anim calcmode="lin" valueType="num">
                                      <p:cBhvr additive="base">
                                        <p:cTn dur="500" fill="hold" id="7"/>
                                        <p:tgtEl>
                                          <p:spTgt spid="1048745">
                                            <p:txEl>
                                              <p:pRg st="0" end="0"/>
                                            </p:txEl>
                                          </p:spTgt>
                                        </p:tgtEl>
                                        <p:attrNameLst>
                                          <p:attrName>ppt_x</p:attrName>
                                        </p:attrNameLst>
                                      </p:cBhvr>
                                      <p:tavLst>
                                        <p:tav tm="0">
                                          <p:val>
                                            <p:strVal val="#ppt_x"/>
                                          </p:val>
                                        </p:tav>
                                        <p:tav tm="100000">
                                          <p:val>
                                            <p:strVal val="#ppt_x"/>
                                          </p:val>
                                        </p:tav>
                                      </p:tavLst>
                                    </p:anim>
                                    <p:anim calcmode="lin" valueType="num">
                                      <p:cBhvr additive="base">
                                        <p:cTn dur="500" fill="hold" id="8"/>
                                        <p:tgtEl>
                                          <p:spTgt spid="1048745">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fill="hold" id="9">
                      <p:stCondLst>
                        <p:cond delay="indefinite"/>
                      </p:stCondLst>
                      <p:childTnLst>
                        <p:par>
                          <p:cTn fill="hold" id="10">
                            <p:stCondLst>
                              <p:cond delay="0"/>
                            </p:stCondLst>
                            <p:childTnLst>
                              <p:par>
                                <p:cTn fill="hold" id="11" nodeType="clickEffect" presetClass="entr" presetID="2" presetSubtype="4">
                                  <p:stCondLst>
                                    <p:cond delay="0"/>
                                  </p:stCondLst>
                                  <p:childTnLst>
                                    <p:set>
                                      <p:cBhvr>
                                        <p:cTn dur="1" fill="hold" id="12">
                                          <p:stCondLst>
                                            <p:cond delay="0"/>
                                          </p:stCondLst>
                                        </p:cTn>
                                        <p:tgtEl>
                                          <p:spTgt spid="1048745">
                                            <p:txEl>
                                              <p:pRg st="1" end="1"/>
                                            </p:txEl>
                                          </p:spTgt>
                                        </p:tgtEl>
                                        <p:attrNameLst>
                                          <p:attrName>style.visibility</p:attrName>
                                        </p:attrNameLst>
                                      </p:cBhvr>
                                      <p:to>
                                        <p:strVal val="visible"/>
                                      </p:to>
                                    </p:set>
                                    <p:anim calcmode="lin" valueType="num">
                                      <p:cBhvr additive="base">
                                        <p:cTn dur="500" fill="hold" id="13"/>
                                        <p:tgtEl>
                                          <p:spTgt spid="1048745">
                                            <p:txEl>
                                              <p:pRg st="1" end="1"/>
                                            </p:txEl>
                                          </p:spTgt>
                                        </p:tgtEl>
                                        <p:attrNameLst>
                                          <p:attrName>ppt_x</p:attrName>
                                        </p:attrNameLst>
                                      </p:cBhvr>
                                      <p:tavLst>
                                        <p:tav tm="0">
                                          <p:val>
                                            <p:strVal val="#ppt_x"/>
                                          </p:val>
                                        </p:tav>
                                        <p:tav tm="100000">
                                          <p:val>
                                            <p:strVal val="#ppt_x"/>
                                          </p:val>
                                        </p:tav>
                                      </p:tavLst>
                                    </p:anim>
                                    <p:anim calcmode="lin" valueType="num">
                                      <p:cBhvr additive="base">
                                        <p:cTn dur="500" fill="hold" id="14"/>
                                        <p:tgtEl>
                                          <p:spTgt spid="1048745">
                                            <p:txEl>
                                              <p:pRg st="1" end="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78" name=""/>
        <p:cNvGrpSpPr/>
        <p:nvPr/>
      </p:nvGrpSpPr>
      <p:grpSpPr>
        <a:xfrm>
          <a:off x="0" y="0"/>
          <a:ext cx="0" cy="0"/>
          <a:chOff x="0" y="0"/>
          <a:chExt cx="0" cy="0"/>
        </a:xfrm>
      </p:grpSpPr>
      <p:sp>
        <p:nvSpPr>
          <p:cNvPr id="1048749" name="Title 1"/>
          <p:cNvSpPr>
            <a:spLocks noGrp="1"/>
          </p:cNvSpPr>
          <p:nvPr>
            <p:ph type="title"/>
          </p:nvPr>
        </p:nvSpPr>
        <p:spPr/>
        <p:txBody>
          <a:bodyPr/>
          <a:p>
            <a:r>
              <a:rPr dirty="0" lang="en-GB" smtClean="0"/>
              <a:t>Imp. Of  Fungi </a:t>
            </a:r>
            <a:r>
              <a:rPr dirty="0" lang="en-GB" err="1" smtClean="0"/>
              <a:t>con’td</a:t>
            </a:r>
            <a:endParaRPr dirty="0" lang="en-GB"/>
          </a:p>
        </p:txBody>
      </p:sp>
      <p:sp>
        <p:nvSpPr>
          <p:cNvPr id="1048750" name="Content Placeholder 2"/>
          <p:cNvSpPr>
            <a:spLocks noGrp="1"/>
          </p:cNvSpPr>
          <p:nvPr>
            <p:ph idx="1"/>
          </p:nvPr>
        </p:nvSpPr>
        <p:spPr>
          <a:xfrm>
            <a:off x="0" y="1500175"/>
            <a:ext cx="9144000" cy="5357826"/>
          </a:xfrm>
        </p:spPr>
        <p:txBody>
          <a:bodyPr/>
          <a:p>
            <a:r>
              <a:rPr b="1" dirty="0" lang="en-GB" smtClean="0">
                <a:solidFill>
                  <a:srgbClr val="FFFF00"/>
                </a:solidFill>
              </a:rPr>
              <a:t>Animal Disease</a:t>
            </a:r>
            <a:r>
              <a:rPr dirty="0" lang="en-GB" smtClean="0">
                <a:solidFill>
                  <a:srgbClr val="FFFF00"/>
                </a:solidFill>
              </a:rPr>
              <a:t/>
            </a:r>
            <a:br>
              <a:rPr dirty="0" lang="en-GB" smtClean="0">
                <a:solidFill>
                  <a:srgbClr val="FFFF00"/>
                </a:solidFill>
              </a:rPr>
            </a:br>
            <a:r>
              <a:rPr dirty="0" lang="en-GB" smtClean="0">
                <a:solidFill>
                  <a:srgbClr val="FFFF00"/>
                </a:solidFill>
              </a:rPr>
              <a:t>Fungi can also parasitise  domestic animals causing diseases. Athletes foot and Candida infections are examples of human fungal infections.</a:t>
            </a:r>
          </a:p>
          <a:p>
            <a:pPr>
              <a:buNone/>
            </a:pPr>
            <a:endParaRPr dirty="0" lang="en-GB" smtClean="0">
              <a:solidFill>
                <a:srgbClr val="FFFF00"/>
              </a:solidFill>
            </a:endParaRPr>
          </a:p>
          <a:p>
            <a:r>
              <a:rPr b="1" dirty="0" lang="en-GB" smtClean="0">
                <a:solidFill>
                  <a:srgbClr val="FFFF00"/>
                </a:solidFill>
              </a:rPr>
              <a:t>Food Spoilage</a:t>
            </a:r>
            <a:endParaRPr dirty="0" lang="en-GB" smtClean="0"/>
          </a:p>
          <a:p>
            <a:pPr>
              <a:buNone/>
            </a:pPr>
            <a:r>
              <a:rPr dirty="0" lang="en-GB" smtClean="0"/>
              <a:t>	</a:t>
            </a:r>
            <a:r>
              <a:rPr dirty="0" lang="en-GB" smtClean="0">
                <a:solidFill>
                  <a:srgbClr val="FFFF00"/>
                </a:solidFill>
              </a:rPr>
              <a:t>Fungal damage can be responsible for large losses of stored food</a:t>
            </a:r>
            <a:endParaRPr dirty="0" lang="en-GB">
              <a:solidFill>
                <a:srgbClr val="FFFF00"/>
              </a:solidFill>
            </a:endParaRPr>
          </a:p>
        </p:txBody>
      </p:sp>
    </p:spTree>
  </p:cSld>
  <p:clrMapOvr>
    <a:masterClrMapping/>
  </p:clrMapOvr>
  <p:timing>
    <p:tnLst>
      <p:par>
        <p:cTn dur="indefinite" id="1" nodeType="tmRoot" restart="never">
          <p:childTnLst>
            <p:seq concurrent="1" nextAc="seek">
              <p:cTn dur="indefinite" id="2" nodeType="mainSeq">
                <p:childTnLst>
                  <p:par>
                    <p:cTn fill="hold" id="3">
                      <p:stCondLst>
                        <p:cond delay="indefinite"/>
                      </p:stCondLst>
                      <p:childTnLst>
                        <p:par>
                          <p:cTn fill="hold" id="4">
                            <p:stCondLst>
                              <p:cond delay="0"/>
                            </p:stCondLst>
                            <p:childTnLst>
                              <p:par>
                                <p:cTn fill="hold" id="5" nodeType="clickEffect" presetClass="entr" presetID="2" presetSubtype="4">
                                  <p:stCondLst>
                                    <p:cond delay="0"/>
                                  </p:stCondLst>
                                  <p:childTnLst>
                                    <p:set>
                                      <p:cBhvr>
                                        <p:cTn dur="1" fill="hold" id="6">
                                          <p:stCondLst>
                                            <p:cond delay="0"/>
                                          </p:stCondLst>
                                        </p:cTn>
                                        <p:tgtEl>
                                          <p:spTgt spid="1048750">
                                            <p:txEl>
                                              <p:pRg st="0" end="0"/>
                                            </p:txEl>
                                          </p:spTgt>
                                        </p:tgtEl>
                                        <p:attrNameLst>
                                          <p:attrName>style.visibility</p:attrName>
                                        </p:attrNameLst>
                                      </p:cBhvr>
                                      <p:to>
                                        <p:strVal val="visible"/>
                                      </p:to>
                                    </p:set>
                                    <p:anim calcmode="lin" valueType="num">
                                      <p:cBhvr additive="base">
                                        <p:cTn dur="500" fill="hold" id="7"/>
                                        <p:tgtEl>
                                          <p:spTgt spid="1048750">
                                            <p:txEl>
                                              <p:pRg st="0" end="0"/>
                                            </p:txEl>
                                          </p:spTgt>
                                        </p:tgtEl>
                                        <p:attrNameLst>
                                          <p:attrName>ppt_x</p:attrName>
                                        </p:attrNameLst>
                                      </p:cBhvr>
                                      <p:tavLst>
                                        <p:tav tm="0">
                                          <p:val>
                                            <p:strVal val="#ppt_x"/>
                                          </p:val>
                                        </p:tav>
                                        <p:tav tm="100000">
                                          <p:val>
                                            <p:strVal val="#ppt_x"/>
                                          </p:val>
                                        </p:tav>
                                      </p:tavLst>
                                    </p:anim>
                                    <p:anim calcmode="lin" valueType="num">
                                      <p:cBhvr additive="base">
                                        <p:cTn dur="500" fill="hold" id="8"/>
                                        <p:tgtEl>
                                          <p:spTgt spid="1048750">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fill="hold" id="9">
                      <p:stCondLst>
                        <p:cond delay="indefinite"/>
                      </p:stCondLst>
                      <p:childTnLst>
                        <p:par>
                          <p:cTn fill="hold" id="10">
                            <p:stCondLst>
                              <p:cond delay="0"/>
                            </p:stCondLst>
                            <p:childTnLst>
                              <p:par>
                                <p:cTn fill="hold" id="11" nodeType="clickEffect" presetClass="entr" presetID="2" presetSubtype="4">
                                  <p:stCondLst>
                                    <p:cond delay="0"/>
                                  </p:stCondLst>
                                  <p:childTnLst>
                                    <p:set>
                                      <p:cBhvr>
                                        <p:cTn dur="1" fill="hold" id="12">
                                          <p:stCondLst>
                                            <p:cond delay="0"/>
                                          </p:stCondLst>
                                        </p:cTn>
                                        <p:tgtEl>
                                          <p:spTgt spid="1048750">
                                            <p:txEl>
                                              <p:pRg st="2" end="2"/>
                                            </p:txEl>
                                          </p:spTgt>
                                        </p:tgtEl>
                                        <p:attrNameLst>
                                          <p:attrName>style.visibility</p:attrName>
                                        </p:attrNameLst>
                                      </p:cBhvr>
                                      <p:to>
                                        <p:strVal val="visible"/>
                                      </p:to>
                                    </p:set>
                                    <p:anim calcmode="lin" valueType="num">
                                      <p:cBhvr additive="base">
                                        <p:cTn dur="500" fill="hold" id="13"/>
                                        <p:tgtEl>
                                          <p:spTgt spid="1048750">
                                            <p:txEl>
                                              <p:pRg st="2" end="2"/>
                                            </p:txEl>
                                          </p:spTgt>
                                        </p:tgtEl>
                                        <p:attrNameLst>
                                          <p:attrName>ppt_x</p:attrName>
                                        </p:attrNameLst>
                                      </p:cBhvr>
                                      <p:tavLst>
                                        <p:tav tm="0">
                                          <p:val>
                                            <p:strVal val="#ppt_x"/>
                                          </p:val>
                                        </p:tav>
                                        <p:tav tm="100000">
                                          <p:val>
                                            <p:strVal val="#ppt_x"/>
                                          </p:val>
                                        </p:tav>
                                      </p:tavLst>
                                    </p:anim>
                                    <p:anim calcmode="lin" valueType="num">
                                      <p:cBhvr additive="base">
                                        <p:cTn dur="500" fill="hold" id="14"/>
                                        <p:tgtEl>
                                          <p:spTgt spid="1048750">
                                            <p:txEl>
                                              <p:pRg st="2" end="2"/>
                                            </p:txEl>
                                          </p:spTgt>
                                        </p:tgtEl>
                                        <p:attrNameLst>
                                          <p:attrName>ppt_y</p:attrName>
                                        </p:attrNameLst>
                                      </p:cBhvr>
                                      <p:tavLst>
                                        <p:tav tm="0">
                                          <p:val>
                                            <p:strVal val="1+#ppt_h/2"/>
                                          </p:val>
                                        </p:tav>
                                        <p:tav tm="100000">
                                          <p:val>
                                            <p:strVal val="#ppt_y"/>
                                          </p:val>
                                        </p:tav>
                                      </p:tavLst>
                                    </p:anim>
                                  </p:childTnLst>
                                </p:cTn>
                              </p:par>
                              <p:par>
                                <p:cTn fill="hold" id="15" nodeType="withEffect" presetClass="entr" presetID="2" presetSubtype="4">
                                  <p:stCondLst>
                                    <p:cond delay="0"/>
                                  </p:stCondLst>
                                  <p:childTnLst>
                                    <p:set>
                                      <p:cBhvr>
                                        <p:cTn dur="1" fill="hold" id="16">
                                          <p:stCondLst>
                                            <p:cond delay="0"/>
                                          </p:stCondLst>
                                        </p:cTn>
                                        <p:tgtEl>
                                          <p:spTgt spid="1048750">
                                            <p:txEl>
                                              <p:pRg st="3" end="3"/>
                                            </p:txEl>
                                          </p:spTgt>
                                        </p:tgtEl>
                                        <p:attrNameLst>
                                          <p:attrName>style.visibility</p:attrName>
                                        </p:attrNameLst>
                                      </p:cBhvr>
                                      <p:to>
                                        <p:strVal val="visible"/>
                                      </p:to>
                                    </p:set>
                                    <p:anim calcmode="lin" valueType="num">
                                      <p:cBhvr additive="base">
                                        <p:cTn dur="500" fill="hold" id="17"/>
                                        <p:tgtEl>
                                          <p:spTgt spid="1048750">
                                            <p:txEl>
                                              <p:pRg st="3" end="3"/>
                                            </p:txEl>
                                          </p:spTgt>
                                        </p:tgtEl>
                                        <p:attrNameLst>
                                          <p:attrName>ppt_x</p:attrName>
                                        </p:attrNameLst>
                                      </p:cBhvr>
                                      <p:tavLst>
                                        <p:tav tm="0">
                                          <p:val>
                                            <p:strVal val="#ppt_x"/>
                                          </p:val>
                                        </p:tav>
                                        <p:tav tm="100000">
                                          <p:val>
                                            <p:strVal val="#ppt_x"/>
                                          </p:val>
                                        </p:tav>
                                      </p:tavLst>
                                    </p:anim>
                                    <p:anim calcmode="lin" valueType="num">
                                      <p:cBhvr additive="base">
                                        <p:cTn dur="500" fill="hold" id="18"/>
                                        <p:tgtEl>
                                          <p:spTgt spid="1048750">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81" name=""/>
        <p:cNvGrpSpPr/>
        <p:nvPr/>
      </p:nvGrpSpPr>
      <p:grpSpPr>
        <a:xfrm>
          <a:off x="0" y="0"/>
          <a:ext cx="0" cy="0"/>
          <a:chOff x="0" y="0"/>
          <a:chExt cx="0" cy="0"/>
        </a:xfrm>
      </p:grpSpPr>
      <p:sp>
        <p:nvSpPr>
          <p:cNvPr id="1048754" name="Title 1"/>
          <p:cNvSpPr>
            <a:spLocks noGrp="1"/>
          </p:cNvSpPr>
          <p:nvPr>
            <p:ph type="title"/>
          </p:nvPr>
        </p:nvSpPr>
        <p:spPr>
          <a:xfrm>
            <a:off x="0" y="0"/>
            <a:ext cx="9144000" cy="1408176"/>
          </a:xfrm>
        </p:spPr>
        <p:txBody>
          <a:bodyPr>
            <a:noAutofit/>
          </a:bodyPr>
          <a:p>
            <a:pPr algn="ctr"/>
            <a:r>
              <a:rPr dirty="0" sz="5400" lang="en-GB" smtClean="0"/>
              <a:t>LOWER PLANTS (CRYPTOGAMS)</a:t>
            </a:r>
            <a:endParaRPr dirty="0" sz="5400" lang="en-GB"/>
          </a:p>
        </p:txBody>
      </p:sp>
      <p:sp>
        <p:nvSpPr>
          <p:cNvPr id="1048755" name="Content Placeholder 2"/>
          <p:cNvSpPr>
            <a:spLocks noGrp="1"/>
          </p:cNvSpPr>
          <p:nvPr>
            <p:ph idx="1"/>
          </p:nvPr>
        </p:nvSpPr>
        <p:spPr>
          <a:xfrm>
            <a:off x="0" y="1500174"/>
            <a:ext cx="9144000" cy="5357825"/>
          </a:xfrm>
        </p:spPr>
        <p:txBody>
          <a:bodyPr>
            <a:normAutofit fontScale="96875" lnSpcReduction="20000"/>
          </a:bodyPr>
          <a:p>
            <a:r>
              <a:rPr dirty="0" lang="en-GB" smtClean="0">
                <a:solidFill>
                  <a:srgbClr val="FFFF00"/>
                </a:solidFill>
              </a:rPr>
              <a:t>Lower plants are also known as Cryptogams because their reproductive organs are hidden and non-conspicuous like flowers in higher plants</a:t>
            </a:r>
          </a:p>
          <a:p>
            <a:r>
              <a:rPr dirty="0" lang="en-GB" smtClean="0">
                <a:solidFill>
                  <a:srgbClr val="FFFF00"/>
                </a:solidFill>
              </a:rPr>
              <a:t>They are made up of three Phyla;</a:t>
            </a:r>
          </a:p>
          <a:p>
            <a:pPr>
              <a:buNone/>
            </a:pPr>
            <a:endParaRPr dirty="0" lang="en-GB" smtClean="0">
              <a:solidFill>
                <a:srgbClr val="FFFF00"/>
              </a:solidFill>
            </a:endParaRPr>
          </a:p>
          <a:p>
            <a:pPr>
              <a:buFont typeface="Wingdings" pitchFamily="2" charset="2"/>
              <a:buChar char="Ø"/>
            </a:pPr>
            <a:r>
              <a:rPr b="1" dirty="0" lang="en-GB" smtClean="0">
                <a:solidFill>
                  <a:srgbClr val="FFFF00"/>
                </a:solidFill>
              </a:rPr>
              <a:t>Thallophyta</a:t>
            </a:r>
            <a:r>
              <a:rPr dirty="0" lang="en-GB" smtClean="0">
                <a:solidFill>
                  <a:srgbClr val="FFFF00"/>
                </a:solidFill>
              </a:rPr>
              <a:t> (Algae),</a:t>
            </a:r>
          </a:p>
          <a:p>
            <a:pPr>
              <a:buFont typeface="Wingdings" pitchFamily="2" charset="2"/>
              <a:buChar char="Ø"/>
            </a:pPr>
            <a:endParaRPr dirty="0" lang="en-GB" smtClean="0">
              <a:solidFill>
                <a:srgbClr val="FFFF00"/>
              </a:solidFill>
            </a:endParaRPr>
          </a:p>
          <a:p>
            <a:pPr>
              <a:buFont typeface="Wingdings" pitchFamily="2" charset="2"/>
              <a:buChar char="Ø"/>
            </a:pPr>
            <a:r>
              <a:rPr b="1" dirty="0" lang="en-GB" smtClean="0">
                <a:solidFill>
                  <a:srgbClr val="FFFF00"/>
                </a:solidFill>
              </a:rPr>
              <a:t>Bryophyta</a:t>
            </a:r>
            <a:r>
              <a:rPr dirty="0" lang="en-GB" smtClean="0">
                <a:solidFill>
                  <a:srgbClr val="FFFF00"/>
                </a:solidFill>
              </a:rPr>
              <a:t> (Mosses, liverworts and hornworts) </a:t>
            </a:r>
          </a:p>
          <a:p>
            <a:pPr>
              <a:buNone/>
            </a:pPr>
            <a:endParaRPr dirty="0" lang="en-GB" smtClean="0">
              <a:solidFill>
                <a:srgbClr val="FFFF00"/>
              </a:solidFill>
            </a:endParaRPr>
          </a:p>
          <a:p>
            <a:pPr>
              <a:buFont typeface="Wingdings" pitchFamily="2" charset="2"/>
              <a:buChar char="Ø"/>
            </a:pPr>
            <a:r>
              <a:rPr b="1" dirty="0" lang="en-GB" err="1" smtClean="0">
                <a:solidFill>
                  <a:srgbClr val="FFFF00"/>
                </a:solidFill>
              </a:rPr>
              <a:t>Pteridophyta</a:t>
            </a:r>
            <a:r>
              <a:rPr dirty="0" lang="en-GB" smtClean="0">
                <a:solidFill>
                  <a:srgbClr val="FFFF00"/>
                </a:solidFill>
              </a:rPr>
              <a:t> (Ferns and Fern allies)</a:t>
            </a:r>
            <a:endParaRPr dirty="0" lang="en-GB">
              <a:solidFill>
                <a:srgbClr val="FFFF00"/>
              </a:solidFill>
            </a:endParaRPr>
          </a:p>
        </p:txBody>
      </p:sp>
    </p:spTree>
  </p:cSld>
  <p:clrMapOvr>
    <a:masterClrMapping/>
  </p:clrMapOvr>
  <p:timing>
    <p:tnLst>
      <p:par>
        <p:cTn dur="indefinite" id="1" nodeType="tmRoot" restart="never">
          <p:childTnLst>
            <p:seq concurrent="1" nextAc="seek">
              <p:cTn dur="indefinite" id="2" nodeType="mainSeq">
                <p:childTnLst>
                  <p:par>
                    <p:cTn fill="hold" id="3">
                      <p:stCondLst>
                        <p:cond delay="indefinite"/>
                      </p:stCondLst>
                      <p:childTnLst>
                        <p:par>
                          <p:cTn fill="hold" id="4">
                            <p:stCondLst>
                              <p:cond delay="0"/>
                            </p:stCondLst>
                            <p:childTnLst>
                              <p:par>
                                <p:cTn fill="hold" grpId="0" id="5" nodeType="clickEffect" presetClass="entr" presetID="2" presetSubtype="4">
                                  <p:stCondLst>
                                    <p:cond delay="0"/>
                                  </p:stCondLst>
                                  <p:childTnLst>
                                    <p:set>
                                      <p:cBhvr>
                                        <p:cTn dur="1" fill="hold" id="6">
                                          <p:stCondLst>
                                            <p:cond delay="0"/>
                                          </p:stCondLst>
                                        </p:cTn>
                                        <p:tgtEl>
                                          <p:spTgt spid="1048754"/>
                                        </p:tgtEl>
                                        <p:attrNameLst>
                                          <p:attrName>style.visibility</p:attrName>
                                        </p:attrNameLst>
                                      </p:cBhvr>
                                      <p:to>
                                        <p:strVal val="visible"/>
                                      </p:to>
                                    </p:set>
                                    <p:anim calcmode="lin" valueType="num">
                                      <p:cBhvr additive="base">
                                        <p:cTn dur="500" fill="hold" id="7"/>
                                        <p:tgtEl>
                                          <p:spTgt spid="1048754"/>
                                        </p:tgtEl>
                                        <p:attrNameLst>
                                          <p:attrName>ppt_x</p:attrName>
                                        </p:attrNameLst>
                                      </p:cBhvr>
                                      <p:tavLst>
                                        <p:tav tm="0">
                                          <p:val>
                                            <p:strVal val="#ppt_x"/>
                                          </p:val>
                                        </p:tav>
                                        <p:tav tm="100000">
                                          <p:val>
                                            <p:strVal val="#ppt_x"/>
                                          </p:val>
                                        </p:tav>
                                      </p:tavLst>
                                    </p:anim>
                                    <p:anim calcmode="lin" valueType="num">
                                      <p:cBhvr additive="base">
                                        <p:cTn dur="500" fill="hold" id="8"/>
                                        <p:tgtEl>
                                          <p:spTgt spid="1048754"/>
                                        </p:tgtEl>
                                        <p:attrNameLst>
                                          <p:attrName>ppt_y</p:attrName>
                                        </p:attrNameLst>
                                      </p:cBhvr>
                                      <p:tavLst>
                                        <p:tav tm="0">
                                          <p:val>
                                            <p:strVal val="1+#ppt_h/2"/>
                                          </p:val>
                                        </p:tav>
                                        <p:tav tm="100000">
                                          <p:val>
                                            <p:strVal val="#ppt_y"/>
                                          </p:val>
                                        </p:tav>
                                      </p:tavLst>
                                    </p:anim>
                                  </p:childTnLst>
                                </p:cTn>
                              </p:par>
                            </p:childTnLst>
                          </p:cTn>
                        </p:par>
                      </p:childTnLst>
                    </p:cTn>
                  </p:par>
                  <p:par>
                    <p:cTn fill="hold" id="9">
                      <p:stCondLst>
                        <p:cond delay="indefinite"/>
                      </p:stCondLst>
                      <p:childTnLst>
                        <p:par>
                          <p:cTn fill="hold" id="10">
                            <p:stCondLst>
                              <p:cond delay="0"/>
                            </p:stCondLst>
                            <p:childTnLst>
                              <p:par>
                                <p:cTn fill="hold" id="11" nodeType="clickEffect" presetClass="entr" presetID="2" presetSubtype="4">
                                  <p:stCondLst>
                                    <p:cond delay="0"/>
                                  </p:stCondLst>
                                  <p:childTnLst>
                                    <p:set>
                                      <p:cBhvr>
                                        <p:cTn dur="1" fill="hold" id="12">
                                          <p:stCondLst>
                                            <p:cond delay="0"/>
                                          </p:stCondLst>
                                        </p:cTn>
                                        <p:tgtEl>
                                          <p:spTgt spid="1048755">
                                            <p:txEl>
                                              <p:pRg st="0" end="0"/>
                                            </p:txEl>
                                          </p:spTgt>
                                        </p:tgtEl>
                                        <p:attrNameLst>
                                          <p:attrName>style.visibility</p:attrName>
                                        </p:attrNameLst>
                                      </p:cBhvr>
                                      <p:to>
                                        <p:strVal val="visible"/>
                                      </p:to>
                                    </p:set>
                                    <p:anim calcmode="lin" valueType="num">
                                      <p:cBhvr additive="base">
                                        <p:cTn dur="500" fill="hold" id="13"/>
                                        <p:tgtEl>
                                          <p:spTgt spid="1048755">
                                            <p:txEl>
                                              <p:pRg st="0" end="0"/>
                                            </p:txEl>
                                          </p:spTgt>
                                        </p:tgtEl>
                                        <p:attrNameLst>
                                          <p:attrName>ppt_x</p:attrName>
                                        </p:attrNameLst>
                                      </p:cBhvr>
                                      <p:tavLst>
                                        <p:tav tm="0">
                                          <p:val>
                                            <p:strVal val="#ppt_x"/>
                                          </p:val>
                                        </p:tav>
                                        <p:tav tm="100000">
                                          <p:val>
                                            <p:strVal val="#ppt_x"/>
                                          </p:val>
                                        </p:tav>
                                      </p:tavLst>
                                    </p:anim>
                                    <p:anim calcmode="lin" valueType="num">
                                      <p:cBhvr additive="base">
                                        <p:cTn dur="500" fill="hold" id="14"/>
                                        <p:tgtEl>
                                          <p:spTgt spid="1048755">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fill="hold" id="15">
                      <p:stCondLst>
                        <p:cond delay="indefinite"/>
                      </p:stCondLst>
                      <p:childTnLst>
                        <p:par>
                          <p:cTn fill="hold" id="16">
                            <p:stCondLst>
                              <p:cond delay="0"/>
                            </p:stCondLst>
                            <p:childTnLst>
                              <p:par>
                                <p:cTn fill="hold" id="17" nodeType="clickEffect" presetClass="entr" presetID="2" presetSubtype="4">
                                  <p:stCondLst>
                                    <p:cond delay="0"/>
                                  </p:stCondLst>
                                  <p:childTnLst>
                                    <p:set>
                                      <p:cBhvr>
                                        <p:cTn dur="1" fill="hold" id="18">
                                          <p:stCondLst>
                                            <p:cond delay="0"/>
                                          </p:stCondLst>
                                        </p:cTn>
                                        <p:tgtEl>
                                          <p:spTgt spid="1048755">
                                            <p:txEl>
                                              <p:pRg st="1" end="1"/>
                                            </p:txEl>
                                          </p:spTgt>
                                        </p:tgtEl>
                                        <p:attrNameLst>
                                          <p:attrName>style.visibility</p:attrName>
                                        </p:attrNameLst>
                                      </p:cBhvr>
                                      <p:to>
                                        <p:strVal val="visible"/>
                                      </p:to>
                                    </p:set>
                                    <p:anim calcmode="lin" valueType="num">
                                      <p:cBhvr additive="base">
                                        <p:cTn dur="500" fill="hold" id="19"/>
                                        <p:tgtEl>
                                          <p:spTgt spid="1048755">
                                            <p:txEl>
                                              <p:pRg st="1" end="1"/>
                                            </p:txEl>
                                          </p:spTgt>
                                        </p:tgtEl>
                                        <p:attrNameLst>
                                          <p:attrName>ppt_x</p:attrName>
                                        </p:attrNameLst>
                                      </p:cBhvr>
                                      <p:tavLst>
                                        <p:tav tm="0">
                                          <p:val>
                                            <p:strVal val="#ppt_x"/>
                                          </p:val>
                                        </p:tav>
                                        <p:tav tm="100000">
                                          <p:val>
                                            <p:strVal val="#ppt_x"/>
                                          </p:val>
                                        </p:tav>
                                      </p:tavLst>
                                    </p:anim>
                                    <p:anim calcmode="lin" valueType="num">
                                      <p:cBhvr additive="base">
                                        <p:cTn dur="500" fill="hold" id="20"/>
                                        <p:tgtEl>
                                          <p:spTgt spid="1048755">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fill="hold" id="21">
                      <p:stCondLst>
                        <p:cond delay="indefinite"/>
                      </p:stCondLst>
                      <p:childTnLst>
                        <p:par>
                          <p:cTn fill="hold" id="22">
                            <p:stCondLst>
                              <p:cond delay="0"/>
                            </p:stCondLst>
                            <p:childTnLst>
                              <p:par>
                                <p:cTn fill="hold" id="23" nodeType="clickEffect" presetClass="entr" presetID="2" presetSubtype="4">
                                  <p:stCondLst>
                                    <p:cond delay="0"/>
                                  </p:stCondLst>
                                  <p:childTnLst>
                                    <p:set>
                                      <p:cBhvr>
                                        <p:cTn dur="1" fill="hold" id="24">
                                          <p:stCondLst>
                                            <p:cond delay="0"/>
                                          </p:stCondLst>
                                        </p:cTn>
                                        <p:tgtEl>
                                          <p:spTgt spid="1048755">
                                            <p:txEl>
                                              <p:pRg st="3" end="3"/>
                                            </p:txEl>
                                          </p:spTgt>
                                        </p:tgtEl>
                                        <p:attrNameLst>
                                          <p:attrName>style.visibility</p:attrName>
                                        </p:attrNameLst>
                                      </p:cBhvr>
                                      <p:to>
                                        <p:strVal val="visible"/>
                                      </p:to>
                                    </p:set>
                                    <p:anim calcmode="lin" valueType="num">
                                      <p:cBhvr additive="base">
                                        <p:cTn dur="500" fill="hold" id="25"/>
                                        <p:tgtEl>
                                          <p:spTgt spid="1048755">
                                            <p:txEl>
                                              <p:pRg st="3" end="3"/>
                                            </p:txEl>
                                          </p:spTgt>
                                        </p:tgtEl>
                                        <p:attrNameLst>
                                          <p:attrName>ppt_x</p:attrName>
                                        </p:attrNameLst>
                                      </p:cBhvr>
                                      <p:tavLst>
                                        <p:tav tm="0">
                                          <p:val>
                                            <p:strVal val="#ppt_x"/>
                                          </p:val>
                                        </p:tav>
                                        <p:tav tm="100000">
                                          <p:val>
                                            <p:strVal val="#ppt_x"/>
                                          </p:val>
                                        </p:tav>
                                      </p:tavLst>
                                    </p:anim>
                                    <p:anim calcmode="lin" valueType="num">
                                      <p:cBhvr additive="base">
                                        <p:cTn dur="500" fill="hold" id="26"/>
                                        <p:tgtEl>
                                          <p:spTgt spid="1048755">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fill="hold" id="27">
                      <p:stCondLst>
                        <p:cond delay="indefinite"/>
                      </p:stCondLst>
                      <p:childTnLst>
                        <p:par>
                          <p:cTn fill="hold" id="28">
                            <p:stCondLst>
                              <p:cond delay="0"/>
                            </p:stCondLst>
                            <p:childTnLst>
                              <p:par>
                                <p:cTn fill="hold" id="29" nodeType="clickEffect" presetClass="entr" presetID="2" presetSubtype="4">
                                  <p:stCondLst>
                                    <p:cond delay="0"/>
                                  </p:stCondLst>
                                  <p:childTnLst>
                                    <p:set>
                                      <p:cBhvr>
                                        <p:cTn dur="1" fill="hold" id="30">
                                          <p:stCondLst>
                                            <p:cond delay="0"/>
                                          </p:stCondLst>
                                        </p:cTn>
                                        <p:tgtEl>
                                          <p:spTgt spid="1048755">
                                            <p:txEl>
                                              <p:pRg st="5" end="5"/>
                                            </p:txEl>
                                          </p:spTgt>
                                        </p:tgtEl>
                                        <p:attrNameLst>
                                          <p:attrName>style.visibility</p:attrName>
                                        </p:attrNameLst>
                                      </p:cBhvr>
                                      <p:to>
                                        <p:strVal val="visible"/>
                                      </p:to>
                                    </p:set>
                                    <p:anim calcmode="lin" valueType="num">
                                      <p:cBhvr additive="base">
                                        <p:cTn dur="500" fill="hold" id="31"/>
                                        <p:tgtEl>
                                          <p:spTgt spid="1048755">
                                            <p:txEl>
                                              <p:pRg st="5" end="5"/>
                                            </p:txEl>
                                          </p:spTgt>
                                        </p:tgtEl>
                                        <p:attrNameLst>
                                          <p:attrName>ppt_x</p:attrName>
                                        </p:attrNameLst>
                                      </p:cBhvr>
                                      <p:tavLst>
                                        <p:tav tm="0">
                                          <p:val>
                                            <p:strVal val="#ppt_x"/>
                                          </p:val>
                                        </p:tav>
                                        <p:tav tm="100000">
                                          <p:val>
                                            <p:strVal val="#ppt_x"/>
                                          </p:val>
                                        </p:tav>
                                      </p:tavLst>
                                    </p:anim>
                                    <p:anim calcmode="lin" valueType="num">
                                      <p:cBhvr additive="base">
                                        <p:cTn dur="500" fill="hold" id="32"/>
                                        <p:tgtEl>
                                          <p:spTgt spid="1048755">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fill="hold" id="33">
                      <p:stCondLst>
                        <p:cond delay="indefinite"/>
                      </p:stCondLst>
                      <p:childTnLst>
                        <p:par>
                          <p:cTn fill="hold" id="34">
                            <p:stCondLst>
                              <p:cond delay="0"/>
                            </p:stCondLst>
                            <p:childTnLst>
                              <p:par>
                                <p:cTn fill="hold" id="35" nodeType="clickEffect" presetClass="entr" presetID="2" presetSubtype="4">
                                  <p:stCondLst>
                                    <p:cond delay="0"/>
                                  </p:stCondLst>
                                  <p:childTnLst>
                                    <p:set>
                                      <p:cBhvr>
                                        <p:cTn dur="1" fill="hold" id="36">
                                          <p:stCondLst>
                                            <p:cond delay="0"/>
                                          </p:stCondLst>
                                        </p:cTn>
                                        <p:tgtEl>
                                          <p:spTgt spid="1048755">
                                            <p:txEl>
                                              <p:pRg st="7" end="7"/>
                                            </p:txEl>
                                          </p:spTgt>
                                        </p:tgtEl>
                                        <p:attrNameLst>
                                          <p:attrName>style.visibility</p:attrName>
                                        </p:attrNameLst>
                                      </p:cBhvr>
                                      <p:to>
                                        <p:strVal val="visible"/>
                                      </p:to>
                                    </p:set>
                                    <p:anim calcmode="lin" valueType="num">
                                      <p:cBhvr additive="base">
                                        <p:cTn dur="500" fill="hold" id="37"/>
                                        <p:tgtEl>
                                          <p:spTgt spid="1048755">
                                            <p:txEl>
                                              <p:pRg st="7" end="7"/>
                                            </p:txEl>
                                          </p:spTgt>
                                        </p:tgtEl>
                                        <p:attrNameLst>
                                          <p:attrName>ppt_x</p:attrName>
                                        </p:attrNameLst>
                                      </p:cBhvr>
                                      <p:tavLst>
                                        <p:tav tm="0">
                                          <p:val>
                                            <p:strVal val="#ppt_x"/>
                                          </p:val>
                                        </p:tav>
                                        <p:tav tm="100000">
                                          <p:val>
                                            <p:strVal val="#ppt_x"/>
                                          </p:val>
                                        </p:tav>
                                      </p:tavLst>
                                    </p:anim>
                                    <p:anim calcmode="lin" valueType="num">
                                      <p:cBhvr additive="base">
                                        <p:cTn dur="500" fill="hold" id="38"/>
                                        <p:tgtEl>
                                          <p:spTgt spid="1048755">
                                            <p:txEl>
                                              <p:pRg st="7" end="7"/>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48754" grpId="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84" name=""/>
        <p:cNvGrpSpPr/>
        <p:nvPr/>
      </p:nvGrpSpPr>
      <p:grpSpPr>
        <a:xfrm>
          <a:off x="0" y="0"/>
          <a:ext cx="0" cy="0"/>
          <a:chOff x="0" y="0"/>
          <a:chExt cx="0" cy="0"/>
        </a:xfrm>
      </p:grpSpPr>
      <p:sp>
        <p:nvSpPr>
          <p:cNvPr id="1048759" name="Title 1"/>
          <p:cNvSpPr>
            <a:spLocks noGrp="1"/>
          </p:cNvSpPr>
          <p:nvPr>
            <p:ph type="title"/>
          </p:nvPr>
        </p:nvSpPr>
        <p:spPr>
          <a:xfrm>
            <a:off x="0" y="0"/>
            <a:ext cx="9144000" cy="1408176"/>
          </a:xfrm>
        </p:spPr>
        <p:txBody>
          <a:bodyPr>
            <a:normAutofit fontScale="90000"/>
          </a:bodyPr>
          <a:p>
            <a:pPr algn="ctr"/>
            <a:r>
              <a:rPr dirty="0" sz="6700" lang="en-GB" smtClean="0"/>
              <a:t/>
            </a:r>
            <a:br>
              <a:rPr dirty="0" sz="6700" lang="en-GB" smtClean="0"/>
            </a:br>
            <a:r>
              <a:rPr dirty="0" sz="6700" lang="en-GB" smtClean="0"/>
              <a:t>General Characteristics</a:t>
            </a:r>
            <a:r>
              <a:rPr dirty="0" lang="en-GB" smtClean="0"/>
              <a:t/>
            </a:r>
            <a:br>
              <a:rPr dirty="0" lang="en-GB" smtClean="0"/>
            </a:br>
            <a:endParaRPr dirty="0" lang="en-GB"/>
          </a:p>
        </p:txBody>
      </p:sp>
      <p:sp>
        <p:nvSpPr>
          <p:cNvPr id="1048760" name="Content Placeholder 2"/>
          <p:cNvSpPr>
            <a:spLocks noGrp="1"/>
          </p:cNvSpPr>
          <p:nvPr>
            <p:ph idx="1"/>
          </p:nvPr>
        </p:nvSpPr>
        <p:spPr>
          <a:xfrm>
            <a:off x="0" y="1571612"/>
            <a:ext cx="9144000" cy="5286387"/>
          </a:xfrm>
        </p:spPr>
        <p:txBody>
          <a:bodyPr/>
          <a:p>
            <a:pPr lvl="0"/>
            <a:r>
              <a:rPr dirty="0" lang="en-GB" smtClean="0">
                <a:solidFill>
                  <a:srgbClr val="FFFF00"/>
                </a:solidFill>
              </a:rPr>
              <a:t>They evolved earlier than higher plants</a:t>
            </a:r>
          </a:p>
          <a:p>
            <a:pPr lvl="0"/>
            <a:endParaRPr dirty="0" lang="en-GB" smtClean="0">
              <a:solidFill>
                <a:srgbClr val="FFFF00"/>
              </a:solidFill>
            </a:endParaRPr>
          </a:p>
          <a:p>
            <a:pPr lvl="0"/>
            <a:r>
              <a:rPr dirty="0" lang="en-GB" smtClean="0">
                <a:solidFill>
                  <a:srgbClr val="FFFF00"/>
                </a:solidFill>
              </a:rPr>
              <a:t>They are seedless plants</a:t>
            </a:r>
          </a:p>
          <a:p>
            <a:pPr lvl="0"/>
            <a:endParaRPr dirty="0" lang="en-GB" smtClean="0">
              <a:solidFill>
                <a:srgbClr val="FFFF00"/>
              </a:solidFill>
            </a:endParaRPr>
          </a:p>
          <a:p>
            <a:pPr lvl="0"/>
            <a:r>
              <a:rPr dirty="0" lang="en-GB" smtClean="0">
                <a:solidFill>
                  <a:srgbClr val="FFFF00"/>
                </a:solidFill>
              </a:rPr>
              <a:t>They possess simple reproductive structures</a:t>
            </a:r>
          </a:p>
          <a:p>
            <a:pPr>
              <a:buNone/>
            </a:pPr>
            <a:endParaRPr dirty="0" lang="en-GB"/>
          </a:p>
        </p:txBody>
      </p:sp>
    </p:spTree>
  </p:cSld>
  <p:clrMapOvr>
    <a:masterClrMapping/>
  </p:clrMapOvr>
  <p:timing>
    <p:tnLst>
      <p:par>
        <p:cTn dur="indefinite" id="1" nodeType="tmRoot" restart="never">
          <p:childTnLst>
            <p:seq concurrent="1" nextAc="seek">
              <p:cTn dur="indefinite" id="2" nodeType="mainSeq">
                <p:childTnLst>
                  <p:par>
                    <p:cTn fill="hold" id="3">
                      <p:stCondLst>
                        <p:cond delay="indefinite"/>
                      </p:stCondLst>
                      <p:childTnLst>
                        <p:par>
                          <p:cTn fill="hold" id="4">
                            <p:stCondLst>
                              <p:cond delay="0"/>
                            </p:stCondLst>
                            <p:childTnLst>
                              <p:par>
                                <p:cTn fill="hold" grpId="0" id="5" nodeType="clickEffect" presetClass="entr" presetID="2" presetSubtype="4">
                                  <p:stCondLst>
                                    <p:cond delay="0"/>
                                  </p:stCondLst>
                                  <p:childTnLst>
                                    <p:set>
                                      <p:cBhvr>
                                        <p:cTn dur="1" fill="hold" id="6">
                                          <p:stCondLst>
                                            <p:cond delay="0"/>
                                          </p:stCondLst>
                                        </p:cTn>
                                        <p:tgtEl>
                                          <p:spTgt spid="1048759"/>
                                        </p:tgtEl>
                                        <p:attrNameLst>
                                          <p:attrName>style.visibility</p:attrName>
                                        </p:attrNameLst>
                                      </p:cBhvr>
                                      <p:to>
                                        <p:strVal val="visible"/>
                                      </p:to>
                                    </p:set>
                                    <p:anim calcmode="lin" valueType="num">
                                      <p:cBhvr additive="base">
                                        <p:cTn dur="500" fill="hold" id="7"/>
                                        <p:tgtEl>
                                          <p:spTgt spid="1048759"/>
                                        </p:tgtEl>
                                        <p:attrNameLst>
                                          <p:attrName>ppt_x</p:attrName>
                                        </p:attrNameLst>
                                      </p:cBhvr>
                                      <p:tavLst>
                                        <p:tav tm="0">
                                          <p:val>
                                            <p:strVal val="#ppt_x"/>
                                          </p:val>
                                        </p:tav>
                                        <p:tav tm="100000">
                                          <p:val>
                                            <p:strVal val="#ppt_x"/>
                                          </p:val>
                                        </p:tav>
                                      </p:tavLst>
                                    </p:anim>
                                    <p:anim calcmode="lin" valueType="num">
                                      <p:cBhvr additive="base">
                                        <p:cTn dur="500" fill="hold" id="8"/>
                                        <p:tgtEl>
                                          <p:spTgt spid="1048759"/>
                                        </p:tgtEl>
                                        <p:attrNameLst>
                                          <p:attrName>ppt_y</p:attrName>
                                        </p:attrNameLst>
                                      </p:cBhvr>
                                      <p:tavLst>
                                        <p:tav tm="0">
                                          <p:val>
                                            <p:strVal val="1+#ppt_h/2"/>
                                          </p:val>
                                        </p:tav>
                                        <p:tav tm="100000">
                                          <p:val>
                                            <p:strVal val="#ppt_y"/>
                                          </p:val>
                                        </p:tav>
                                      </p:tavLst>
                                    </p:anim>
                                  </p:childTnLst>
                                </p:cTn>
                              </p:par>
                            </p:childTnLst>
                          </p:cTn>
                        </p:par>
                      </p:childTnLst>
                    </p:cTn>
                  </p:par>
                  <p:par>
                    <p:cTn fill="hold" id="9">
                      <p:stCondLst>
                        <p:cond delay="indefinite"/>
                      </p:stCondLst>
                      <p:childTnLst>
                        <p:par>
                          <p:cTn fill="hold" id="10">
                            <p:stCondLst>
                              <p:cond delay="0"/>
                            </p:stCondLst>
                            <p:childTnLst>
                              <p:par>
                                <p:cTn fill="hold" id="11" nodeType="clickEffect" presetClass="entr" presetID="2" presetSubtype="4">
                                  <p:stCondLst>
                                    <p:cond delay="0"/>
                                  </p:stCondLst>
                                  <p:childTnLst>
                                    <p:set>
                                      <p:cBhvr>
                                        <p:cTn dur="1" fill="hold" id="12">
                                          <p:stCondLst>
                                            <p:cond delay="0"/>
                                          </p:stCondLst>
                                        </p:cTn>
                                        <p:tgtEl>
                                          <p:spTgt spid="1048760">
                                            <p:txEl>
                                              <p:pRg st="0" end="0"/>
                                            </p:txEl>
                                          </p:spTgt>
                                        </p:tgtEl>
                                        <p:attrNameLst>
                                          <p:attrName>style.visibility</p:attrName>
                                        </p:attrNameLst>
                                      </p:cBhvr>
                                      <p:to>
                                        <p:strVal val="visible"/>
                                      </p:to>
                                    </p:set>
                                    <p:anim calcmode="lin" valueType="num">
                                      <p:cBhvr additive="base">
                                        <p:cTn dur="500" fill="hold" id="13"/>
                                        <p:tgtEl>
                                          <p:spTgt spid="1048760">
                                            <p:txEl>
                                              <p:pRg st="0" end="0"/>
                                            </p:txEl>
                                          </p:spTgt>
                                        </p:tgtEl>
                                        <p:attrNameLst>
                                          <p:attrName>ppt_x</p:attrName>
                                        </p:attrNameLst>
                                      </p:cBhvr>
                                      <p:tavLst>
                                        <p:tav tm="0">
                                          <p:val>
                                            <p:strVal val="#ppt_x"/>
                                          </p:val>
                                        </p:tav>
                                        <p:tav tm="100000">
                                          <p:val>
                                            <p:strVal val="#ppt_x"/>
                                          </p:val>
                                        </p:tav>
                                      </p:tavLst>
                                    </p:anim>
                                    <p:anim calcmode="lin" valueType="num">
                                      <p:cBhvr additive="base">
                                        <p:cTn dur="500" fill="hold" id="14"/>
                                        <p:tgtEl>
                                          <p:spTgt spid="1048760">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fill="hold" id="15">
                      <p:stCondLst>
                        <p:cond delay="indefinite"/>
                      </p:stCondLst>
                      <p:childTnLst>
                        <p:par>
                          <p:cTn fill="hold" id="16">
                            <p:stCondLst>
                              <p:cond delay="0"/>
                            </p:stCondLst>
                            <p:childTnLst>
                              <p:par>
                                <p:cTn fill="hold" id="17" nodeType="clickEffect" presetClass="entr" presetID="2" presetSubtype="4">
                                  <p:stCondLst>
                                    <p:cond delay="0"/>
                                  </p:stCondLst>
                                  <p:childTnLst>
                                    <p:set>
                                      <p:cBhvr>
                                        <p:cTn dur="1" fill="hold" id="18">
                                          <p:stCondLst>
                                            <p:cond delay="0"/>
                                          </p:stCondLst>
                                        </p:cTn>
                                        <p:tgtEl>
                                          <p:spTgt spid="1048760">
                                            <p:txEl>
                                              <p:pRg st="2" end="2"/>
                                            </p:txEl>
                                          </p:spTgt>
                                        </p:tgtEl>
                                        <p:attrNameLst>
                                          <p:attrName>style.visibility</p:attrName>
                                        </p:attrNameLst>
                                      </p:cBhvr>
                                      <p:to>
                                        <p:strVal val="visible"/>
                                      </p:to>
                                    </p:set>
                                    <p:anim calcmode="lin" valueType="num">
                                      <p:cBhvr additive="base">
                                        <p:cTn dur="500" fill="hold" id="19"/>
                                        <p:tgtEl>
                                          <p:spTgt spid="1048760">
                                            <p:txEl>
                                              <p:pRg st="2" end="2"/>
                                            </p:txEl>
                                          </p:spTgt>
                                        </p:tgtEl>
                                        <p:attrNameLst>
                                          <p:attrName>ppt_x</p:attrName>
                                        </p:attrNameLst>
                                      </p:cBhvr>
                                      <p:tavLst>
                                        <p:tav tm="0">
                                          <p:val>
                                            <p:strVal val="#ppt_x"/>
                                          </p:val>
                                        </p:tav>
                                        <p:tav tm="100000">
                                          <p:val>
                                            <p:strVal val="#ppt_x"/>
                                          </p:val>
                                        </p:tav>
                                      </p:tavLst>
                                    </p:anim>
                                    <p:anim calcmode="lin" valueType="num">
                                      <p:cBhvr additive="base">
                                        <p:cTn dur="500" fill="hold" id="20"/>
                                        <p:tgtEl>
                                          <p:spTgt spid="1048760">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fill="hold" id="21">
                      <p:stCondLst>
                        <p:cond delay="indefinite"/>
                      </p:stCondLst>
                      <p:childTnLst>
                        <p:par>
                          <p:cTn fill="hold" id="22">
                            <p:stCondLst>
                              <p:cond delay="0"/>
                            </p:stCondLst>
                            <p:childTnLst>
                              <p:par>
                                <p:cTn fill="hold" id="23" nodeType="clickEffect" presetClass="entr" presetID="2" presetSubtype="4">
                                  <p:stCondLst>
                                    <p:cond delay="0"/>
                                  </p:stCondLst>
                                  <p:childTnLst>
                                    <p:set>
                                      <p:cBhvr>
                                        <p:cTn dur="1" fill="hold" id="24">
                                          <p:stCondLst>
                                            <p:cond delay="0"/>
                                          </p:stCondLst>
                                        </p:cTn>
                                        <p:tgtEl>
                                          <p:spTgt spid="1048760">
                                            <p:txEl>
                                              <p:pRg st="4" end="4"/>
                                            </p:txEl>
                                          </p:spTgt>
                                        </p:tgtEl>
                                        <p:attrNameLst>
                                          <p:attrName>style.visibility</p:attrName>
                                        </p:attrNameLst>
                                      </p:cBhvr>
                                      <p:to>
                                        <p:strVal val="visible"/>
                                      </p:to>
                                    </p:set>
                                    <p:anim calcmode="lin" valueType="num">
                                      <p:cBhvr additive="base">
                                        <p:cTn dur="500" fill="hold" id="25"/>
                                        <p:tgtEl>
                                          <p:spTgt spid="1048760">
                                            <p:txEl>
                                              <p:pRg st="4" end="4"/>
                                            </p:txEl>
                                          </p:spTgt>
                                        </p:tgtEl>
                                        <p:attrNameLst>
                                          <p:attrName>ppt_x</p:attrName>
                                        </p:attrNameLst>
                                      </p:cBhvr>
                                      <p:tavLst>
                                        <p:tav tm="0">
                                          <p:val>
                                            <p:strVal val="#ppt_x"/>
                                          </p:val>
                                        </p:tav>
                                        <p:tav tm="100000">
                                          <p:val>
                                            <p:strVal val="#ppt_x"/>
                                          </p:val>
                                        </p:tav>
                                      </p:tavLst>
                                    </p:anim>
                                    <p:anim calcmode="lin" valueType="num">
                                      <p:cBhvr additive="base">
                                        <p:cTn dur="500" fill="hold" id="26"/>
                                        <p:tgtEl>
                                          <p:spTgt spid="1048760">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48759" grpId="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87" name=""/>
        <p:cNvGrpSpPr/>
        <p:nvPr/>
      </p:nvGrpSpPr>
      <p:grpSpPr>
        <a:xfrm>
          <a:off x="0" y="0"/>
          <a:ext cx="0" cy="0"/>
          <a:chOff x="0" y="0"/>
          <a:chExt cx="0" cy="0"/>
        </a:xfrm>
      </p:grpSpPr>
      <p:sp>
        <p:nvSpPr>
          <p:cNvPr id="1048764" name="Title 1"/>
          <p:cNvSpPr>
            <a:spLocks noGrp="1"/>
          </p:cNvSpPr>
          <p:nvPr>
            <p:ph type="title"/>
          </p:nvPr>
        </p:nvSpPr>
        <p:spPr>
          <a:xfrm>
            <a:off x="0" y="0"/>
            <a:ext cx="9144000" cy="1408176"/>
          </a:xfrm>
        </p:spPr>
        <p:txBody>
          <a:bodyPr>
            <a:normAutofit fontScale="90000"/>
          </a:bodyPr>
          <a:p>
            <a:pPr algn="ctr"/>
            <a:r>
              <a:rPr dirty="0" sz="6000" lang="en-GB" smtClean="0"/>
              <a:t/>
            </a:r>
            <a:br>
              <a:rPr dirty="0" sz="6000" lang="en-GB" smtClean="0"/>
            </a:br>
            <a:r>
              <a:rPr dirty="0" sz="6000" lang="en-GB" smtClean="0"/>
              <a:t>BRYOPHYTES</a:t>
            </a:r>
            <a:r>
              <a:rPr dirty="0" lang="en-GB" smtClean="0"/>
              <a:t/>
            </a:r>
            <a:br>
              <a:rPr dirty="0" lang="en-GB" smtClean="0"/>
            </a:br>
            <a:endParaRPr dirty="0" lang="en-GB"/>
          </a:p>
        </p:txBody>
      </p:sp>
      <p:sp>
        <p:nvSpPr>
          <p:cNvPr id="1048765" name="Content Placeholder 2"/>
          <p:cNvSpPr>
            <a:spLocks noGrp="1"/>
          </p:cNvSpPr>
          <p:nvPr>
            <p:ph idx="1"/>
          </p:nvPr>
        </p:nvSpPr>
        <p:spPr>
          <a:xfrm>
            <a:off x="0" y="1571612"/>
            <a:ext cx="9144000" cy="5286387"/>
          </a:xfrm>
        </p:spPr>
        <p:txBody>
          <a:bodyPr/>
          <a:p>
            <a:r>
              <a:rPr dirty="0" lang="en-GB" smtClean="0">
                <a:solidFill>
                  <a:srgbClr val="FFFF00"/>
                </a:solidFill>
              </a:rPr>
              <a:t>The word Bryophyta is derived from two Greek words: </a:t>
            </a:r>
            <a:r>
              <a:rPr dirty="0" i="1" lang="en-GB" smtClean="0">
                <a:solidFill>
                  <a:srgbClr val="FFFF00"/>
                </a:solidFill>
              </a:rPr>
              <a:t>Bryon </a:t>
            </a:r>
            <a:r>
              <a:rPr dirty="0" lang="en-GB" smtClean="0">
                <a:solidFill>
                  <a:srgbClr val="FFFF00"/>
                </a:solidFill>
              </a:rPr>
              <a:t>meaning ‘moss’ and </a:t>
            </a:r>
            <a:r>
              <a:rPr dirty="0" i="1" lang="en-GB" smtClean="0">
                <a:solidFill>
                  <a:srgbClr val="FFFF00"/>
                </a:solidFill>
              </a:rPr>
              <a:t>phyta </a:t>
            </a:r>
            <a:r>
              <a:rPr dirty="0" lang="en-GB" smtClean="0">
                <a:solidFill>
                  <a:srgbClr val="FFFF00"/>
                </a:solidFill>
              </a:rPr>
              <a:t>meaning ‘plant’. They are commonly referred to as </a:t>
            </a:r>
            <a:r>
              <a:rPr dirty="0" i="1" lang="en-GB" smtClean="0">
                <a:solidFill>
                  <a:srgbClr val="FFFF00"/>
                </a:solidFill>
              </a:rPr>
              <a:t>amphibians of the plant kingdom. </a:t>
            </a:r>
            <a:r>
              <a:rPr dirty="0" lang="en-GB" smtClean="0">
                <a:solidFill>
                  <a:srgbClr val="FFFF00"/>
                </a:solidFill>
              </a:rPr>
              <a:t>Members include </a:t>
            </a:r>
          </a:p>
          <a:p>
            <a:r>
              <a:rPr dirty="0" lang="en-GB" smtClean="0">
                <a:solidFill>
                  <a:srgbClr val="FFFF00"/>
                </a:solidFill>
              </a:rPr>
              <a:t>liverworts, </a:t>
            </a:r>
          </a:p>
          <a:p>
            <a:r>
              <a:rPr dirty="0" lang="en-GB" smtClean="0">
                <a:solidFill>
                  <a:srgbClr val="FFFF00"/>
                </a:solidFill>
              </a:rPr>
              <a:t>Hornworts </a:t>
            </a:r>
          </a:p>
          <a:p>
            <a:r>
              <a:rPr dirty="0" lang="en-GB" smtClean="0">
                <a:solidFill>
                  <a:srgbClr val="FFFF00"/>
                </a:solidFill>
              </a:rPr>
              <a:t>mosses. </a:t>
            </a:r>
          </a:p>
          <a:p>
            <a:pPr>
              <a:buNone/>
            </a:pPr>
            <a:r>
              <a:rPr dirty="0" lang="en-GB" smtClean="0">
                <a:solidFill>
                  <a:srgbClr val="FFFF00"/>
                </a:solidFill>
              </a:rPr>
              <a:t>They are higher than the Thallophytes but lower than Pteridophytes.</a:t>
            </a:r>
          </a:p>
          <a:p>
            <a:endParaRPr dirty="0" lang="en-GB">
              <a:solidFill>
                <a:srgbClr val="FFFF00"/>
              </a:solidFill>
            </a:endParaRPr>
          </a:p>
        </p:txBody>
      </p:sp>
    </p:spTree>
  </p:cSld>
  <p:clrMapOvr>
    <a:masterClrMapping/>
  </p:clrMapOvr>
  <p:timing>
    <p:tnLst>
      <p:par>
        <p:cTn dur="indefinite" id="1" nodeType="tmRoot" restart="never">
          <p:childTnLst>
            <p:seq concurrent="1" nextAc="seek">
              <p:cTn dur="indefinite" id="2" nodeType="mainSeq">
                <p:childTnLst>
                  <p:par>
                    <p:cTn fill="hold" id="3">
                      <p:stCondLst>
                        <p:cond delay="indefinite"/>
                      </p:stCondLst>
                      <p:childTnLst>
                        <p:par>
                          <p:cTn fill="hold" id="4">
                            <p:stCondLst>
                              <p:cond delay="0"/>
                            </p:stCondLst>
                            <p:childTnLst>
                              <p:par>
                                <p:cTn fill="hold" grpId="0" id="5" nodeType="clickEffect" presetClass="entr" presetID="2" presetSubtype="4">
                                  <p:stCondLst>
                                    <p:cond delay="0"/>
                                  </p:stCondLst>
                                  <p:childTnLst>
                                    <p:set>
                                      <p:cBhvr>
                                        <p:cTn dur="1" fill="hold" id="6">
                                          <p:stCondLst>
                                            <p:cond delay="0"/>
                                          </p:stCondLst>
                                        </p:cTn>
                                        <p:tgtEl>
                                          <p:spTgt spid="1048764"/>
                                        </p:tgtEl>
                                        <p:attrNameLst>
                                          <p:attrName>style.visibility</p:attrName>
                                        </p:attrNameLst>
                                      </p:cBhvr>
                                      <p:to>
                                        <p:strVal val="visible"/>
                                      </p:to>
                                    </p:set>
                                    <p:anim calcmode="lin" valueType="num">
                                      <p:cBhvr additive="base">
                                        <p:cTn dur="500" fill="hold" id="7"/>
                                        <p:tgtEl>
                                          <p:spTgt spid="1048764"/>
                                        </p:tgtEl>
                                        <p:attrNameLst>
                                          <p:attrName>ppt_x</p:attrName>
                                        </p:attrNameLst>
                                      </p:cBhvr>
                                      <p:tavLst>
                                        <p:tav tm="0">
                                          <p:val>
                                            <p:strVal val="#ppt_x"/>
                                          </p:val>
                                        </p:tav>
                                        <p:tav tm="100000">
                                          <p:val>
                                            <p:strVal val="#ppt_x"/>
                                          </p:val>
                                        </p:tav>
                                      </p:tavLst>
                                    </p:anim>
                                    <p:anim calcmode="lin" valueType="num">
                                      <p:cBhvr additive="base">
                                        <p:cTn dur="500" fill="hold" id="8"/>
                                        <p:tgtEl>
                                          <p:spTgt spid="1048764"/>
                                        </p:tgtEl>
                                        <p:attrNameLst>
                                          <p:attrName>ppt_y</p:attrName>
                                        </p:attrNameLst>
                                      </p:cBhvr>
                                      <p:tavLst>
                                        <p:tav tm="0">
                                          <p:val>
                                            <p:strVal val="1+#ppt_h/2"/>
                                          </p:val>
                                        </p:tav>
                                        <p:tav tm="100000">
                                          <p:val>
                                            <p:strVal val="#ppt_y"/>
                                          </p:val>
                                        </p:tav>
                                      </p:tavLst>
                                    </p:anim>
                                  </p:childTnLst>
                                </p:cTn>
                              </p:par>
                            </p:childTnLst>
                          </p:cTn>
                        </p:par>
                      </p:childTnLst>
                    </p:cTn>
                  </p:par>
                  <p:par>
                    <p:cTn fill="hold" id="9">
                      <p:stCondLst>
                        <p:cond delay="indefinite"/>
                      </p:stCondLst>
                      <p:childTnLst>
                        <p:par>
                          <p:cTn fill="hold" id="10">
                            <p:stCondLst>
                              <p:cond delay="0"/>
                            </p:stCondLst>
                            <p:childTnLst>
                              <p:par>
                                <p:cTn fill="hold" id="11" nodeType="clickEffect" presetClass="entr" presetID="2" presetSubtype="4">
                                  <p:stCondLst>
                                    <p:cond delay="0"/>
                                  </p:stCondLst>
                                  <p:childTnLst>
                                    <p:set>
                                      <p:cBhvr>
                                        <p:cTn dur="1" fill="hold" id="12">
                                          <p:stCondLst>
                                            <p:cond delay="0"/>
                                          </p:stCondLst>
                                        </p:cTn>
                                        <p:tgtEl>
                                          <p:spTgt spid="1048765">
                                            <p:txEl>
                                              <p:pRg st="0" end="0"/>
                                            </p:txEl>
                                          </p:spTgt>
                                        </p:tgtEl>
                                        <p:attrNameLst>
                                          <p:attrName>style.visibility</p:attrName>
                                        </p:attrNameLst>
                                      </p:cBhvr>
                                      <p:to>
                                        <p:strVal val="visible"/>
                                      </p:to>
                                    </p:set>
                                    <p:anim calcmode="lin" valueType="num">
                                      <p:cBhvr additive="base">
                                        <p:cTn dur="500" fill="hold" id="13"/>
                                        <p:tgtEl>
                                          <p:spTgt spid="1048765">
                                            <p:txEl>
                                              <p:pRg st="0" end="0"/>
                                            </p:txEl>
                                          </p:spTgt>
                                        </p:tgtEl>
                                        <p:attrNameLst>
                                          <p:attrName>ppt_x</p:attrName>
                                        </p:attrNameLst>
                                      </p:cBhvr>
                                      <p:tavLst>
                                        <p:tav tm="0">
                                          <p:val>
                                            <p:strVal val="#ppt_x"/>
                                          </p:val>
                                        </p:tav>
                                        <p:tav tm="100000">
                                          <p:val>
                                            <p:strVal val="#ppt_x"/>
                                          </p:val>
                                        </p:tav>
                                      </p:tavLst>
                                    </p:anim>
                                    <p:anim calcmode="lin" valueType="num">
                                      <p:cBhvr additive="base">
                                        <p:cTn dur="500" fill="hold" id="14"/>
                                        <p:tgtEl>
                                          <p:spTgt spid="1048765">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fill="hold" id="15">
                      <p:stCondLst>
                        <p:cond delay="indefinite"/>
                      </p:stCondLst>
                      <p:childTnLst>
                        <p:par>
                          <p:cTn fill="hold" id="16">
                            <p:stCondLst>
                              <p:cond delay="0"/>
                            </p:stCondLst>
                            <p:childTnLst>
                              <p:par>
                                <p:cTn fill="hold" id="17" nodeType="clickEffect" presetClass="entr" presetID="2" presetSubtype="4">
                                  <p:stCondLst>
                                    <p:cond delay="0"/>
                                  </p:stCondLst>
                                  <p:childTnLst>
                                    <p:set>
                                      <p:cBhvr>
                                        <p:cTn dur="1" fill="hold" id="18">
                                          <p:stCondLst>
                                            <p:cond delay="0"/>
                                          </p:stCondLst>
                                        </p:cTn>
                                        <p:tgtEl>
                                          <p:spTgt spid="1048765">
                                            <p:txEl>
                                              <p:pRg st="1" end="1"/>
                                            </p:txEl>
                                          </p:spTgt>
                                        </p:tgtEl>
                                        <p:attrNameLst>
                                          <p:attrName>style.visibility</p:attrName>
                                        </p:attrNameLst>
                                      </p:cBhvr>
                                      <p:to>
                                        <p:strVal val="visible"/>
                                      </p:to>
                                    </p:set>
                                    <p:anim calcmode="lin" valueType="num">
                                      <p:cBhvr additive="base">
                                        <p:cTn dur="500" fill="hold" id="19"/>
                                        <p:tgtEl>
                                          <p:spTgt spid="1048765">
                                            <p:txEl>
                                              <p:pRg st="1" end="1"/>
                                            </p:txEl>
                                          </p:spTgt>
                                        </p:tgtEl>
                                        <p:attrNameLst>
                                          <p:attrName>ppt_x</p:attrName>
                                        </p:attrNameLst>
                                      </p:cBhvr>
                                      <p:tavLst>
                                        <p:tav tm="0">
                                          <p:val>
                                            <p:strVal val="#ppt_x"/>
                                          </p:val>
                                        </p:tav>
                                        <p:tav tm="100000">
                                          <p:val>
                                            <p:strVal val="#ppt_x"/>
                                          </p:val>
                                        </p:tav>
                                      </p:tavLst>
                                    </p:anim>
                                    <p:anim calcmode="lin" valueType="num">
                                      <p:cBhvr additive="base">
                                        <p:cTn dur="500" fill="hold" id="20"/>
                                        <p:tgtEl>
                                          <p:spTgt spid="1048765">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fill="hold" id="21">
                      <p:stCondLst>
                        <p:cond delay="indefinite"/>
                      </p:stCondLst>
                      <p:childTnLst>
                        <p:par>
                          <p:cTn fill="hold" id="22">
                            <p:stCondLst>
                              <p:cond delay="0"/>
                            </p:stCondLst>
                            <p:childTnLst>
                              <p:par>
                                <p:cTn fill="hold" id="23" nodeType="clickEffect" presetClass="entr" presetID="2" presetSubtype="4">
                                  <p:stCondLst>
                                    <p:cond delay="0"/>
                                  </p:stCondLst>
                                  <p:childTnLst>
                                    <p:set>
                                      <p:cBhvr>
                                        <p:cTn dur="1" fill="hold" id="24">
                                          <p:stCondLst>
                                            <p:cond delay="0"/>
                                          </p:stCondLst>
                                        </p:cTn>
                                        <p:tgtEl>
                                          <p:spTgt spid="1048765">
                                            <p:txEl>
                                              <p:pRg st="2" end="2"/>
                                            </p:txEl>
                                          </p:spTgt>
                                        </p:tgtEl>
                                        <p:attrNameLst>
                                          <p:attrName>style.visibility</p:attrName>
                                        </p:attrNameLst>
                                      </p:cBhvr>
                                      <p:to>
                                        <p:strVal val="visible"/>
                                      </p:to>
                                    </p:set>
                                    <p:anim calcmode="lin" valueType="num">
                                      <p:cBhvr additive="base">
                                        <p:cTn dur="500" fill="hold" id="25"/>
                                        <p:tgtEl>
                                          <p:spTgt spid="1048765">
                                            <p:txEl>
                                              <p:pRg st="2" end="2"/>
                                            </p:txEl>
                                          </p:spTgt>
                                        </p:tgtEl>
                                        <p:attrNameLst>
                                          <p:attrName>ppt_x</p:attrName>
                                        </p:attrNameLst>
                                      </p:cBhvr>
                                      <p:tavLst>
                                        <p:tav tm="0">
                                          <p:val>
                                            <p:strVal val="#ppt_x"/>
                                          </p:val>
                                        </p:tav>
                                        <p:tav tm="100000">
                                          <p:val>
                                            <p:strVal val="#ppt_x"/>
                                          </p:val>
                                        </p:tav>
                                      </p:tavLst>
                                    </p:anim>
                                    <p:anim calcmode="lin" valueType="num">
                                      <p:cBhvr additive="base">
                                        <p:cTn dur="500" fill="hold" id="26"/>
                                        <p:tgtEl>
                                          <p:spTgt spid="1048765">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fill="hold" id="27">
                      <p:stCondLst>
                        <p:cond delay="indefinite"/>
                      </p:stCondLst>
                      <p:childTnLst>
                        <p:par>
                          <p:cTn fill="hold" id="28">
                            <p:stCondLst>
                              <p:cond delay="0"/>
                            </p:stCondLst>
                            <p:childTnLst>
                              <p:par>
                                <p:cTn fill="hold" id="29" nodeType="clickEffect" presetClass="entr" presetID="2" presetSubtype="4">
                                  <p:stCondLst>
                                    <p:cond delay="0"/>
                                  </p:stCondLst>
                                  <p:childTnLst>
                                    <p:set>
                                      <p:cBhvr>
                                        <p:cTn dur="1" fill="hold" id="30">
                                          <p:stCondLst>
                                            <p:cond delay="0"/>
                                          </p:stCondLst>
                                        </p:cTn>
                                        <p:tgtEl>
                                          <p:spTgt spid="1048765">
                                            <p:txEl>
                                              <p:pRg st="3" end="3"/>
                                            </p:txEl>
                                          </p:spTgt>
                                        </p:tgtEl>
                                        <p:attrNameLst>
                                          <p:attrName>style.visibility</p:attrName>
                                        </p:attrNameLst>
                                      </p:cBhvr>
                                      <p:to>
                                        <p:strVal val="visible"/>
                                      </p:to>
                                    </p:set>
                                    <p:anim calcmode="lin" valueType="num">
                                      <p:cBhvr additive="base">
                                        <p:cTn dur="500" fill="hold" id="31"/>
                                        <p:tgtEl>
                                          <p:spTgt spid="1048765">
                                            <p:txEl>
                                              <p:pRg st="3" end="3"/>
                                            </p:txEl>
                                          </p:spTgt>
                                        </p:tgtEl>
                                        <p:attrNameLst>
                                          <p:attrName>ppt_x</p:attrName>
                                        </p:attrNameLst>
                                      </p:cBhvr>
                                      <p:tavLst>
                                        <p:tav tm="0">
                                          <p:val>
                                            <p:strVal val="#ppt_x"/>
                                          </p:val>
                                        </p:tav>
                                        <p:tav tm="100000">
                                          <p:val>
                                            <p:strVal val="#ppt_x"/>
                                          </p:val>
                                        </p:tav>
                                      </p:tavLst>
                                    </p:anim>
                                    <p:anim calcmode="lin" valueType="num">
                                      <p:cBhvr additive="base">
                                        <p:cTn dur="500" fill="hold" id="32"/>
                                        <p:tgtEl>
                                          <p:spTgt spid="1048765">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fill="hold" id="33">
                      <p:stCondLst>
                        <p:cond delay="indefinite"/>
                      </p:stCondLst>
                      <p:childTnLst>
                        <p:par>
                          <p:cTn fill="hold" id="34">
                            <p:stCondLst>
                              <p:cond delay="0"/>
                            </p:stCondLst>
                            <p:childTnLst>
                              <p:par>
                                <p:cTn fill="hold" id="35" nodeType="clickEffect" presetClass="entr" presetID="2" presetSubtype="4">
                                  <p:stCondLst>
                                    <p:cond delay="0"/>
                                  </p:stCondLst>
                                  <p:childTnLst>
                                    <p:set>
                                      <p:cBhvr>
                                        <p:cTn dur="1" fill="hold" id="36">
                                          <p:stCondLst>
                                            <p:cond delay="0"/>
                                          </p:stCondLst>
                                        </p:cTn>
                                        <p:tgtEl>
                                          <p:spTgt spid="1048765">
                                            <p:txEl>
                                              <p:pRg st="4" end="4"/>
                                            </p:txEl>
                                          </p:spTgt>
                                        </p:tgtEl>
                                        <p:attrNameLst>
                                          <p:attrName>style.visibility</p:attrName>
                                        </p:attrNameLst>
                                      </p:cBhvr>
                                      <p:to>
                                        <p:strVal val="visible"/>
                                      </p:to>
                                    </p:set>
                                    <p:anim calcmode="lin" valueType="num">
                                      <p:cBhvr additive="base">
                                        <p:cTn dur="500" fill="hold" id="37"/>
                                        <p:tgtEl>
                                          <p:spTgt spid="1048765">
                                            <p:txEl>
                                              <p:pRg st="4" end="4"/>
                                            </p:txEl>
                                          </p:spTgt>
                                        </p:tgtEl>
                                        <p:attrNameLst>
                                          <p:attrName>ppt_x</p:attrName>
                                        </p:attrNameLst>
                                      </p:cBhvr>
                                      <p:tavLst>
                                        <p:tav tm="0">
                                          <p:val>
                                            <p:strVal val="#ppt_x"/>
                                          </p:val>
                                        </p:tav>
                                        <p:tav tm="100000">
                                          <p:val>
                                            <p:strVal val="#ppt_x"/>
                                          </p:val>
                                        </p:tav>
                                      </p:tavLst>
                                    </p:anim>
                                    <p:anim calcmode="lin" valueType="num">
                                      <p:cBhvr additive="base">
                                        <p:cTn dur="500" fill="hold" id="38"/>
                                        <p:tgtEl>
                                          <p:spTgt spid="1048765">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48764" grpId="0"/>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90" name=""/>
        <p:cNvGrpSpPr/>
        <p:nvPr/>
      </p:nvGrpSpPr>
      <p:grpSpPr>
        <a:xfrm>
          <a:off x="0" y="0"/>
          <a:ext cx="0" cy="0"/>
          <a:chOff x="0" y="0"/>
          <a:chExt cx="0" cy="0"/>
        </a:xfrm>
      </p:grpSpPr>
      <p:sp>
        <p:nvSpPr>
          <p:cNvPr id="1048769" name="Title 1"/>
          <p:cNvSpPr>
            <a:spLocks noGrp="1"/>
          </p:cNvSpPr>
          <p:nvPr>
            <p:ph type="title"/>
          </p:nvPr>
        </p:nvSpPr>
        <p:spPr>
          <a:xfrm>
            <a:off x="0" y="0"/>
            <a:ext cx="9144000" cy="1408176"/>
          </a:xfrm>
        </p:spPr>
        <p:txBody>
          <a:bodyPr>
            <a:normAutofit fontScale="90000"/>
          </a:bodyPr>
          <a:p>
            <a:pPr algn="ctr"/>
            <a:r>
              <a:rPr dirty="0" sz="6000" lang="en-GB" smtClean="0"/>
              <a:t/>
            </a:r>
            <a:br>
              <a:rPr dirty="0" sz="6000" lang="en-GB" smtClean="0"/>
            </a:br>
            <a:r>
              <a:rPr dirty="0" sz="6000" lang="en-GB" smtClean="0"/>
              <a:t>Characteristics of Bryophytes</a:t>
            </a:r>
            <a:r>
              <a:rPr dirty="0" lang="en-GB" smtClean="0"/>
              <a:t/>
            </a:r>
            <a:br>
              <a:rPr dirty="0" lang="en-GB" smtClean="0"/>
            </a:br>
            <a:endParaRPr dirty="0" lang="en-GB"/>
          </a:p>
        </p:txBody>
      </p:sp>
      <p:sp>
        <p:nvSpPr>
          <p:cNvPr id="1048770" name="Content Placeholder 2"/>
          <p:cNvSpPr>
            <a:spLocks noGrp="1"/>
          </p:cNvSpPr>
          <p:nvPr>
            <p:ph idx="1"/>
          </p:nvPr>
        </p:nvSpPr>
        <p:spPr>
          <a:xfrm>
            <a:off x="0" y="1428736"/>
            <a:ext cx="9144000" cy="5429263"/>
          </a:xfrm>
        </p:spPr>
        <p:txBody>
          <a:bodyPr>
            <a:normAutofit fontScale="96875" lnSpcReduction="10000"/>
          </a:bodyPr>
          <a:p>
            <a:pPr lvl="0"/>
            <a:r>
              <a:rPr dirty="0" lang="en-GB" smtClean="0">
                <a:solidFill>
                  <a:srgbClr val="FFFF00"/>
                </a:solidFill>
              </a:rPr>
              <a:t>They are small plants lacking true roots, stems and leaves</a:t>
            </a:r>
          </a:p>
          <a:p>
            <a:pPr lvl="0"/>
            <a:endParaRPr dirty="0" lang="en-GB" smtClean="0">
              <a:solidFill>
                <a:srgbClr val="FFFF00"/>
              </a:solidFill>
            </a:endParaRPr>
          </a:p>
          <a:p>
            <a:pPr lvl="0"/>
            <a:r>
              <a:rPr dirty="0" lang="en-GB" smtClean="0">
                <a:solidFill>
                  <a:srgbClr val="FFFF00"/>
                </a:solidFill>
              </a:rPr>
              <a:t>They lack vascular tissues (xylem and phloem)</a:t>
            </a:r>
          </a:p>
          <a:p>
            <a:pPr lvl="0"/>
            <a:endParaRPr dirty="0" lang="en-GB" smtClean="0">
              <a:solidFill>
                <a:srgbClr val="FFFF00"/>
              </a:solidFill>
            </a:endParaRPr>
          </a:p>
          <a:p>
            <a:pPr lvl="0"/>
            <a:r>
              <a:rPr dirty="0" lang="en-GB" smtClean="0">
                <a:solidFill>
                  <a:srgbClr val="FFFF00"/>
                </a:solidFill>
              </a:rPr>
              <a:t>They lack cuticle on their body surfaces</a:t>
            </a:r>
          </a:p>
          <a:p>
            <a:pPr lvl="0"/>
            <a:endParaRPr dirty="0" lang="en-GB" smtClean="0">
              <a:solidFill>
                <a:srgbClr val="FFFF00"/>
              </a:solidFill>
            </a:endParaRPr>
          </a:p>
          <a:p>
            <a:pPr lvl="0"/>
            <a:r>
              <a:rPr dirty="0" lang="en-GB" smtClean="0">
                <a:solidFill>
                  <a:srgbClr val="FFFF00"/>
                </a:solidFill>
              </a:rPr>
              <a:t>They require water for reproduction, therefore are mostly found in moist habitats</a:t>
            </a:r>
          </a:p>
          <a:p>
            <a:pPr lvl="0"/>
            <a:endParaRPr dirty="0" lang="en-GB" smtClean="0">
              <a:solidFill>
                <a:srgbClr val="FFFF00"/>
              </a:solidFill>
            </a:endParaRPr>
          </a:p>
          <a:p>
            <a:pPr lvl="0"/>
            <a:r>
              <a:rPr dirty="0" lang="en-GB" smtClean="0">
                <a:solidFill>
                  <a:srgbClr val="FFFF00"/>
                </a:solidFill>
              </a:rPr>
              <a:t>They are widely distributed i.e. found in almost all habitats</a:t>
            </a:r>
          </a:p>
          <a:p>
            <a:endParaRPr dirty="0" lang="en-GB"/>
          </a:p>
        </p:txBody>
      </p:sp>
    </p:spTree>
  </p:cSld>
  <p:clrMapOvr>
    <a:masterClrMapping/>
  </p:clrMapOvr>
  <p:timing>
    <p:tnLst>
      <p:par>
        <p:cTn dur="indefinite" id="1" nodeType="tmRoot" restart="never">
          <p:childTnLst>
            <p:seq concurrent="1" nextAc="seek">
              <p:cTn dur="indefinite" id="2" nodeType="mainSeq">
                <p:childTnLst>
                  <p:par>
                    <p:cTn fill="hold" id="3">
                      <p:stCondLst>
                        <p:cond delay="indefinite"/>
                      </p:stCondLst>
                      <p:childTnLst>
                        <p:par>
                          <p:cTn fill="hold" id="4">
                            <p:stCondLst>
                              <p:cond delay="0"/>
                            </p:stCondLst>
                            <p:childTnLst>
                              <p:par>
                                <p:cTn fill="hold" grpId="0" id="5" nodeType="clickEffect" presetClass="entr" presetID="2" presetSubtype="4">
                                  <p:stCondLst>
                                    <p:cond delay="0"/>
                                  </p:stCondLst>
                                  <p:childTnLst>
                                    <p:set>
                                      <p:cBhvr>
                                        <p:cTn dur="1" fill="hold" id="6">
                                          <p:stCondLst>
                                            <p:cond delay="0"/>
                                          </p:stCondLst>
                                        </p:cTn>
                                        <p:tgtEl>
                                          <p:spTgt spid="1048769"/>
                                        </p:tgtEl>
                                        <p:attrNameLst>
                                          <p:attrName>style.visibility</p:attrName>
                                        </p:attrNameLst>
                                      </p:cBhvr>
                                      <p:to>
                                        <p:strVal val="visible"/>
                                      </p:to>
                                    </p:set>
                                    <p:anim calcmode="lin" valueType="num">
                                      <p:cBhvr additive="base">
                                        <p:cTn dur="500" fill="hold" id="7"/>
                                        <p:tgtEl>
                                          <p:spTgt spid="1048769"/>
                                        </p:tgtEl>
                                        <p:attrNameLst>
                                          <p:attrName>ppt_x</p:attrName>
                                        </p:attrNameLst>
                                      </p:cBhvr>
                                      <p:tavLst>
                                        <p:tav tm="0">
                                          <p:val>
                                            <p:strVal val="#ppt_x"/>
                                          </p:val>
                                        </p:tav>
                                        <p:tav tm="100000">
                                          <p:val>
                                            <p:strVal val="#ppt_x"/>
                                          </p:val>
                                        </p:tav>
                                      </p:tavLst>
                                    </p:anim>
                                    <p:anim calcmode="lin" valueType="num">
                                      <p:cBhvr additive="base">
                                        <p:cTn dur="500" fill="hold" id="8"/>
                                        <p:tgtEl>
                                          <p:spTgt spid="1048769"/>
                                        </p:tgtEl>
                                        <p:attrNameLst>
                                          <p:attrName>ppt_y</p:attrName>
                                        </p:attrNameLst>
                                      </p:cBhvr>
                                      <p:tavLst>
                                        <p:tav tm="0">
                                          <p:val>
                                            <p:strVal val="1+#ppt_h/2"/>
                                          </p:val>
                                        </p:tav>
                                        <p:tav tm="100000">
                                          <p:val>
                                            <p:strVal val="#ppt_y"/>
                                          </p:val>
                                        </p:tav>
                                      </p:tavLst>
                                    </p:anim>
                                  </p:childTnLst>
                                </p:cTn>
                              </p:par>
                            </p:childTnLst>
                          </p:cTn>
                        </p:par>
                      </p:childTnLst>
                    </p:cTn>
                  </p:par>
                  <p:par>
                    <p:cTn fill="hold" id="9">
                      <p:stCondLst>
                        <p:cond delay="indefinite"/>
                      </p:stCondLst>
                      <p:childTnLst>
                        <p:par>
                          <p:cTn fill="hold" id="10">
                            <p:stCondLst>
                              <p:cond delay="0"/>
                            </p:stCondLst>
                            <p:childTnLst>
                              <p:par>
                                <p:cTn fill="hold" id="11" nodeType="clickEffect" presetClass="entr" presetID="2" presetSubtype="4">
                                  <p:stCondLst>
                                    <p:cond delay="0"/>
                                  </p:stCondLst>
                                  <p:childTnLst>
                                    <p:set>
                                      <p:cBhvr>
                                        <p:cTn dur="1" fill="hold" id="12">
                                          <p:stCondLst>
                                            <p:cond delay="0"/>
                                          </p:stCondLst>
                                        </p:cTn>
                                        <p:tgtEl>
                                          <p:spTgt spid="1048770">
                                            <p:txEl>
                                              <p:pRg st="0" end="0"/>
                                            </p:txEl>
                                          </p:spTgt>
                                        </p:tgtEl>
                                        <p:attrNameLst>
                                          <p:attrName>style.visibility</p:attrName>
                                        </p:attrNameLst>
                                      </p:cBhvr>
                                      <p:to>
                                        <p:strVal val="visible"/>
                                      </p:to>
                                    </p:set>
                                    <p:anim calcmode="lin" valueType="num">
                                      <p:cBhvr additive="base">
                                        <p:cTn dur="500" fill="hold" id="13"/>
                                        <p:tgtEl>
                                          <p:spTgt spid="1048770">
                                            <p:txEl>
                                              <p:pRg st="0" end="0"/>
                                            </p:txEl>
                                          </p:spTgt>
                                        </p:tgtEl>
                                        <p:attrNameLst>
                                          <p:attrName>ppt_x</p:attrName>
                                        </p:attrNameLst>
                                      </p:cBhvr>
                                      <p:tavLst>
                                        <p:tav tm="0">
                                          <p:val>
                                            <p:strVal val="#ppt_x"/>
                                          </p:val>
                                        </p:tav>
                                        <p:tav tm="100000">
                                          <p:val>
                                            <p:strVal val="#ppt_x"/>
                                          </p:val>
                                        </p:tav>
                                      </p:tavLst>
                                    </p:anim>
                                    <p:anim calcmode="lin" valueType="num">
                                      <p:cBhvr additive="base">
                                        <p:cTn dur="500" fill="hold" id="14"/>
                                        <p:tgtEl>
                                          <p:spTgt spid="1048770">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fill="hold" id="15">
                      <p:stCondLst>
                        <p:cond delay="indefinite"/>
                      </p:stCondLst>
                      <p:childTnLst>
                        <p:par>
                          <p:cTn fill="hold" id="16">
                            <p:stCondLst>
                              <p:cond delay="0"/>
                            </p:stCondLst>
                            <p:childTnLst>
                              <p:par>
                                <p:cTn fill="hold" id="17" nodeType="clickEffect" presetClass="entr" presetID="2" presetSubtype="4">
                                  <p:stCondLst>
                                    <p:cond delay="0"/>
                                  </p:stCondLst>
                                  <p:childTnLst>
                                    <p:set>
                                      <p:cBhvr>
                                        <p:cTn dur="1" fill="hold" id="18">
                                          <p:stCondLst>
                                            <p:cond delay="0"/>
                                          </p:stCondLst>
                                        </p:cTn>
                                        <p:tgtEl>
                                          <p:spTgt spid="1048770">
                                            <p:txEl>
                                              <p:pRg st="2" end="2"/>
                                            </p:txEl>
                                          </p:spTgt>
                                        </p:tgtEl>
                                        <p:attrNameLst>
                                          <p:attrName>style.visibility</p:attrName>
                                        </p:attrNameLst>
                                      </p:cBhvr>
                                      <p:to>
                                        <p:strVal val="visible"/>
                                      </p:to>
                                    </p:set>
                                    <p:anim calcmode="lin" valueType="num">
                                      <p:cBhvr additive="base">
                                        <p:cTn dur="500" fill="hold" id="19"/>
                                        <p:tgtEl>
                                          <p:spTgt spid="1048770">
                                            <p:txEl>
                                              <p:pRg st="2" end="2"/>
                                            </p:txEl>
                                          </p:spTgt>
                                        </p:tgtEl>
                                        <p:attrNameLst>
                                          <p:attrName>ppt_x</p:attrName>
                                        </p:attrNameLst>
                                      </p:cBhvr>
                                      <p:tavLst>
                                        <p:tav tm="0">
                                          <p:val>
                                            <p:strVal val="#ppt_x"/>
                                          </p:val>
                                        </p:tav>
                                        <p:tav tm="100000">
                                          <p:val>
                                            <p:strVal val="#ppt_x"/>
                                          </p:val>
                                        </p:tav>
                                      </p:tavLst>
                                    </p:anim>
                                    <p:anim calcmode="lin" valueType="num">
                                      <p:cBhvr additive="base">
                                        <p:cTn dur="500" fill="hold" id="20"/>
                                        <p:tgtEl>
                                          <p:spTgt spid="1048770">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fill="hold" id="21">
                      <p:stCondLst>
                        <p:cond delay="indefinite"/>
                      </p:stCondLst>
                      <p:childTnLst>
                        <p:par>
                          <p:cTn fill="hold" id="22">
                            <p:stCondLst>
                              <p:cond delay="0"/>
                            </p:stCondLst>
                            <p:childTnLst>
                              <p:par>
                                <p:cTn fill="hold" id="23" nodeType="clickEffect" presetClass="entr" presetID="2" presetSubtype="4">
                                  <p:stCondLst>
                                    <p:cond delay="0"/>
                                  </p:stCondLst>
                                  <p:childTnLst>
                                    <p:set>
                                      <p:cBhvr>
                                        <p:cTn dur="1" fill="hold" id="24">
                                          <p:stCondLst>
                                            <p:cond delay="0"/>
                                          </p:stCondLst>
                                        </p:cTn>
                                        <p:tgtEl>
                                          <p:spTgt spid="1048770">
                                            <p:txEl>
                                              <p:pRg st="4" end="4"/>
                                            </p:txEl>
                                          </p:spTgt>
                                        </p:tgtEl>
                                        <p:attrNameLst>
                                          <p:attrName>style.visibility</p:attrName>
                                        </p:attrNameLst>
                                      </p:cBhvr>
                                      <p:to>
                                        <p:strVal val="visible"/>
                                      </p:to>
                                    </p:set>
                                    <p:anim calcmode="lin" valueType="num">
                                      <p:cBhvr additive="base">
                                        <p:cTn dur="500" fill="hold" id="25"/>
                                        <p:tgtEl>
                                          <p:spTgt spid="1048770">
                                            <p:txEl>
                                              <p:pRg st="4" end="4"/>
                                            </p:txEl>
                                          </p:spTgt>
                                        </p:tgtEl>
                                        <p:attrNameLst>
                                          <p:attrName>ppt_x</p:attrName>
                                        </p:attrNameLst>
                                      </p:cBhvr>
                                      <p:tavLst>
                                        <p:tav tm="0">
                                          <p:val>
                                            <p:strVal val="#ppt_x"/>
                                          </p:val>
                                        </p:tav>
                                        <p:tav tm="100000">
                                          <p:val>
                                            <p:strVal val="#ppt_x"/>
                                          </p:val>
                                        </p:tav>
                                      </p:tavLst>
                                    </p:anim>
                                    <p:anim calcmode="lin" valueType="num">
                                      <p:cBhvr additive="base">
                                        <p:cTn dur="500" fill="hold" id="26"/>
                                        <p:tgtEl>
                                          <p:spTgt spid="1048770">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fill="hold" id="27">
                      <p:stCondLst>
                        <p:cond delay="indefinite"/>
                      </p:stCondLst>
                      <p:childTnLst>
                        <p:par>
                          <p:cTn fill="hold" id="28">
                            <p:stCondLst>
                              <p:cond delay="0"/>
                            </p:stCondLst>
                            <p:childTnLst>
                              <p:par>
                                <p:cTn fill="hold" id="29" nodeType="clickEffect" presetClass="entr" presetID="2" presetSubtype="4">
                                  <p:stCondLst>
                                    <p:cond delay="0"/>
                                  </p:stCondLst>
                                  <p:childTnLst>
                                    <p:set>
                                      <p:cBhvr>
                                        <p:cTn dur="1" fill="hold" id="30">
                                          <p:stCondLst>
                                            <p:cond delay="0"/>
                                          </p:stCondLst>
                                        </p:cTn>
                                        <p:tgtEl>
                                          <p:spTgt spid="1048770">
                                            <p:txEl>
                                              <p:pRg st="6" end="6"/>
                                            </p:txEl>
                                          </p:spTgt>
                                        </p:tgtEl>
                                        <p:attrNameLst>
                                          <p:attrName>style.visibility</p:attrName>
                                        </p:attrNameLst>
                                      </p:cBhvr>
                                      <p:to>
                                        <p:strVal val="visible"/>
                                      </p:to>
                                    </p:set>
                                    <p:anim calcmode="lin" valueType="num">
                                      <p:cBhvr additive="base">
                                        <p:cTn dur="500" fill="hold" id="31"/>
                                        <p:tgtEl>
                                          <p:spTgt spid="1048770">
                                            <p:txEl>
                                              <p:pRg st="6" end="6"/>
                                            </p:txEl>
                                          </p:spTgt>
                                        </p:tgtEl>
                                        <p:attrNameLst>
                                          <p:attrName>ppt_x</p:attrName>
                                        </p:attrNameLst>
                                      </p:cBhvr>
                                      <p:tavLst>
                                        <p:tav tm="0">
                                          <p:val>
                                            <p:strVal val="#ppt_x"/>
                                          </p:val>
                                        </p:tav>
                                        <p:tav tm="100000">
                                          <p:val>
                                            <p:strVal val="#ppt_x"/>
                                          </p:val>
                                        </p:tav>
                                      </p:tavLst>
                                    </p:anim>
                                    <p:anim calcmode="lin" valueType="num">
                                      <p:cBhvr additive="base">
                                        <p:cTn dur="500" fill="hold" id="32"/>
                                        <p:tgtEl>
                                          <p:spTgt spid="1048770">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fill="hold" id="33">
                      <p:stCondLst>
                        <p:cond delay="indefinite"/>
                      </p:stCondLst>
                      <p:childTnLst>
                        <p:par>
                          <p:cTn fill="hold" id="34">
                            <p:stCondLst>
                              <p:cond delay="0"/>
                            </p:stCondLst>
                            <p:childTnLst>
                              <p:par>
                                <p:cTn fill="hold" id="35" nodeType="clickEffect" presetClass="entr" presetID="2" presetSubtype="4">
                                  <p:stCondLst>
                                    <p:cond delay="0"/>
                                  </p:stCondLst>
                                  <p:childTnLst>
                                    <p:set>
                                      <p:cBhvr>
                                        <p:cTn dur="1" fill="hold" id="36">
                                          <p:stCondLst>
                                            <p:cond delay="0"/>
                                          </p:stCondLst>
                                        </p:cTn>
                                        <p:tgtEl>
                                          <p:spTgt spid="1048770">
                                            <p:txEl>
                                              <p:pRg st="8" end="8"/>
                                            </p:txEl>
                                          </p:spTgt>
                                        </p:tgtEl>
                                        <p:attrNameLst>
                                          <p:attrName>style.visibility</p:attrName>
                                        </p:attrNameLst>
                                      </p:cBhvr>
                                      <p:to>
                                        <p:strVal val="visible"/>
                                      </p:to>
                                    </p:set>
                                    <p:anim calcmode="lin" valueType="num">
                                      <p:cBhvr additive="base">
                                        <p:cTn dur="500" fill="hold" id="37"/>
                                        <p:tgtEl>
                                          <p:spTgt spid="1048770">
                                            <p:txEl>
                                              <p:pRg st="8" end="8"/>
                                            </p:txEl>
                                          </p:spTgt>
                                        </p:tgtEl>
                                        <p:attrNameLst>
                                          <p:attrName>ppt_x</p:attrName>
                                        </p:attrNameLst>
                                      </p:cBhvr>
                                      <p:tavLst>
                                        <p:tav tm="0">
                                          <p:val>
                                            <p:strVal val="#ppt_x"/>
                                          </p:val>
                                        </p:tav>
                                        <p:tav tm="100000">
                                          <p:val>
                                            <p:strVal val="#ppt_x"/>
                                          </p:val>
                                        </p:tav>
                                      </p:tavLst>
                                    </p:anim>
                                    <p:anim calcmode="lin" valueType="num">
                                      <p:cBhvr additive="base">
                                        <p:cTn dur="500" fill="hold" id="38"/>
                                        <p:tgtEl>
                                          <p:spTgt spid="1048770">
                                            <p:txEl>
                                              <p:pRg st="8" end="8"/>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48769" grpId="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93" name=""/>
        <p:cNvGrpSpPr/>
        <p:nvPr/>
      </p:nvGrpSpPr>
      <p:grpSpPr>
        <a:xfrm>
          <a:off x="0" y="0"/>
          <a:ext cx="0" cy="0"/>
          <a:chOff x="0" y="0"/>
          <a:chExt cx="0" cy="0"/>
        </a:xfrm>
      </p:grpSpPr>
      <p:sp>
        <p:nvSpPr>
          <p:cNvPr id="1048774" name="Title 1"/>
          <p:cNvSpPr>
            <a:spLocks noGrp="1"/>
          </p:cNvSpPr>
          <p:nvPr>
            <p:ph type="title"/>
          </p:nvPr>
        </p:nvSpPr>
        <p:spPr/>
        <p:txBody>
          <a:bodyPr>
            <a:normAutofit fontScale="90000"/>
          </a:bodyPr>
          <a:p>
            <a:r>
              <a:rPr dirty="0" lang="en-GB" smtClean="0"/>
              <a:t>Characteristics of Bryophytes cont’d</a:t>
            </a:r>
            <a:endParaRPr dirty="0" lang="en-GB"/>
          </a:p>
        </p:txBody>
      </p:sp>
      <p:sp>
        <p:nvSpPr>
          <p:cNvPr id="1048775" name="Content Placeholder 2"/>
          <p:cNvSpPr>
            <a:spLocks noGrp="1"/>
          </p:cNvSpPr>
          <p:nvPr>
            <p:ph idx="1"/>
          </p:nvPr>
        </p:nvSpPr>
        <p:spPr>
          <a:xfrm>
            <a:off x="0" y="1500175"/>
            <a:ext cx="9144000" cy="5357826"/>
          </a:xfrm>
        </p:spPr>
        <p:txBody>
          <a:bodyPr>
            <a:normAutofit fontScale="96875" lnSpcReduction="20000"/>
          </a:bodyPr>
          <a:p>
            <a:pPr lvl="0"/>
            <a:r>
              <a:rPr dirty="0" lang="en-GB" smtClean="0">
                <a:solidFill>
                  <a:srgbClr val="FFFF00"/>
                </a:solidFill>
              </a:rPr>
              <a:t>Their sex organs are multicellular and include the male organ; antheridium (plural: antheridia) and female organ; archegonium (plural: archegonia)</a:t>
            </a:r>
          </a:p>
          <a:p>
            <a:pPr lvl="0"/>
            <a:endParaRPr dirty="0" lang="en-GB" smtClean="0">
              <a:solidFill>
                <a:srgbClr val="FFFF00"/>
              </a:solidFill>
            </a:endParaRPr>
          </a:p>
          <a:p>
            <a:pPr lvl="0"/>
            <a:r>
              <a:rPr dirty="0" lang="en-GB" smtClean="0">
                <a:solidFill>
                  <a:srgbClr val="FFFF00"/>
                </a:solidFill>
              </a:rPr>
              <a:t>They produce spores in structures called capsules</a:t>
            </a:r>
          </a:p>
          <a:p>
            <a:pPr lvl="0"/>
            <a:endParaRPr dirty="0" lang="en-GB" smtClean="0">
              <a:solidFill>
                <a:srgbClr val="FFFF00"/>
              </a:solidFill>
            </a:endParaRPr>
          </a:p>
          <a:p>
            <a:pPr lvl="0"/>
            <a:r>
              <a:rPr dirty="0" lang="en-GB" smtClean="0">
                <a:solidFill>
                  <a:srgbClr val="FFFF00"/>
                </a:solidFill>
              </a:rPr>
              <a:t>They undergo changing of life cycle between gametophytic (n)and sporophytic (2n) generations called </a:t>
            </a:r>
            <a:r>
              <a:rPr b="1" dirty="0" i="1" lang="en-GB" smtClean="0">
                <a:solidFill>
                  <a:srgbClr val="FFFF00"/>
                </a:solidFill>
              </a:rPr>
              <a:t>alternation of generation</a:t>
            </a:r>
            <a:r>
              <a:rPr dirty="0" lang="en-GB" smtClean="0">
                <a:solidFill>
                  <a:srgbClr val="FFFF00"/>
                </a:solidFill>
              </a:rPr>
              <a:t> where the gametophyte is the dominant form.</a:t>
            </a:r>
          </a:p>
          <a:p>
            <a:endParaRPr dirty="0" lang="en-GB"/>
          </a:p>
        </p:txBody>
      </p:sp>
    </p:spTree>
  </p:cSld>
  <p:clrMapOvr>
    <a:masterClrMapping/>
  </p:clrMapOvr>
  <p:timing>
    <p:tnLst>
      <p:par>
        <p:cTn dur="indefinite" id="1" nodeType="tmRoot" restart="never">
          <p:childTnLst>
            <p:seq concurrent="1" nextAc="seek">
              <p:cTn dur="indefinite" id="2" nodeType="mainSeq">
                <p:childTnLst>
                  <p:par>
                    <p:cTn fill="hold" id="3">
                      <p:stCondLst>
                        <p:cond delay="indefinite"/>
                      </p:stCondLst>
                      <p:childTnLst>
                        <p:par>
                          <p:cTn fill="hold" id="4">
                            <p:stCondLst>
                              <p:cond delay="0"/>
                            </p:stCondLst>
                            <p:childTnLst>
                              <p:par>
                                <p:cTn fill="hold" id="5" nodeType="clickEffect" presetClass="entr" presetID="2" presetSubtype="4">
                                  <p:stCondLst>
                                    <p:cond delay="0"/>
                                  </p:stCondLst>
                                  <p:childTnLst>
                                    <p:set>
                                      <p:cBhvr>
                                        <p:cTn dur="1" fill="hold" id="6">
                                          <p:stCondLst>
                                            <p:cond delay="0"/>
                                          </p:stCondLst>
                                        </p:cTn>
                                        <p:tgtEl>
                                          <p:spTgt spid="1048775">
                                            <p:txEl>
                                              <p:pRg st="0" end="0"/>
                                            </p:txEl>
                                          </p:spTgt>
                                        </p:tgtEl>
                                        <p:attrNameLst>
                                          <p:attrName>style.visibility</p:attrName>
                                        </p:attrNameLst>
                                      </p:cBhvr>
                                      <p:to>
                                        <p:strVal val="visible"/>
                                      </p:to>
                                    </p:set>
                                    <p:anim calcmode="lin" valueType="num">
                                      <p:cBhvr additive="base">
                                        <p:cTn dur="500" fill="hold" id="7"/>
                                        <p:tgtEl>
                                          <p:spTgt spid="1048775">
                                            <p:txEl>
                                              <p:pRg st="0" end="0"/>
                                            </p:txEl>
                                          </p:spTgt>
                                        </p:tgtEl>
                                        <p:attrNameLst>
                                          <p:attrName>ppt_x</p:attrName>
                                        </p:attrNameLst>
                                      </p:cBhvr>
                                      <p:tavLst>
                                        <p:tav tm="0">
                                          <p:val>
                                            <p:strVal val="#ppt_x"/>
                                          </p:val>
                                        </p:tav>
                                        <p:tav tm="100000">
                                          <p:val>
                                            <p:strVal val="#ppt_x"/>
                                          </p:val>
                                        </p:tav>
                                      </p:tavLst>
                                    </p:anim>
                                    <p:anim calcmode="lin" valueType="num">
                                      <p:cBhvr additive="base">
                                        <p:cTn dur="500" fill="hold" id="8"/>
                                        <p:tgtEl>
                                          <p:spTgt spid="1048775">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fill="hold" id="9">
                      <p:stCondLst>
                        <p:cond delay="indefinite"/>
                      </p:stCondLst>
                      <p:childTnLst>
                        <p:par>
                          <p:cTn fill="hold" id="10">
                            <p:stCondLst>
                              <p:cond delay="0"/>
                            </p:stCondLst>
                            <p:childTnLst>
                              <p:par>
                                <p:cTn fill="hold" id="11" nodeType="clickEffect" presetClass="entr" presetID="2" presetSubtype="4">
                                  <p:stCondLst>
                                    <p:cond delay="0"/>
                                  </p:stCondLst>
                                  <p:childTnLst>
                                    <p:set>
                                      <p:cBhvr>
                                        <p:cTn dur="1" fill="hold" id="12">
                                          <p:stCondLst>
                                            <p:cond delay="0"/>
                                          </p:stCondLst>
                                        </p:cTn>
                                        <p:tgtEl>
                                          <p:spTgt spid="1048775">
                                            <p:txEl>
                                              <p:pRg st="2" end="2"/>
                                            </p:txEl>
                                          </p:spTgt>
                                        </p:tgtEl>
                                        <p:attrNameLst>
                                          <p:attrName>style.visibility</p:attrName>
                                        </p:attrNameLst>
                                      </p:cBhvr>
                                      <p:to>
                                        <p:strVal val="visible"/>
                                      </p:to>
                                    </p:set>
                                    <p:anim calcmode="lin" valueType="num">
                                      <p:cBhvr additive="base">
                                        <p:cTn dur="500" fill="hold" id="13"/>
                                        <p:tgtEl>
                                          <p:spTgt spid="1048775">
                                            <p:txEl>
                                              <p:pRg st="2" end="2"/>
                                            </p:txEl>
                                          </p:spTgt>
                                        </p:tgtEl>
                                        <p:attrNameLst>
                                          <p:attrName>ppt_x</p:attrName>
                                        </p:attrNameLst>
                                      </p:cBhvr>
                                      <p:tavLst>
                                        <p:tav tm="0">
                                          <p:val>
                                            <p:strVal val="#ppt_x"/>
                                          </p:val>
                                        </p:tav>
                                        <p:tav tm="100000">
                                          <p:val>
                                            <p:strVal val="#ppt_x"/>
                                          </p:val>
                                        </p:tav>
                                      </p:tavLst>
                                    </p:anim>
                                    <p:anim calcmode="lin" valueType="num">
                                      <p:cBhvr additive="base">
                                        <p:cTn dur="500" fill="hold" id="14"/>
                                        <p:tgtEl>
                                          <p:spTgt spid="1048775">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fill="hold" id="15">
                      <p:stCondLst>
                        <p:cond delay="indefinite"/>
                      </p:stCondLst>
                      <p:childTnLst>
                        <p:par>
                          <p:cTn fill="hold" id="16">
                            <p:stCondLst>
                              <p:cond delay="0"/>
                            </p:stCondLst>
                            <p:childTnLst>
                              <p:par>
                                <p:cTn fill="hold" id="17" nodeType="clickEffect" presetClass="entr" presetID="2" presetSubtype="4">
                                  <p:stCondLst>
                                    <p:cond delay="0"/>
                                  </p:stCondLst>
                                  <p:childTnLst>
                                    <p:set>
                                      <p:cBhvr>
                                        <p:cTn dur="1" fill="hold" id="18">
                                          <p:stCondLst>
                                            <p:cond delay="0"/>
                                          </p:stCondLst>
                                        </p:cTn>
                                        <p:tgtEl>
                                          <p:spTgt spid="1048775">
                                            <p:txEl>
                                              <p:pRg st="4" end="4"/>
                                            </p:txEl>
                                          </p:spTgt>
                                        </p:tgtEl>
                                        <p:attrNameLst>
                                          <p:attrName>style.visibility</p:attrName>
                                        </p:attrNameLst>
                                      </p:cBhvr>
                                      <p:to>
                                        <p:strVal val="visible"/>
                                      </p:to>
                                    </p:set>
                                    <p:anim calcmode="lin" valueType="num">
                                      <p:cBhvr additive="base">
                                        <p:cTn dur="500" fill="hold" id="19"/>
                                        <p:tgtEl>
                                          <p:spTgt spid="1048775">
                                            <p:txEl>
                                              <p:pRg st="4" end="4"/>
                                            </p:txEl>
                                          </p:spTgt>
                                        </p:tgtEl>
                                        <p:attrNameLst>
                                          <p:attrName>ppt_x</p:attrName>
                                        </p:attrNameLst>
                                      </p:cBhvr>
                                      <p:tavLst>
                                        <p:tav tm="0">
                                          <p:val>
                                            <p:strVal val="#ppt_x"/>
                                          </p:val>
                                        </p:tav>
                                        <p:tav tm="100000">
                                          <p:val>
                                            <p:strVal val="#ppt_x"/>
                                          </p:val>
                                        </p:tav>
                                      </p:tavLst>
                                    </p:anim>
                                    <p:anim calcmode="lin" valueType="num">
                                      <p:cBhvr additive="base">
                                        <p:cTn dur="500" fill="hold" id="20"/>
                                        <p:tgtEl>
                                          <p:spTgt spid="1048775">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96" name=""/>
        <p:cNvGrpSpPr/>
        <p:nvPr/>
      </p:nvGrpSpPr>
      <p:grpSpPr>
        <a:xfrm>
          <a:off x="0" y="0"/>
          <a:ext cx="0" cy="0"/>
          <a:chOff x="0" y="0"/>
          <a:chExt cx="0" cy="0"/>
        </a:xfrm>
      </p:grpSpPr>
      <p:sp>
        <p:nvSpPr>
          <p:cNvPr id="1048779" name="Title 1"/>
          <p:cNvSpPr>
            <a:spLocks noGrp="1"/>
          </p:cNvSpPr>
          <p:nvPr>
            <p:ph type="title"/>
          </p:nvPr>
        </p:nvSpPr>
        <p:spPr>
          <a:xfrm>
            <a:off x="0" y="0"/>
            <a:ext cx="9144000" cy="1408176"/>
          </a:xfrm>
        </p:spPr>
        <p:txBody>
          <a:bodyPr/>
          <a:p>
            <a:pPr algn="ctr"/>
            <a:r>
              <a:rPr dirty="0" lang="en-GB" smtClean="0"/>
              <a:t>Reproduction in Bryophytes</a:t>
            </a:r>
            <a:endParaRPr dirty="0" lang="en-GB"/>
          </a:p>
        </p:txBody>
      </p:sp>
      <p:pic>
        <p:nvPicPr>
          <p:cNvPr id="2097161" name="Picture 2"/>
          <p:cNvPicPr>
            <a:picLocks noChangeAspect="1" noGrp="1" noChangeArrowheads="1"/>
          </p:cNvPicPr>
          <p:nvPr>
            <p:ph idx="1"/>
          </p:nvPr>
        </p:nvPicPr>
        <p:blipFill>
          <a:blip xmlns:r="http://schemas.openxmlformats.org/officeDocument/2006/relationships" r:embed="rId1" cstate="print"/>
          <a:srcRect/>
          <a:stretch>
            <a:fillRect/>
          </a:stretch>
        </p:blipFill>
        <p:spPr bwMode="auto">
          <a:xfrm>
            <a:off x="0" y="1500174"/>
            <a:ext cx="9144000" cy="5357826"/>
          </a:xfrm>
          <a:prstGeom prst="rect"/>
          <a:noFill/>
          <a:ln w="9525">
            <a:noFill/>
            <a:miter lim="800000"/>
            <a:headEnd/>
            <a:tailEnd/>
          </a:ln>
          <a:effectLst/>
        </p:spPr>
      </p:pic>
    </p:spTree>
  </p:cSld>
  <p:clrMapOvr>
    <a:masterClrMapping/>
  </p:clrMapOvr>
  <p:timing>
    <p:tnLst>
      <p:par>
        <p:cTn dur="indefinite" id="1" nodeType="tmRoot" restart="never">
          <p:childTnLst>
            <p:seq concurrent="1" nextAc="seek">
              <p:cTn dur="indefinite" id="2" nodeType="mainSeq">
                <p:childTnLst>
                  <p:par>
                    <p:cTn fill="hold" id="3">
                      <p:stCondLst>
                        <p:cond delay="indefinite"/>
                      </p:stCondLst>
                      <p:childTnLst>
                        <p:par>
                          <p:cTn fill="hold" id="4">
                            <p:stCondLst>
                              <p:cond delay="0"/>
                            </p:stCondLst>
                            <p:childTnLst>
                              <p:par>
                                <p:cTn fill="hold" grpId="0" id="5" nodeType="clickEffect" presetClass="entr" presetID="2" presetSubtype="4">
                                  <p:stCondLst>
                                    <p:cond delay="0"/>
                                  </p:stCondLst>
                                  <p:childTnLst>
                                    <p:set>
                                      <p:cBhvr>
                                        <p:cTn dur="1" fill="hold" id="6">
                                          <p:stCondLst>
                                            <p:cond delay="0"/>
                                          </p:stCondLst>
                                        </p:cTn>
                                        <p:tgtEl>
                                          <p:spTgt spid="1048779"/>
                                        </p:tgtEl>
                                        <p:attrNameLst>
                                          <p:attrName>style.visibility</p:attrName>
                                        </p:attrNameLst>
                                      </p:cBhvr>
                                      <p:to>
                                        <p:strVal val="visible"/>
                                      </p:to>
                                    </p:set>
                                    <p:anim calcmode="lin" valueType="num">
                                      <p:cBhvr additive="base">
                                        <p:cTn dur="500" fill="hold" id="7"/>
                                        <p:tgtEl>
                                          <p:spTgt spid="1048779"/>
                                        </p:tgtEl>
                                        <p:attrNameLst>
                                          <p:attrName>ppt_x</p:attrName>
                                        </p:attrNameLst>
                                      </p:cBhvr>
                                      <p:tavLst>
                                        <p:tav tm="0">
                                          <p:val>
                                            <p:strVal val="#ppt_x"/>
                                          </p:val>
                                        </p:tav>
                                        <p:tav tm="100000">
                                          <p:val>
                                            <p:strVal val="#ppt_x"/>
                                          </p:val>
                                        </p:tav>
                                      </p:tavLst>
                                    </p:anim>
                                    <p:anim calcmode="lin" valueType="num">
                                      <p:cBhvr additive="base">
                                        <p:cTn dur="500" fill="hold" id="8"/>
                                        <p:tgtEl>
                                          <p:spTgt spid="1048779"/>
                                        </p:tgtEl>
                                        <p:attrNameLst>
                                          <p:attrName>ppt_y</p:attrName>
                                        </p:attrNameLst>
                                      </p:cBhvr>
                                      <p:tavLst>
                                        <p:tav tm="0">
                                          <p:val>
                                            <p:strVal val="1+#ppt_h/2"/>
                                          </p:val>
                                        </p:tav>
                                        <p:tav tm="100000">
                                          <p:val>
                                            <p:strVal val="#ppt_y"/>
                                          </p:val>
                                        </p:tav>
                                      </p:tavLst>
                                    </p:anim>
                                  </p:childTnLst>
                                </p:cTn>
                              </p:par>
                            </p:childTnLst>
                          </p:cTn>
                        </p:par>
                      </p:childTnLst>
                    </p:cTn>
                  </p:par>
                  <p:par>
                    <p:cTn fill="hold" id="9">
                      <p:stCondLst>
                        <p:cond delay="indefinite"/>
                      </p:stCondLst>
                      <p:childTnLst>
                        <p:par>
                          <p:cTn fill="hold" id="10">
                            <p:stCondLst>
                              <p:cond delay="0"/>
                            </p:stCondLst>
                            <p:childTnLst>
                              <p:par>
                                <p:cTn fill="hold" id="11" nodeType="clickEffect" presetClass="entr" presetID="2" presetSubtype="4">
                                  <p:stCondLst>
                                    <p:cond delay="0"/>
                                  </p:stCondLst>
                                  <p:childTnLst>
                                    <p:set>
                                      <p:cBhvr>
                                        <p:cTn dur="1" fill="hold" id="12">
                                          <p:stCondLst>
                                            <p:cond delay="0"/>
                                          </p:stCondLst>
                                        </p:cTn>
                                        <p:tgtEl>
                                          <p:spTgt spid="2097161"/>
                                        </p:tgtEl>
                                        <p:attrNameLst>
                                          <p:attrName>style.visibility</p:attrName>
                                        </p:attrNameLst>
                                      </p:cBhvr>
                                      <p:to>
                                        <p:strVal val="visible"/>
                                      </p:to>
                                    </p:set>
                                    <p:anim calcmode="lin" valueType="num">
                                      <p:cBhvr additive="base">
                                        <p:cTn dur="500" fill="hold" id="13"/>
                                        <p:tgtEl>
                                          <p:spTgt spid="2097161"/>
                                        </p:tgtEl>
                                        <p:attrNameLst>
                                          <p:attrName>ppt_x</p:attrName>
                                        </p:attrNameLst>
                                      </p:cBhvr>
                                      <p:tavLst>
                                        <p:tav tm="0">
                                          <p:val>
                                            <p:strVal val="#ppt_x"/>
                                          </p:val>
                                        </p:tav>
                                        <p:tav tm="100000">
                                          <p:val>
                                            <p:strVal val="#ppt_x"/>
                                          </p:val>
                                        </p:tav>
                                      </p:tavLst>
                                    </p:anim>
                                    <p:anim calcmode="lin" valueType="num">
                                      <p:cBhvr additive="base">
                                        <p:cTn dur="500" fill="hold" id="14"/>
                                        <p:tgtEl>
                                          <p:spTgt spid="209716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48779" grpId="0"/>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200" name=""/>
        <p:cNvGrpSpPr/>
        <p:nvPr/>
      </p:nvGrpSpPr>
      <p:grpSpPr>
        <a:xfrm>
          <a:off x="0" y="0"/>
          <a:ext cx="0" cy="0"/>
          <a:chOff x="0" y="0"/>
          <a:chExt cx="0" cy="0"/>
        </a:xfrm>
      </p:grpSpPr>
      <p:sp>
        <p:nvSpPr>
          <p:cNvPr id="1048791" name="Title 1"/>
          <p:cNvSpPr>
            <a:spLocks noGrp="1"/>
          </p:cNvSpPr>
          <p:nvPr>
            <p:ph type="title"/>
          </p:nvPr>
        </p:nvSpPr>
        <p:spPr>
          <a:xfrm>
            <a:off x="0" y="0"/>
            <a:ext cx="2857488" cy="1285860"/>
          </a:xfrm>
        </p:spPr>
        <p:txBody>
          <a:bodyPr>
            <a:noAutofit/>
          </a:bodyPr>
          <a:p>
            <a:r>
              <a:rPr dirty="0" sz="2400" lang="en-GB" smtClean="0"/>
              <a:t>General Classification of Bryophytes </a:t>
            </a:r>
            <a:br>
              <a:rPr dirty="0" sz="2400" lang="en-GB" smtClean="0"/>
            </a:br>
            <a:endParaRPr dirty="0" sz="2400" lang="en-GB"/>
          </a:p>
        </p:txBody>
      </p:sp>
      <p:sp>
        <p:nvSpPr>
          <p:cNvPr id="1048792" name="Content Placeholder 2"/>
          <p:cNvSpPr>
            <a:spLocks noGrp="1"/>
          </p:cNvSpPr>
          <p:nvPr>
            <p:ph type="body" sz="half" idx="2"/>
          </p:nvPr>
        </p:nvSpPr>
        <p:spPr>
          <a:xfrm>
            <a:off x="0" y="1500174"/>
            <a:ext cx="2786050" cy="5357826"/>
          </a:xfrm>
        </p:spPr>
        <p:txBody>
          <a:bodyPr/>
          <a:p>
            <a:r>
              <a:rPr dirty="0" sz="2400" lang="en-GB" smtClean="0">
                <a:solidFill>
                  <a:srgbClr val="FFFF00"/>
                </a:solidFill>
              </a:rPr>
              <a:t>Bryophytes are classified generally into three classes </a:t>
            </a:r>
          </a:p>
          <a:p>
            <a:endParaRPr dirty="0" sz="2400" lang="en-GB" smtClean="0">
              <a:solidFill>
                <a:srgbClr val="FFFF00"/>
              </a:solidFill>
            </a:endParaRPr>
          </a:p>
          <a:p>
            <a:r>
              <a:rPr b="1" dirty="0" sz="3200" lang="en-GB" smtClean="0">
                <a:solidFill>
                  <a:srgbClr val="FFFF00"/>
                </a:solidFill>
              </a:rPr>
              <a:t>Class 1: Hepaticae</a:t>
            </a:r>
            <a:r>
              <a:rPr dirty="0" sz="3200" lang="en-GB" smtClean="0">
                <a:solidFill>
                  <a:srgbClr val="FFFF00"/>
                </a:solidFill>
              </a:rPr>
              <a:t> </a:t>
            </a:r>
            <a:r>
              <a:rPr dirty="0" sz="2400" lang="en-GB" smtClean="0">
                <a:solidFill>
                  <a:srgbClr val="FFFF00"/>
                </a:solidFill>
              </a:rPr>
              <a:t>or liverworts e.g.  </a:t>
            </a:r>
            <a:r>
              <a:rPr dirty="0" sz="2400" i="1" lang="en-GB" smtClean="0">
                <a:solidFill>
                  <a:srgbClr val="FFFF00"/>
                </a:solidFill>
              </a:rPr>
              <a:t>Riccia </a:t>
            </a:r>
            <a:r>
              <a:rPr dirty="0" sz="2400" lang="en-GB" smtClean="0">
                <a:solidFill>
                  <a:srgbClr val="FFFF00"/>
                </a:solidFill>
              </a:rPr>
              <a:t>and </a:t>
            </a:r>
            <a:r>
              <a:rPr dirty="0" sz="2400" i="1" lang="en-GB" smtClean="0">
                <a:solidFill>
                  <a:srgbClr val="FFFF00"/>
                </a:solidFill>
              </a:rPr>
              <a:t>Marchantia </a:t>
            </a:r>
            <a:r>
              <a:rPr dirty="0" sz="2400" lang="en-GB" smtClean="0">
                <a:solidFill>
                  <a:srgbClr val="FFFF00"/>
                </a:solidFill>
              </a:rPr>
              <a:t>(thalloid liverworts), </a:t>
            </a:r>
            <a:r>
              <a:rPr dirty="0" sz="2400" i="1" lang="en-GB" smtClean="0">
                <a:solidFill>
                  <a:srgbClr val="FFFF00"/>
                </a:solidFill>
              </a:rPr>
              <a:t>Pellia </a:t>
            </a:r>
            <a:r>
              <a:rPr dirty="0" sz="2400" lang="en-GB" smtClean="0">
                <a:solidFill>
                  <a:srgbClr val="FFFF00"/>
                </a:solidFill>
              </a:rPr>
              <a:t>and </a:t>
            </a:r>
            <a:r>
              <a:rPr dirty="0" sz="2400" i="1" lang="en-GB" smtClean="0">
                <a:solidFill>
                  <a:srgbClr val="FFFF00"/>
                </a:solidFill>
              </a:rPr>
              <a:t>Porella </a:t>
            </a:r>
            <a:r>
              <a:rPr dirty="0" sz="2400" lang="en-GB" smtClean="0">
                <a:solidFill>
                  <a:srgbClr val="FFFF00"/>
                </a:solidFill>
              </a:rPr>
              <a:t>(leafy liverworts)</a:t>
            </a:r>
          </a:p>
          <a:p>
            <a:endParaRPr dirty="0" lang="en-GB"/>
          </a:p>
        </p:txBody>
      </p:sp>
      <p:pic>
        <p:nvPicPr>
          <p:cNvPr id="2097162" name="Picture 3" descr="liverworts"/>
          <p:cNvPicPr>
            <a:picLocks noChangeAspect="1" noGrp="1" noChangeArrowheads="1"/>
          </p:cNvPicPr>
          <p:nvPr>
            <p:ph type="pic" idx="1"/>
          </p:nvPr>
        </p:nvPicPr>
        <p:blipFill>
          <a:blip xmlns:r="http://schemas.openxmlformats.org/officeDocument/2006/relationships" r:embed="rId1" cstate="print"/>
          <a:srcRect t="19130" b="19130"/>
          <a:stretch>
            <a:fillRect/>
          </a:stretch>
        </p:blipFill>
        <p:spPr bwMode="auto">
          <a:prstGeom prst="rect"/>
          <a:noFill/>
          <a:ln w="9525">
            <a:noFill/>
            <a:miter lim="800000"/>
            <a:headEnd/>
            <a:tailEnd/>
          </a:ln>
        </p:spPr>
      </p:pic>
    </p:spTree>
  </p:cSld>
  <p:clrMapOvr>
    <a:masterClrMapping/>
  </p:clrMapOvr>
  <p:timing>
    <p:tnLst>
      <p:par>
        <p:cTn dur="indefinite" id="1" nodeType="tmRoot" restart="never">
          <p:childTnLst>
            <p:seq concurrent="1" nextAc="seek">
              <p:cTn dur="indefinite" id="2" nodeType="mainSeq">
                <p:childTnLst>
                  <p:par>
                    <p:cTn fill="hold" id="3">
                      <p:stCondLst>
                        <p:cond delay="indefinite"/>
                      </p:stCondLst>
                      <p:childTnLst>
                        <p:par>
                          <p:cTn fill="hold" id="4">
                            <p:stCondLst>
                              <p:cond delay="0"/>
                            </p:stCondLst>
                            <p:childTnLst>
                              <p:par>
                                <p:cTn fill="hold" grpId="0" id="5" nodeType="clickEffect" presetClass="entr" presetID="2" presetSubtype="4">
                                  <p:stCondLst>
                                    <p:cond delay="0"/>
                                  </p:stCondLst>
                                  <p:childTnLst>
                                    <p:set>
                                      <p:cBhvr>
                                        <p:cTn dur="1" fill="hold" id="6">
                                          <p:stCondLst>
                                            <p:cond delay="0"/>
                                          </p:stCondLst>
                                        </p:cTn>
                                        <p:tgtEl>
                                          <p:spTgt spid="1048791"/>
                                        </p:tgtEl>
                                        <p:attrNameLst>
                                          <p:attrName>style.visibility</p:attrName>
                                        </p:attrNameLst>
                                      </p:cBhvr>
                                      <p:to>
                                        <p:strVal val="visible"/>
                                      </p:to>
                                    </p:set>
                                    <p:anim calcmode="lin" valueType="num">
                                      <p:cBhvr additive="base">
                                        <p:cTn dur="500" fill="hold" id="7"/>
                                        <p:tgtEl>
                                          <p:spTgt spid="1048791"/>
                                        </p:tgtEl>
                                        <p:attrNameLst>
                                          <p:attrName>ppt_x</p:attrName>
                                        </p:attrNameLst>
                                      </p:cBhvr>
                                      <p:tavLst>
                                        <p:tav tm="0">
                                          <p:val>
                                            <p:strVal val="#ppt_x"/>
                                          </p:val>
                                        </p:tav>
                                        <p:tav tm="100000">
                                          <p:val>
                                            <p:strVal val="#ppt_x"/>
                                          </p:val>
                                        </p:tav>
                                      </p:tavLst>
                                    </p:anim>
                                    <p:anim calcmode="lin" valueType="num">
                                      <p:cBhvr additive="base">
                                        <p:cTn dur="500" fill="hold" id="8"/>
                                        <p:tgtEl>
                                          <p:spTgt spid="1048791"/>
                                        </p:tgtEl>
                                        <p:attrNameLst>
                                          <p:attrName>ppt_y</p:attrName>
                                        </p:attrNameLst>
                                      </p:cBhvr>
                                      <p:tavLst>
                                        <p:tav tm="0">
                                          <p:val>
                                            <p:strVal val="1+#ppt_h/2"/>
                                          </p:val>
                                        </p:tav>
                                        <p:tav tm="100000">
                                          <p:val>
                                            <p:strVal val="#ppt_y"/>
                                          </p:val>
                                        </p:tav>
                                      </p:tavLst>
                                    </p:anim>
                                  </p:childTnLst>
                                </p:cTn>
                              </p:par>
                            </p:childTnLst>
                          </p:cTn>
                        </p:par>
                      </p:childTnLst>
                    </p:cTn>
                  </p:par>
                  <p:par>
                    <p:cTn fill="hold" id="9">
                      <p:stCondLst>
                        <p:cond delay="indefinite"/>
                      </p:stCondLst>
                      <p:childTnLst>
                        <p:par>
                          <p:cTn fill="hold" id="10">
                            <p:stCondLst>
                              <p:cond delay="0"/>
                            </p:stCondLst>
                            <p:childTnLst>
                              <p:par>
                                <p:cTn fill="hold" id="11" nodeType="clickEffect" presetClass="entr" presetID="2" presetSubtype="4">
                                  <p:stCondLst>
                                    <p:cond delay="0"/>
                                  </p:stCondLst>
                                  <p:childTnLst>
                                    <p:set>
                                      <p:cBhvr>
                                        <p:cTn dur="1" fill="hold" id="12">
                                          <p:stCondLst>
                                            <p:cond delay="0"/>
                                          </p:stCondLst>
                                        </p:cTn>
                                        <p:tgtEl>
                                          <p:spTgt spid="1048792">
                                            <p:txEl>
                                              <p:pRg st="0" end="0"/>
                                            </p:txEl>
                                          </p:spTgt>
                                        </p:tgtEl>
                                        <p:attrNameLst>
                                          <p:attrName>style.visibility</p:attrName>
                                        </p:attrNameLst>
                                      </p:cBhvr>
                                      <p:to>
                                        <p:strVal val="visible"/>
                                      </p:to>
                                    </p:set>
                                    <p:anim calcmode="lin" valueType="num">
                                      <p:cBhvr additive="base">
                                        <p:cTn dur="500" fill="hold" id="13"/>
                                        <p:tgtEl>
                                          <p:spTgt spid="1048792">
                                            <p:txEl>
                                              <p:pRg st="0" end="0"/>
                                            </p:txEl>
                                          </p:spTgt>
                                        </p:tgtEl>
                                        <p:attrNameLst>
                                          <p:attrName>ppt_x</p:attrName>
                                        </p:attrNameLst>
                                      </p:cBhvr>
                                      <p:tavLst>
                                        <p:tav tm="0">
                                          <p:val>
                                            <p:strVal val="#ppt_x"/>
                                          </p:val>
                                        </p:tav>
                                        <p:tav tm="100000">
                                          <p:val>
                                            <p:strVal val="#ppt_x"/>
                                          </p:val>
                                        </p:tav>
                                      </p:tavLst>
                                    </p:anim>
                                    <p:anim calcmode="lin" valueType="num">
                                      <p:cBhvr additive="base">
                                        <p:cTn dur="500" fill="hold" id="14"/>
                                        <p:tgtEl>
                                          <p:spTgt spid="1048792">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fill="hold" id="15">
                      <p:stCondLst>
                        <p:cond delay="indefinite"/>
                      </p:stCondLst>
                      <p:childTnLst>
                        <p:par>
                          <p:cTn fill="hold" id="16">
                            <p:stCondLst>
                              <p:cond delay="0"/>
                            </p:stCondLst>
                            <p:childTnLst>
                              <p:par>
                                <p:cTn fill="hold" id="17" nodeType="clickEffect" presetClass="entr" presetID="2" presetSubtype="4">
                                  <p:stCondLst>
                                    <p:cond delay="0"/>
                                  </p:stCondLst>
                                  <p:childTnLst>
                                    <p:set>
                                      <p:cBhvr>
                                        <p:cTn dur="1" fill="hold" id="18">
                                          <p:stCondLst>
                                            <p:cond delay="0"/>
                                          </p:stCondLst>
                                        </p:cTn>
                                        <p:tgtEl>
                                          <p:spTgt spid="1048792">
                                            <p:txEl>
                                              <p:pRg st="2" end="2"/>
                                            </p:txEl>
                                          </p:spTgt>
                                        </p:tgtEl>
                                        <p:attrNameLst>
                                          <p:attrName>style.visibility</p:attrName>
                                        </p:attrNameLst>
                                      </p:cBhvr>
                                      <p:to>
                                        <p:strVal val="visible"/>
                                      </p:to>
                                    </p:set>
                                    <p:anim calcmode="lin" valueType="num">
                                      <p:cBhvr additive="base">
                                        <p:cTn dur="500" fill="hold" id="19"/>
                                        <p:tgtEl>
                                          <p:spTgt spid="1048792">
                                            <p:txEl>
                                              <p:pRg st="2" end="2"/>
                                            </p:txEl>
                                          </p:spTgt>
                                        </p:tgtEl>
                                        <p:attrNameLst>
                                          <p:attrName>ppt_x</p:attrName>
                                        </p:attrNameLst>
                                      </p:cBhvr>
                                      <p:tavLst>
                                        <p:tav tm="0">
                                          <p:val>
                                            <p:strVal val="#ppt_x"/>
                                          </p:val>
                                        </p:tav>
                                        <p:tav tm="100000">
                                          <p:val>
                                            <p:strVal val="#ppt_x"/>
                                          </p:val>
                                        </p:tav>
                                      </p:tavLst>
                                    </p:anim>
                                    <p:anim calcmode="lin" valueType="num">
                                      <p:cBhvr additive="base">
                                        <p:cTn dur="500" fill="hold" id="20"/>
                                        <p:tgtEl>
                                          <p:spTgt spid="1048792">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fill="hold" id="21">
                      <p:stCondLst>
                        <p:cond delay="indefinite"/>
                      </p:stCondLst>
                      <p:childTnLst>
                        <p:par>
                          <p:cTn fill="hold" id="22">
                            <p:stCondLst>
                              <p:cond delay="0"/>
                            </p:stCondLst>
                            <p:childTnLst>
                              <p:par>
                                <p:cTn fill="hold" id="23" nodeType="clickEffect" presetClass="entr" presetID="2" presetSubtype="4">
                                  <p:stCondLst>
                                    <p:cond delay="0"/>
                                  </p:stCondLst>
                                  <p:childTnLst>
                                    <p:set>
                                      <p:cBhvr>
                                        <p:cTn dur="1" fill="hold" id="24">
                                          <p:stCondLst>
                                            <p:cond delay="0"/>
                                          </p:stCondLst>
                                        </p:cTn>
                                        <p:tgtEl>
                                          <p:spTgt spid="2097162"/>
                                        </p:tgtEl>
                                        <p:attrNameLst>
                                          <p:attrName>style.visibility</p:attrName>
                                        </p:attrNameLst>
                                      </p:cBhvr>
                                      <p:to>
                                        <p:strVal val="visible"/>
                                      </p:to>
                                    </p:set>
                                    <p:anim calcmode="lin" valueType="num">
                                      <p:cBhvr additive="base">
                                        <p:cTn dur="500" fill="hold" id="25"/>
                                        <p:tgtEl>
                                          <p:spTgt spid="2097162"/>
                                        </p:tgtEl>
                                        <p:attrNameLst>
                                          <p:attrName>ppt_x</p:attrName>
                                        </p:attrNameLst>
                                      </p:cBhvr>
                                      <p:tavLst>
                                        <p:tav tm="0">
                                          <p:val>
                                            <p:strVal val="#ppt_x"/>
                                          </p:val>
                                        </p:tav>
                                        <p:tav tm="100000">
                                          <p:val>
                                            <p:strVal val="#ppt_x"/>
                                          </p:val>
                                        </p:tav>
                                      </p:tavLst>
                                    </p:anim>
                                    <p:anim calcmode="lin" valueType="num">
                                      <p:cBhvr additive="base">
                                        <p:cTn dur="500" fill="hold" id="26"/>
                                        <p:tgtEl>
                                          <p:spTgt spid="209716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48791" grpId="0"/>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203" name=""/>
        <p:cNvGrpSpPr/>
        <p:nvPr/>
      </p:nvGrpSpPr>
      <p:grpSpPr>
        <a:xfrm>
          <a:off x="0" y="0"/>
          <a:ext cx="0" cy="0"/>
          <a:chOff x="0" y="0"/>
          <a:chExt cx="0" cy="0"/>
        </a:xfrm>
      </p:grpSpPr>
      <p:sp>
        <p:nvSpPr>
          <p:cNvPr id="1048796" name="Title 1"/>
          <p:cNvSpPr>
            <a:spLocks noGrp="1"/>
          </p:cNvSpPr>
          <p:nvPr>
            <p:ph type="title"/>
          </p:nvPr>
        </p:nvSpPr>
        <p:spPr>
          <a:xfrm>
            <a:off x="0" y="0"/>
            <a:ext cx="2857488" cy="1357298"/>
          </a:xfrm>
        </p:spPr>
        <p:txBody>
          <a:bodyPr>
            <a:normAutofit/>
          </a:bodyPr>
          <a:p>
            <a:r>
              <a:rPr dirty="0" lang="en-GB" smtClean="0"/>
              <a:t/>
            </a:r>
            <a:br>
              <a:rPr dirty="0" lang="en-GB" smtClean="0"/>
            </a:br>
            <a:endParaRPr dirty="0" lang="en-GB"/>
          </a:p>
        </p:txBody>
      </p:sp>
      <p:sp>
        <p:nvSpPr>
          <p:cNvPr id="1048797" name="Text Placeholder 3"/>
          <p:cNvSpPr>
            <a:spLocks noGrp="1"/>
          </p:cNvSpPr>
          <p:nvPr>
            <p:ph type="body" sz="half" idx="2"/>
          </p:nvPr>
        </p:nvSpPr>
        <p:spPr>
          <a:xfrm>
            <a:off x="0" y="1500174"/>
            <a:ext cx="2857488" cy="5357826"/>
          </a:xfrm>
        </p:spPr>
        <p:txBody>
          <a:bodyPr>
            <a:normAutofit/>
          </a:bodyPr>
          <a:p>
            <a:r>
              <a:rPr b="1" dirty="0" sz="2800" lang="en-GB" smtClean="0">
                <a:solidFill>
                  <a:srgbClr val="FFFF00"/>
                </a:solidFill>
              </a:rPr>
              <a:t>Class 2: Anthoceratae </a:t>
            </a:r>
            <a:r>
              <a:rPr dirty="0" sz="2800" lang="en-GB" smtClean="0">
                <a:solidFill>
                  <a:srgbClr val="FFFF00"/>
                </a:solidFill>
              </a:rPr>
              <a:t>or horned liverworts which have about 300 species. They are the smallest group of bryophytes. Example includes </a:t>
            </a:r>
            <a:r>
              <a:rPr dirty="0" sz="2800" i="1" lang="en-GB" smtClean="0">
                <a:solidFill>
                  <a:srgbClr val="FFFF00"/>
                </a:solidFill>
              </a:rPr>
              <a:t>Anthoceros</a:t>
            </a:r>
            <a:endParaRPr dirty="0" sz="2800" lang="en-GB">
              <a:solidFill>
                <a:srgbClr val="FFFF00"/>
              </a:solidFill>
            </a:endParaRPr>
          </a:p>
        </p:txBody>
      </p:sp>
      <p:pic>
        <p:nvPicPr>
          <p:cNvPr id="2097163" name="Picture 2" descr="Hornworts"/>
          <p:cNvPicPr>
            <a:picLocks noChangeAspect="1" noGrp="1" noChangeArrowheads="1"/>
          </p:cNvPicPr>
          <p:nvPr>
            <p:ph type="pic" idx="1"/>
          </p:nvPr>
        </p:nvPicPr>
        <p:blipFill>
          <a:blip xmlns:r="http://schemas.openxmlformats.org/officeDocument/2006/relationships" r:embed="rId1" cstate="print"/>
          <a:srcRect l="9892" r="9892"/>
          <a:stretch>
            <a:fillRect/>
          </a:stretch>
        </p:blipFill>
        <p:spPr bwMode="auto">
          <a:xfrm>
            <a:off x="2903805" y="1357298"/>
            <a:ext cx="6247397" cy="5500702"/>
          </a:xfrm>
          <a:prstGeom prst="rect"/>
          <a:noFill/>
          <a:ln w="9525">
            <a:noFill/>
            <a:miter lim="800000"/>
            <a:headEnd/>
            <a:tailEnd/>
          </a:ln>
        </p:spPr>
      </p:pic>
    </p:spTree>
  </p:cSld>
  <p:clrMapOvr>
    <a:masterClrMapping/>
  </p:clrMapOvr>
  <p:timing>
    <p:tnLst>
      <p:par>
        <p:cTn dur="indefinite" id="1" nodeType="tmRoot" restart="never">
          <p:childTnLst>
            <p:seq concurrent="1" nextAc="seek">
              <p:cTn dur="indefinite" id="2" nodeType="mainSeq">
                <p:childTnLst>
                  <p:par>
                    <p:cTn fill="hold" id="3">
                      <p:stCondLst>
                        <p:cond delay="indefinite"/>
                      </p:stCondLst>
                      <p:childTnLst>
                        <p:par>
                          <p:cTn fill="hold" id="4">
                            <p:stCondLst>
                              <p:cond delay="0"/>
                            </p:stCondLst>
                            <p:childTnLst>
                              <p:par>
                                <p:cTn fill="hold" id="5" nodeType="clickEffect" presetClass="entr" presetID="2" presetSubtype="4">
                                  <p:stCondLst>
                                    <p:cond delay="0"/>
                                  </p:stCondLst>
                                  <p:childTnLst>
                                    <p:set>
                                      <p:cBhvr>
                                        <p:cTn dur="1" fill="hold" id="6">
                                          <p:stCondLst>
                                            <p:cond delay="0"/>
                                          </p:stCondLst>
                                        </p:cTn>
                                        <p:tgtEl>
                                          <p:spTgt spid="1048797">
                                            <p:txEl>
                                              <p:pRg st="0" end="0"/>
                                            </p:txEl>
                                          </p:spTgt>
                                        </p:tgtEl>
                                        <p:attrNameLst>
                                          <p:attrName>style.visibility</p:attrName>
                                        </p:attrNameLst>
                                      </p:cBhvr>
                                      <p:to>
                                        <p:strVal val="visible"/>
                                      </p:to>
                                    </p:set>
                                    <p:anim calcmode="lin" valueType="num">
                                      <p:cBhvr additive="base">
                                        <p:cTn dur="500" fill="hold" id="7"/>
                                        <p:tgtEl>
                                          <p:spTgt spid="1048797">
                                            <p:txEl>
                                              <p:pRg st="0" end="0"/>
                                            </p:txEl>
                                          </p:spTgt>
                                        </p:tgtEl>
                                        <p:attrNameLst>
                                          <p:attrName>ppt_x</p:attrName>
                                        </p:attrNameLst>
                                      </p:cBhvr>
                                      <p:tavLst>
                                        <p:tav tm="0">
                                          <p:val>
                                            <p:strVal val="#ppt_x"/>
                                          </p:val>
                                        </p:tav>
                                        <p:tav tm="100000">
                                          <p:val>
                                            <p:strVal val="#ppt_x"/>
                                          </p:val>
                                        </p:tav>
                                      </p:tavLst>
                                    </p:anim>
                                    <p:anim calcmode="lin" valueType="num">
                                      <p:cBhvr additive="base">
                                        <p:cTn dur="500" fill="hold" id="8"/>
                                        <p:tgtEl>
                                          <p:spTgt spid="1048797">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fill="hold" id="9">
                      <p:stCondLst>
                        <p:cond delay="indefinite"/>
                      </p:stCondLst>
                      <p:childTnLst>
                        <p:par>
                          <p:cTn fill="hold" id="10">
                            <p:stCondLst>
                              <p:cond delay="0"/>
                            </p:stCondLst>
                            <p:childTnLst>
                              <p:par>
                                <p:cTn fill="hold" id="11" nodeType="clickEffect" presetClass="entr" presetID="2" presetSubtype="4">
                                  <p:stCondLst>
                                    <p:cond delay="0"/>
                                  </p:stCondLst>
                                  <p:childTnLst>
                                    <p:set>
                                      <p:cBhvr>
                                        <p:cTn dur="1" fill="hold" id="12">
                                          <p:stCondLst>
                                            <p:cond delay="0"/>
                                          </p:stCondLst>
                                        </p:cTn>
                                        <p:tgtEl>
                                          <p:spTgt spid="2097163"/>
                                        </p:tgtEl>
                                        <p:attrNameLst>
                                          <p:attrName>style.visibility</p:attrName>
                                        </p:attrNameLst>
                                      </p:cBhvr>
                                      <p:to>
                                        <p:strVal val="visible"/>
                                      </p:to>
                                    </p:set>
                                    <p:anim calcmode="lin" valueType="num">
                                      <p:cBhvr additive="base">
                                        <p:cTn dur="500" fill="hold" id="13"/>
                                        <p:tgtEl>
                                          <p:spTgt spid="2097163"/>
                                        </p:tgtEl>
                                        <p:attrNameLst>
                                          <p:attrName>ppt_x</p:attrName>
                                        </p:attrNameLst>
                                      </p:cBhvr>
                                      <p:tavLst>
                                        <p:tav tm="0">
                                          <p:val>
                                            <p:strVal val="#ppt_x"/>
                                          </p:val>
                                        </p:tav>
                                        <p:tav tm="100000">
                                          <p:val>
                                            <p:strVal val="#ppt_x"/>
                                          </p:val>
                                        </p:tav>
                                      </p:tavLst>
                                    </p:anim>
                                    <p:anim calcmode="lin" valueType="num">
                                      <p:cBhvr additive="base">
                                        <p:cTn dur="500" fill="hold" id="14"/>
                                        <p:tgtEl>
                                          <p:spTgt spid="209716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206" name=""/>
        <p:cNvGrpSpPr/>
        <p:nvPr/>
      </p:nvGrpSpPr>
      <p:grpSpPr>
        <a:xfrm>
          <a:off x="0" y="0"/>
          <a:ext cx="0" cy="0"/>
          <a:chOff x="0" y="0"/>
          <a:chExt cx="0" cy="0"/>
        </a:xfrm>
      </p:grpSpPr>
      <p:sp>
        <p:nvSpPr>
          <p:cNvPr id="1048801" name="Title 1"/>
          <p:cNvSpPr>
            <a:spLocks noGrp="1"/>
          </p:cNvSpPr>
          <p:nvPr>
            <p:ph type="title"/>
          </p:nvPr>
        </p:nvSpPr>
        <p:spPr/>
        <p:txBody>
          <a:bodyPr/>
          <a:p>
            <a:endParaRPr lang="en-GB"/>
          </a:p>
        </p:txBody>
      </p:sp>
      <p:sp>
        <p:nvSpPr>
          <p:cNvPr id="1048802" name="Text Placeholder 3"/>
          <p:cNvSpPr>
            <a:spLocks noGrp="1"/>
          </p:cNvSpPr>
          <p:nvPr>
            <p:ph type="body" sz="half" idx="2"/>
          </p:nvPr>
        </p:nvSpPr>
        <p:spPr>
          <a:xfrm>
            <a:off x="0" y="1500174"/>
            <a:ext cx="2857488" cy="5357826"/>
          </a:xfrm>
        </p:spPr>
        <p:txBody>
          <a:bodyPr/>
          <a:p>
            <a:r>
              <a:rPr b="1" dirty="0" sz="2800" lang="en-GB" smtClean="0">
                <a:solidFill>
                  <a:srgbClr val="FFFF00"/>
                </a:solidFill>
              </a:rPr>
              <a:t>Class 3: Musci or Mosses</a:t>
            </a:r>
            <a:r>
              <a:rPr dirty="0" sz="2800" lang="en-GB" smtClean="0">
                <a:solidFill>
                  <a:srgbClr val="FFFF00"/>
                </a:solidFill>
              </a:rPr>
              <a:t> E.g. </a:t>
            </a:r>
            <a:r>
              <a:rPr dirty="0" sz="2800" i="1" lang="en-GB" smtClean="0">
                <a:solidFill>
                  <a:srgbClr val="FFFF00"/>
                </a:solidFill>
              </a:rPr>
              <a:t>Sphagnum, Funaria, Polytrichum, Barbula, Dicranella </a:t>
            </a:r>
            <a:r>
              <a:rPr dirty="0" sz="2800" lang="en-GB" err="1" smtClean="0">
                <a:solidFill>
                  <a:srgbClr val="FFFF00"/>
                </a:solidFill>
              </a:rPr>
              <a:t>e.t.c</a:t>
            </a:r>
            <a:r>
              <a:rPr dirty="0" sz="2800" lang="en-GB" smtClean="0">
                <a:solidFill>
                  <a:srgbClr val="FFFF00"/>
                </a:solidFill>
              </a:rPr>
              <a:t>. These are the largest and most familiar group of bryophytes.</a:t>
            </a:r>
          </a:p>
          <a:p>
            <a:endParaRPr dirty="0" lang="en-GB"/>
          </a:p>
        </p:txBody>
      </p:sp>
      <p:pic>
        <p:nvPicPr>
          <p:cNvPr id="2097164" name="Picture 2" descr="bryophyte2"/>
          <p:cNvPicPr>
            <a:picLocks noChangeAspect="1" noGrp="1" noChangeArrowheads="1"/>
          </p:cNvPicPr>
          <p:nvPr>
            <p:ph type="pic" idx="1"/>
          </p:nvPr>
        </p:nvPicPr>
        <p:blipFill>
          <a:blip xmlns:r="http://schemas.openxmlformats.org/officeDocument/2006/relationships" r:embed="rId1" cstate="print"/>
          <a:srcRect l="8785" r="8785"/>
          <a:stretch>
            <a:fillRect/>
          </a:stretch>
        </p:blipFill>
        <p:spPr bwMode="auto">
          <a:prstGeom prst="rect"/>
          <a:noFill/>
          <a:ln w="9525">
            <a:noFill/>
            <a:miter lim="800000"/>
            <a:headEnd/>
            <a:tailEnd/>
          </a:ln>
        </p:spPr>
      </p:pic>
    </p:spTree>
  </p:cSld>
  <p:clrMapOvr>
    <a:masterClrMapping/>
  </p:clrMapOvr>
  <p:timing>
    <p:tnLst>
      <p:par>
        <p:cTn dur="indefinite" id="1" nodeType="tmRoot" restart="never">
          <p:childTnLst>
            <p:seq concurrent="1" nextAc="seek">
              <p:cTn dur="indefinite" id="2" nodeType="mainSeq">
                <p:childTnLst>
                  <p:par>
                    <p:cTn fill="hold" id="3">
                      <p:stCondLst>
                        <p:cond delay="indefinite"/>
                      </p:stCondLst>
                      <p:childTnLst>
                        <p:par>
                          <p:cTn fill="hold" id="4">
                            <p:stCondLst>
                              <p:cond delay="0"/>
                            </p:stCondLst>
                            <p:childTnLst>
                              <p:par>
                                <p:cTn fill="hold" id="5" nodeType="clickEffect" presetClass="entr" presetID="2" presetSubtype="4">
                                  <p:stCondLst>
                                    <p:cond delay="0"/>
                                  </p:stCondLst>
                                  <p:childTnLst>
                                    <p:set>
                                      <p:cBhvr>
                                        <p:cTn dur="1" fill="hold" id="6">
                                          <p:stCondLst>
                                            <p:cond delay="0"/>
                                          </p:stCondLst>
                                        </p:cTn>
                                        <p:tgtEl>
                                          <p:spTgt spid="1048802">
                                            <p:txEl>
                                              <p:pRg st="0" end="0"/>
                                            </p:txEl>
                                          </p:spTgt>
                                        </p:tgtEl>
                                        <p:attrNameLst>
                                          <p:attrName>style.visibility</p:attrName>
                                        </p:attrNameLst>
                                      </p:cBhvr>
                                      <p:to>
                                        <p:strVal val="visible"/>
                                      </p:to>
                                    </p:set>
                                    <p:anim calcmode="lin" valueType="num">
                                      <p:cBhvr additive="base">
                                        <p:cTn dur="500" fill="hold" id="7"/>
                                        <p:tgtEl>
                                          <p:spTgt spid="1048802">
                                            <p:txEl>
                                              <p:pRg st="0" end="0"/>
                                            </p:txEl>
                                          </p:spTgt>
                                        </p:tgtEl>
                                        <p:attrNameLst>
                                          <p:attrName>ppt_x</p:attrName>
                                        </p:attrNameLst>
                                      </p:cBhvr>
                                      <p:tavLst>
                                        <p:tav tm="0">
                                          <p:val>
                                            <p:strVal val="#ppt_x"/>
                                          </p:val>
                                        </p:tav>
                                        <p:tav tm="100000">
                                          <p:val>
                                            <p:strVal val="#ppt_x"/>
                                          </p:val>
                                        </p:tav>
                                      </p:tavLst>
                                    </p:anim>
                                    <p:anim calcmode="lin" valueType="num">
                                      <p:cBhvr additive="base">
                                        <p:cTn dur="500" fill="hold" id="8"/>
                                        <p:tgtEl>
                                          <p:spTgt spid="1048802">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fill="hold" id="9">
                      <p:stCondLst>
                        <p:cond delay="indefinite"/>
                      </p:stCondLst>
                      <p:childTnLst>
                        <p:par>
                          <p:cTn fill="hold" id="10">
                            <p:stCondLst>
                              <p:cond delay="0"/>
                            </p:stCondLst>
                            <p:childTnLst>
                              <p:par>
                                <p:cTn fill="hold" id="11" nodeType="clickEffect" presetClass="entr" presetID="2" presetSubtype="4">
                                  <p:stCondLst>
                                    <p:cond delay="0"/>
                                  </p:stCondLst>
                                  <p:childTnLst>
                                    <p:set>
                                      <p:cBhvr>
                                        <p:cTn dur="1" fill="hold" id="12">
                                          <p:stCondLst>
                                            <p:cond delay="0"/>
                                          </p:stCondLst>
                                        </p:cTn>
                                        <p:tgtEl>
                                          <p:spTgt spid="2097164"/>
                                        </p:tgtEl>
                                        <p:attrNameLst>
                                          <p:attrName>style.visibility</p:attrName>
                                        </p:attrNameLst>
                                      </p:cBhvr>
                                      <p:to>
                                        <p:strVal val="visible"/>
                                      </p:to>
                                    </p:set>
                                    <p:anim calcmode="lin" valueType="num">
                                      <p:cBhvr additive="base">
                                        <p:cTn dur="500" fill="hold" id="13"/>
                                        <p:tgtEl>
                                          <p:spTgt spid="2097164"/>
                                        </p:tgtEl>
                                        <p:attrNameLst>
                                          <p:attrName>ppt_x</p:attrName>
                                        </p:attrNameLst>
                                      </p:cBhvr>
                                      <p:tavLst>
                                        <p:tav tm="0">
                                          <p:val>
                                            <p:strVal val="#ppt_x"/>
                                          </p:val>
                                        </p:tav>
                                        <p:tav tm="100000">
                                          <p:val>
                                            <p:strVal val="#ppt_x"/>
                                          </p:val>
                                        </p:tav>
                                      </p:tavLst>
                                    </p:anim>
                                    <p:anim calcmode="lin" valueType="num">
                                      <p:cBhvr additive="base">
                                        <p:cTn dur="500" fill="hold" id="14"/>
                                        <p:tgtEl>
                                          <p:spTgt spid="209716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209" name=""/>
        <p:cNvGrpSpPr/>
        <p:nvPr/>
      </p:nvGrpSpPr>
      <p:grpSpPr>
        <a:xfrm>
          <a:off x="0" y="0"/>
          <a:ext cx="0" cy="0"/>
          <a:chOff x="0" y="0"/>
          <a:chExt cx="0" cy="0"/>
        </a:xfrm>
      </p:grpSpPr>
      <p:graphicFrame>
        <p:nvGraphicFramePr>
          <p:cNvPr id="4194304" name="Content Placeholder 9"/>
          <p:cNvGraphicFramePr>
            <a:graphicFrameLocks noGrp="1"/>
          </p:cNvGraphicFramePr>
          <p:nvPr>
            <p:ph idx="1"/>
          </p:nvPr>
        </p:nvGraphicFramePr>
        <p:xfrm>
          <a:off x="0" y="1500188"/>
          <a:ext cx="9144000" cy="5674992"/>
        </p:xfrm>
        <a:graphic>
          <a:graphicData uri="http://schemas.openxmlformats.org/drawingml/2006/table">
            <a:tbl>
              <a:tblPr firstRow="1" bandRow="1">
                <a:tableStyleId>{5C22544A-7EE6-4342-B048-85BDC9FD1C3A}</a:tableStyleId>
              </a:tblPr>
              <a:tblGrid>
                <a:gridCol w="4572000"/>
                <a:gridCol w="4572000"/>
              </a:tblGrid>
              <a:tr h="595312">
                <a:tc>
                  <a:txBody>
                    <a:bodyPr/>
                    <a:p>
                      <a:r>
                        <a:rPr b="1" dirty="0" sz="2000" kern="1200" kumimoji="0" lang="en-GB" smtClean="0">
                          <a:solidFill>
                            <a:schemeClr val="lt1"/>
                          </a:solidFill>
                          <a:latin typeface="+mn-lt"/>
                          <a:ea typeface="+mn-ea"/>
                          <a:cs typeface="+mn-cs"/>
                        </a:rPr>
                        <a:t>Liverworts</a:t>
                      </a:r>
                      <a:endParaRPr dirty="0" sz="2000" lang="en-GB"/>
                    </a:p>
                  </a:txBody>
                </a:tc>
                <a:tc>
                  <a:txBody>
                    <a:bodyPr/>
                    <a:p>
                      <a:r>
                        <a:rPr b="1" dirty="0" sz="2000" kern="1200" kumimoji="0" lang="en-GB" smtClean="0">
                          <a:solidFill>
                            <a:schemeClr val="lt1"/>
                          </a:solidFill>
                          <a:latin typeface="+mn-lt"/>
                          <a:ea typeface="+mn-ea"/>
                          <a:cs typeface="+mn-cs"/>
                        </a:rPr>
                        <a:t>Mosses</a:t>
                      </a:r>
                      <a:endParaRPr dirty="0" sz="2000" lang="en-GB"/>
                    </a:p>
                  </a:txBody>
                </a:tc>
              </a:tr>
              <a:tr h="595312">
                <a:tc>
                  <a:txBody>
                    <a:bodyPr/>
                    <a:p>
                      <a:r>
                        <a:rPr dirty="0" sz="2000" kern="1200" kumimoji="0" lang="en-GB" smtClean="0">
                          <a:solidFill>
                            <a:schemeClr val="dk1"/>
                          </a:solidFill>
                          <a:latin typeface="+mn-lt"/>
                          <a:ea typeface="+mn-ea"/>
                          <a:cs typeface="+mn-cs"/>
                        </a:rPr>
                        <a:t>Gametophytes are either leafy or thalloid</a:t>
                      </a:r>
                      <a:endParaRPr dirty="0" sz="2000" lang="en-GB"/>
                    </a:p>
                  </a:txBody>
                </a:tc>
                <a:tc>
                  <a:txBody>
                    <a:bodyPr/>
                    <a:p>
                      <a:r>
                        <a:rPr dirty="0" sz="2000" kern="1200" kumimoji="0" lang="en-GB" smtClean="0">
                          <a:solidFill>
                            <a:schemeClr val="dk1"/>
                          </a:solidFill>
                          <a:latin typeface="+mn-lt"/>
                          <a:ea typeface="+mn-ea"/>
                          <a:cs typeface="+mn-cs"/>
                        </a:rPr>
                        <a:t>Gametophytes are all leafy</a:t>
                      </a:r>
                      <a:endParaRPr dirty="0" sz="2000" lang="en-GB"/>
                    </a:p>
                  </a:txBody>
                </a:tc>
              </a:tr>
              <a:tr h="595312">
                <a:tc>
                  <a:txBody>
                    <a:bodyPr/>
                    <a:p>
                      <a:r>
                        <a:rPr dirty="0" sz="2000" kern="1200" kumimoji="0" lang="en-GB" smtClean="0">
                          <a:solidFill>
                            <a:schemeClr val="dk1"/>
                          </a:solidFill>
                          <a:latin typeface="+mn-lt"/>
                          <a:ea typeface="+mn-ea"/>
                          <a:cs typeface="+mn-cs"/>
                        </a:rPr>
                        <a:t>Leaves are usually lobed</a:t>
                      </a:r>
                      <a:endParaRPr dirty="0" sz="2000" lang="en-GB"/>
                    </a:p>
                  </a:txBody>
                </a:tc>
                <a:tc>
                  <a:txBody>
                    <a:bodyPr/>
                    <a:p>
                      <a:r>
                        <a:rPr dirty="0" sz="2000" kern="1200" kumimoji="0" lang="en-GB" smtClean="0">
                          <a:solidFill>
                            <a:schemeClr val="dk1"/>
                          </a:solidFill>
                          <a:latin typeface="+mn-lt"/>
                          <a:ea typeface="+mn-ea"/>
                          <a:cs typeface="+mn-cs"/>
                        </a:rPr>
                        <a:t>Leaves are non-lobed</a:t>
                      </a:r>
                      <a:endParaRPr dirty="0" sz="2000" lang="en-GB"/>
                    </a:p>
                  </a:txBody>
                </a:tc>
              </a:tr>
              <a:tr h="595312">
                <a:tc>
                  <a:txBody>
                    <a:bodyPr/>
                    <a:p>
                      <a:r>
                        <a:rPr dirty="0" sz="2000" kern="1200" kumimoji="0" lang="en-GB" smtClean="0">
                          <a:solidFill>
                            <a:schemeClr val="dk1"/>
                          </a:solidFill>
                          <a:latin typeface="+mn-lt"/>
                          <a:ea typeface="+mn-ea"/>
                          <a:cs typeface="+mn-cs"/>
                        </a:rPr>
                        <a:t>Leaves have no midrib</a:t>
                      </a:r>
                      <a:endParaRPr dirty="0" sz="2000" lang="en-GB"/>
                    </a:p>
                  </a:txBody>
                </a:tc>
                <a:tc>
                  <a:txBody>
                    <a:bodyPr/>
                    <a:p>
                      <a:r>
                        <a:rPr dirty="0" sz="2000" kern="1200" kumimoji="0" lang="en-GB" smtClean="0">
                          <a:solidFill>
                            <a:schemeClr val="dk1"/>
                          </a:solidFill>
                          <a:latin typeface="+mn-lt"/>
                          <a:ea typeface="+mn-ea"/>
                          <a:cs typeface="+mn-cs"/>
                        </a:rPr>
                        <a:t>Leaves usually have thickened midrib</a:t>
                      </a:r>
                      <a:endParaRPr dirty="0" sz="2000" lang="en-GB"/>
                    </a:p>
                  </a:txBody>
                </a:tc>
              </a:tr>
              <a:tr h="595312">
                <a:tc>
                  <a:txBody>
                    <a:bodyPr/>
                    <a:p>
                      <a:r>
                        <a:rPr dirty="0" sz="2000" kern="1200" kumimoji="0" lang="en-GB" smtClean="0">
                          <a:solidFill>
                            <a:schemeClr val="dk1"/>
                          </a:solidFill>
                          <a:latin typeface="+mn-lt"/>
                          <a:ea typeface="+mn-ea"/>
                          <a:cs typeface="+mn-cs"/>
                        </a:rPr>
                        <a:t>The life span of the sporophytes is relatively short</a:t>
                      </a:r>
                      <a:endParaRPr dirty="0" sz="2000" lang="en-GB"/>
                    </a:p>
                  </a:txBody>
                </a:tc>
                <a:tc>
                  <a:txBody>
                    <a:bodyPr/>
                    <a:p>
                      <a:r>
                        <a:rPr dirty="0" sz="2000" kern="1200" kumimoji="0" lang="en-GB" smtClean="0">
                          <a:solidFill>
                            <a:schemeClr val="dk1"/>
                          </a:solidFill>
                          <a:latin typeface="+mn-lt"/>
                          <a:ea typeface="+mn-ea"/>
                          <a:cs typeface="+mn-cs"/>
                        </a:rPr>
                        <a:t>Life span of sporophytes is relatively long</a:t>
                      </a:r>
                      <a:endParaRPr dirty="0" sz="2000" lang="en-GB"/>
                    </a:p>
                  </a:txBody>
                </a:tc>
              </a:tr>
              <a:tr h="595312">
                <a:tc>
                  <a:txBody>
                    <a:bodyPr/>
                    <a:p>
                      <a:r>
                        <a:rPr dirty="0" sz="2000" kern="1200" kumimoji="0" lang="en-GB" smtClean="0">
                          <a:solidFill>
                            <a:schemeClr val="dk1"/>
                          </a:solidFill>
                          <a:latin typeface="+mn-lt"/>
                          <a:ea typeface="+mn-ea"/>
                          <a:cs typeface="+mn-cs"/>
                        </a:rPr>
                        <a:t>Stomata are absent in the sporophyte</a:t>
                      </a:r>
                      <a:endParaRPr dirty="0" sz="2000" lang="en-GB"/>
                    </a:p>
                  </a:txBody>
                </a:tc>
                <a:tc>
                  <a:txBody>
                    <a:bodyPr/>
                    <a:p>
                      <a:r>
                        <a:rPr dirty="0" sz="2000" kern="1200" kumimoji="0" lang="en-GB" smtClean="0">
                          <a:solidFill>
                            <a:schemeClr val="dk1"/>
                          </a:solidFill>
                          <a:latin typeface="+mn-lt"/>
                          <a:ea typeface="+mn-ea"/>
                          <a:cs typeface="+mn-cs"/>
                        </a:rPr>
                        <a:t>Stomata are present in the sporophyte</a:t>
                      </a:r>
                      <a:endParaRPr dirty="0" sz="2000" lang="en-GB"/>
                    </a:p>
                  </a:txBody>
                </a:tc>
              </a:tr>
              <a:tr h="595312">
                <a:tc>
                  <a:txBody>
                    <a:bodyPr/>
                    <a:p>
                      <a:r>
                        <a:rPr dirty="0" sz="2000" kern="1200" kumimoji="0" lang="en-GB" smtClean="0">
                          <a:solidFill>
                            <a:schemeClr val="dk1"/>
                          </a:solidFill>
                          <a:latin typeface="+mn-lt"/>
                          <a:ea typeface="+mn-ea"/>
                          <a:cs typeface="+mn-cs"/>
                        </a:rPr>
                        <a:t>Leaves are only one cell layered</a:t>
                      </a:r>
                      <a:endParaRPr dirty="0" sz="2000" lang="en-GB"/>
                    </a:p>
                  </a:txBody>
                </a:tc>
                <a:tc>
                  <a:txBody>
                    <a:bodyPr/>
                    <a:p>
                      <a:r>
                        <a:rPr dirty="0" sz="2000" kern="1200" kumimoji="0" lang="en-GB" smtClean="0">
                          <a:solidFill>
                            <a:schemeClr val="dk1"/>
                          </a:solidFill>
                          <a:latin typeface="+mn-lt"/>
                          <a:ea typeface="+mn-ea"/>
                          <a:cs typeface="+mn-cs"/>
                        </a:rPr>
                        <a:t>They are multi-layered</a:t>
                      </a:r>
                      <a:endParaRPr dirty="0" sz="2000" lang="en-GB"/>
                    </a:p>
                  </a:txBody>
                </a:tc>
              </a:tr>
              <a:tr h="595312">
                <a:tc>
                  <a:txBody>
                    <a:bodyPr/>
                    <a:p>
                      <a:r>
                        <a:rPr dirty="0" sz="2000" kern="1200" kumimoji="0" lang="en-GB" smtClean="0">
                          <a:solidFill>
                            <a:schemeClr val="dk1"/>
                          </a:solidFill>
                          <a:latin typeface="+mn-lt"/>
                          <a:ea typeface="+mn-ea"/>
                          <a:cs typeface="+mn-cs"/>
                        </a:rPr>
                        <a:t>Columella is absent in the capsule</a:t>
                      </a:r>
                      <a:endParaRPr dirty="0" sz="2000" lang="en-GB"/>
                    </a:p>
                  </a:txBody>
                </a:tc>
                <a:tc>
                  <a:txBody>
                    <a:bodyPr/>
                    <a:p>
                      <a:r>
                        <a:rPr dirty="0" sz="2000" kern="1200" kumimoji="0" lang="en-GB" smtClean="0">
                          <a:solidFill>
                            <a:schemeClr val="dk1"/>
                          </a:solidFill>
                          <a:latin typeface="+mn-lt"/>
                          <a:ea typeface="+mn-ea"/>
                          <a:cs typeface="+mn-cs"/>
                        </a:rPr>
                        <a:t>Columella is present in the center of the capsule</a:t>
                      </a:r>
                      <a:endParaRPr dirty="0" sz="2000" lang="en-GB"/>
                    </a:p>
                  </a:txBody>
                </a:tc>
              </a:tr>
              <a:tr h="595312">
                <a:tc>
                  <a:txBody>
                    <a:bodyPr/>
                    <a:p>
                      <a:r>
                        <a:rPr dirty="0" sz="2000" kern="1200" kumimoji="0" lang="en-GB" smtClean="0">
                          <a:solidFill>
                            <a:schemeClr val="dk1"/>
                          </a:solidFill>
                          <a:latin typeface="+mn-lt"/>
                          <a:ea typeface="+mn-ea"/>
                          <a:cs typeface="+mn-cs"/>
                        </a:rPr>
                        <a:t>Peristome teeth are absent</a:t>
                      </a:r>
                      <a:endParaRPr dirty="0" sz="2000" lang="en-GB"/>
                    </a:p>
                  </a:txBody>
                </a:tc>
                <a:tc>
                  <a:txBody>
                    <a:bodyPr/>
                    <a:p>
                      <a:r>
                        <a:rPr dirty="0" sz="2000" kern="1200" kumimoji="0" lang="en-GB" smtClean="0">
                          <a:solidFill>
                            <a:schemeClr val="dk1"/>
                          </a:solidFill>
                          <a:latin typeface="+mn-lt"/>
                          <a:ea typeface="+mn-ea"/>
                          <a:cs typeface="+mn-cs"/>
                        </a:rPr>
                        <a:t>Peristome teeth are present on the rim of the capsule</a:t>
                      </a:r>
                      <a:endParaRPr dirty="0" sz="2000" lang="en-GB"/>
                    </a:p>
                  </a:txBody>
                </a:tc>
              </a:tr>
            </a:tbl>
          </a:graphicData>
        </a:graphic>
      </p:graphicFrame>
      <p:sp>
        <p:nvSpPr>
          <p:cNvPr id="1048806" name="Rectangle 1"/>
          <p:cNvSpPr>
            <a:spLocks noGrp="1" noChangeArrowheads="1"/>
          </p:cNvSpPr>
          <p:nvPr>
            <p:ph type="title"/>
          </p:nvPr>
        </p:nvSpPr>
        <p:spPr bwMode="auto">
          <a:xfrm>
            <a:off x="0" y="0"/>
            <a:ext cx="9144000" cy="1446550"/>
          </a:xfrm>
          <a:prstGeom prst="rect"/>
          <a:noFill/>
          <a:ln w="9525">
            <a:noFill/>
            <a:miter lim="800000"/>
            <a:headEnd/>
            <a:tailEnd/>
          </a:ln>
          <a:effectLst/>
        </p:spPr>
        <p:txBody>
          <a:bodyPr anchor="ctr" anchorCtr="0" bIns="45720" compatLnSpc="1" lIns="91440" numCol="1" rIns="91440" tIns="45720" vert="horz" wrap="square">
            <a:prstTxWarp prst="textNoShape"/>
            <a:spAutoFit/>
          </a:bodyPr>
          <a:p>
            <a:pPr algn="ctr" defTabSz="914400" eaLnBrk="1" fontAlgn="base" hangingPunct="1" indent="0" latinLnBrk="0" lvl="0" marL="0" marR="0" rtl="0">
              <a:lnSpc>
                <a:spcPct val="100000"/>
              </a:lnSpc>
              <a:spcBef>
                <a:spcPct val="0"/>
              </a:spcBef>
              <a:spcAft>
                <a:spcPct val="0"/>
              </a:spcAft>
              <a:buClrTx/>
              <a:buSzTx/>
              <a:buFontTx/>
              <a:buNone/>
            </a:pPr>
            <a:r>
              <a:rPr baseline="0" b="1" cap="none" dirty="0" sz="4400" i="0" kumimoji="0" lang="en-GB" normalizeH="0" strike="noStrike" u="none" smtClean="0">
                <a:ln>
                  <a:noFill/>
                </a:ln>
                <a:solidFill>
                  <a:srgbClr val="FFC000"/>
                </a:solidFill>
                <a:effectLst/>
                <a:ea typeface="Calibri" pitchFamily="34" charset="0"/>
                <a:cs typeface="Times New Roman" pitchFamily="18" charset="0"/>
              </a:rPr>
              <a:t>DIFFERENCES BETWEEN </a:t>
            </a:r>
            <a:br>
              <a:rPr baseline="0" b="1" cap="none" dirty="0" sz="4400" i="0" kumimoji="0" lang="en-GB" normalizeH="0" strike="noStrike" u="none" smtClean="0">
                <a:ln>
                  <a:noFill/>
                </a:ln>
                <a:solidFill>
                  <a:srgbClr val="FFC000"/>
                </a:solidFill>
                <a:effectLst/>
                <a:ea typeface="Calibri" pitchFamily="34" charset="0"/>
                <a:cs typeface="Times New Roman" pitchFamily="18" charset="0"/>
              </a:rPr>
            </a:br>
            <a:r>
              <a:rPr baseline="0" b="1" cap="none" dirty="0" sz="4400" i="0" kumimoji="0" lang="en-GB" normalizeH="0" strike="noStrike" u="none" smtClean="0">
                <a:ln>
                  <a:noFill/>
                </a:ln>
                <a:solidFill>
                  <a:srgbClr val="FFC000"/>
                </a:solidFill>
                <a:effectLst/>
                <a:ea typeface="Calibri" pitchFamily="34" charset="0"/>
                <a:cs typeface="Times New Roman" pitchFamily="18" charset="0"/>
              </a:rPr>
              <a:t>LIVERWORTS AND MOSSES</a:t>
            </a:r>
            <a:endParaRPr baseline="0" b="0" cap="none" dirty="0" sz="4400" i="0" kumimoji="0" lang="en-GB" normalizeH="0" strike="noStrike" u="none" smtClean="0">
              <a:ln>
                <a:noFill/>
              </a:ln>
              <a:solidFill>
                <a:srgbClr val="FFC000"/>
              </a:solidFill>
              <a:effectLst/>
              <a:cs typeface="Arial" pitchFamily="34" charset="0"/>
            </a:endParaRPr>
          </a:p>
        </p:txBody>
      </p:sp>
    </p:spTree>
  </p:cSld>
  <p:clrMapOvr>
    <a:masterClrMapping/>
  </p:clrMapOvr>
  <p:timing>
    <p:tnLst>
      <p:par>
        <p:cTn dur="indefinite" id="1" nodeType="tmRoot" restart="never">
          <p:childTnLst>
            <p:seq concurrent="1" nextAc="seek">
              <p:cTn dur="indefinite" id="2" nodeType="mainSeq">
                <p:childTnLst>
                  <p:par>
                    <p:cTn fill="hold" id="3">
                      <p:stCondLst>
                        <p:cond delay="indefinite"/>
                      </p:stCondLst>
                      <p:childTnLst>
                        <p:par>
                          <p:cTn fill="hold" id="4">
                            <p:stCondLst>
                              <p:cond delay="0"/>
                            </p:stCondLst>
                            <p:childTnLst>
                              <p:par>
                                <p:cTn fill="hold" grpId="0" id="5" nodeType="clickEffect" presetClass="entr" presetID="2" presetSubtype="4">
                                  <p:stCondLst>
                                    <p:cond delay="0"/>
                                  </p:stCondLst>
                                  <p:childTnLst>
                                    <p:set>
                                      <p:cBhvr>
                                        <p:cTn dur="1" fill="hold" id="6">
                                          <p:stCondLst>
                                            <p:cond delay="0"/>
                                          </p:stCondLst>
                                        </p:cTn>
                                        <p:tgtEl>
                                          <p:spTgt spid="1048806"/>
                                        </p:tgtEl>
                                        <p:attrNameLst>
                                          <p:attrName>style.visibility</p:attrName>
                                        </p:attrNameLst>
                                      </p:cBhvr>
                                      <p:to>
                                        <p:strVal val="visible"/>
                                      </p:to>
                                    </p:set>
                                    <p:anim calcmode="lin" valueType="num">
                                      <p:cBhvr additive="base">
                                        <p:cTn dur="500" fill="hold" id="7"/>
                                        <p:tgtEl>
                                          <p:spTgt spid="1048806"/>
                                        </p:tgtEl>
                                        <p:attrNameLst>
                                          <p:attrName>ppt_x</p:attrName>
                                        </p:attrNameLst>
                                      </p:cBhvr>
                                      <p:tavLst>
                                        <p:tav tm="0">
                                          <p:val>
                                            <p:strVal val="#ppt_x"/>
                                          </p:val>
                                        </p:tav>
                                        <p:tav tm="100000">
                                          <p:val>
                                            <p:strVal val="#ppt_x"/>
                                          </p:val>
                                        </p:tav>
                                      </p:tavLst>
                                    </p:anim>
                                    <p:anim calcmode="lin" valueType="num">
                                      <p:cBhvr additive="base">
                                        <p:cTn dur="500" fill="hold" id="8"/>
                                        <p:tgtEl>
                                          <p:spTgt spid="1048806"/>
                                        </p:tgtEl>
                                        <p:attrNameLst>
                                          <p:attrName>ppt_y</p:attrName>
                                        </p:attrNameLst>
                                      </p:cBhvr>
                                      <p:tavLst>
                                        <p:tav tm="0">
                                          <p:val>
                                            <p:strVal val="1+#ppt_h/2"/>
                                          </p:val>
                                        </p:tav>
                                        <p:tav tm="100000">
                                          <p:val>
                                            <p:strVal val="#ppt_y"/>
                                          </p:val>
                                        </p:tav>
                                      </p:tavLst>
                                    </p:anim>
                                  </p:childTnLst>
                                </p:cTn>
                              </p:par>
                            </p:childTnLst>
                          </p:cTn>
                        </p:par>
                      </p:childTnLst>
                    </p:cTn>
                  </p:par>
                  <p:par>
                    <p:cTn fill="hold" id="9">
                      <p:stCondLst>
                        <p:cond delay="indefinite"/>
                      </p:stCondLst>
                      <p:childTnLst>
                        <p:par>
                          <p:cTn fill="hold" id="10">
                            <p:stCondLst>
                              <p:cond delay="0"/>
                            </p:stCondLst>
                            <p:childTnLst>
                              <p:par>
                                <p:cTn fill="hold" id="11" nodeType="clickEffect" presetClass="entr" presetID="2" presetSubtype="4">
                                  <p:stCondLst>
                                    <p:cond delay="0"/>
                                  </p:stCondLst>
                                  <p:childTnLst>
                                    <p:set>
                                      <p:cBhvr>
                                        <p:cTn dur="1" fill="hold" id="12">
                                          <p:stCondLst>
                                            <p:cond delay="0"/>
                                          </p:stCondLst>
                                        </p:cTn>
                                        <p:tgtEl>
                                          <p:spTgt spid="4194304"/>
                                        </p:tgtEl>
                                        <p:attrNameLst>
                                          <p:attrName>style.visibility</p:attrName>
                                        </p:attrNameLst>
                                      </p:cBhvr>
                                      <p:to>
                                        <p:strVal val="visible"/>
                                      </p:to>
                                    </p:set>
                                    <p:anim calcmode="lin" valueType="num">
                                      <p:cBhvr additive="base">
                                        <p:cTn dur="500" fill="hold" id="13"/>
                                        <p:tgtEl>
                                          <p:spTgt spid="4194304"/>
                                        </p:tgtEl>
                                        <p:attrNameLst>
                                          <p:attrName>ppt_x</p:attrName>
                                        </p:attrNameLst>
                                      </p:cBhvr>
                                      <p:tavLst>
                                        <p:tav tm="0">
                                          <p:val>
                                            <p:strVal val="#ppt_x"/>
                                          </p:val>
                                        </p:tav>
                                        <p:tav tm="100000">
                                          <p:val>
                                            <p:strVal val="#ppt_x"/>
                                          </p:val>
                                        </p:tav>
                                      </p:tavLst>
                                    </p:anim>
                                    <p:anim calcmode="lin" valueType="num">
                                      <p:cBhvr additive="base">
                                        <p:cTn dur="500" fill="hold" id="14"/>
                                        <p:tgtEl>
                                          <p:spTgt spid="419430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48806" grpId="0"/>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212" name=""/>
        <p:cNvGrpSpPr/>
        <p:nvPr/>
      </p:nvGrpSpPr>
      <p:grpSpPr>
        <a:xfrm>
          <a:off x="0" y="0"/>
          <a:ext cx="0" cy="0"/>
          <a:chOff x="0" y="0"/>
          <a:chExt cx="0" cy="0"/>
        </a:xfrm>
      </p:grpSpPr>
      <p:sp>
        <p:nvSpPr>
          <p:cNvPr id="1048810" name="Title 1"/>
          <p:cNvSpPr>
            <a:spLocks noGrp="1"/>
          </p:cNvSpPr>
          <p:nvPr>
            <p:ph type="title"/>
          </p:nvPr>
        </p:nvSpPr>
        <p:spPr>
          <a:xfrm>
            <a:off x="0" y="155448"/>
            <a:ext cx="9144000" cy="1252728"/>
          </a:xfrm>
        </p:spPr>
        <p:txBody>
          <a:bodyPr>
            <a:noAutofit/>
          </a:bodyPr>
          <a:p>
            <a:pPr algn="ctr"/>
            <a:r>
              <a:rPr dirty="0" sz="6000" lang="en-GB" smtClean="0"/>
              <a:t/>
            </a:r>
            <a:br>
              <a:rPr dirty="0" sz="6000" lang="en-GB" smtClean="0"/>
            </a:br>
            <a:r>
              <a:rPr dirty="0" sz="6000" lang="en-GB" smtClean="0"/>
              <a:t>PTERIDOPHYTA</a:t>
            </a:r>
            <a:br>
              <a:rPr dirty="0" sz="6000" lang="en-GB" smtClean="0"/>
            </a:br>
            <a:endParaRPr dirty="0" sz="6000" lang="en-GB"/>
          </a:p>
        </p:txBody>
      </p:sp>
      <p:sp>
        <p:nvSpPr>
          <p:cNvPr id="1048811" name="Content Placeholder 2"/>
          <p:cNvSpPr>
            <a:spLocks noGrp="1"/>
          </p:cNvSpPr>
          <p:nvPr>
            <p:ph idx="1"/>
          </p:nvPr>
        </p:nvSpPr>
        <p:spPr>
          <a:xfrm>
            <a:off x="0" y="1571612"/>
            <a:ext cx="9144000" cy="5286387"/>
          </a:xfrm>
        </p:spPr>
        <p:txBody>
          <a:bodyPr>
            <a:normAutofit fontScale="96875" lnSpcReduction="10000"/>
          </a:bodyPr>
          <a:p>
            <a:r>
              <a:rPr dirty="0" lang="en-GB" smtClean="0">
                <a:solidFill>
                  <a:srgbClr val="FFFF00"/>
                </a:solidFill>
              </a:rPr>
              <a:t>Pteridophytes have been described as vascular cryptogams and lower vascular plants. </a:t>
            </a:r>
          </a:p>
          <a:p>
            <a:endParaRPr dirty="0" lang="en-GB" smtClean="0">
              <a:solidFill>
                <a:srgbClr val="FFFF00"/>
              </a:solidFill>
            </a:endParaRPr>
          </a:p>
          <a:p>
            <a:r>
              <a:rPr dirty="0" lang="en-GB" smtClean="0">
                <a:solidFill>
                  <a:srgbClr val="FFFF00"/>
                </a:solidFill>
              </a:rPr>
              <a:t>They are lower plants because they share some characteristics with thallophyta and bryophyte.</a:t>
            </a:r>
          </a:p>
          <a:p>
            <a:pPr>
              <a:buNone/>
            </a:pPr>
            <a:r>
              <a:rPr dirty="0" lang="en-GB" smtClean="0">
                <a:solidFill>
                  <a:srgbClr val="FFFF00"/>
                </a:solidFill>
              </a:rPr>
              <a:t> </a:t>
            </a:r>
          </a:p>
          <a:p>
            <a:r>
              <a:rPr dirty="0" lang="en-GB" smtClean="0">
                <a:solidFill>
                  <a:srgbClr val="FFFF00"/>
                </a:solidFill>
              </a:rPr>
              <a:t>They are vascular plants because like the higher plants, they posses xylem and phloem. Therefore they occupy the intermediate position between bryophyta and spermatophyte. Pteridophytes are commonly known as </a:t>
            </a:r>
            <a:r>
              <a:rPr b="1" dirty="0" i="1" lang="en-GB" smtClean="0">
                <a:solidFill>
                  <a:srgbClr val="FFFF00"/>
                </a:solidFill>
              </a:rPr>
              <a:t>ferns and fern allies</a:t>
            </a:r>
            <a:endParaRPr dirty="0" lang="en-GB">
              <a:solidFill>
                <a:srgbClr val="FFFF00"/>
              </a:solidFill>
            </a:endParaRPr>
          </a:p>
        </p:txBody>
      </p:sp>
    </p:spTree>
  </p:cSld>
  <p:clrMapOvr>
    <a:masterClrMapping/>
  </p:clrMapOvr>
  <p:timing>
    <p:tnLst>
      <p:par>
        <p:cTn dur="indefinite" id="1" nodeType="tmRoot" restart="never">
          <p:childTnLst>
            <p:seq concurrent="1" nextAc="seek">
              <p:cTn dur="indefinite" id="2" nodeType="mainSeq">
                <p:childTnLst>
                  <p:par>
                    <p:cTn fill="hold" id="3">
                      <p:stCondLst>
                        <p:cond delay="indefinite"/>
                      </p:stCondLst>
                      <p:childTnLst>
                        <p:par>
                          <p:cTn fill="hold" id="4">
                            <p:stCondLst>
                              <p:cond delay="0"/>
                            </p:stCondLst>
                            <p:childTnLst>
                              <p:par>
                                <p:cTn fill="hold" grpId="0" id="5" nodeType="clickEffect" presetClass="entr" presetID="2" presetSubtype="4">
                                  <p:stCondLst>
                                    <p:cond delay="0"/>
                                  </p:stCondLst>
                                  <p:childTnLst>
                                    <p:set>
                                      <p:cBhvr>
                                        <p:cTn dur="1" fill="hold" id="6">
                                          <p:stCondLst>
                                            <p:cond delay="0"/>
                                          </p:stCondLst>
                                        </p:cTn>
                                        <p:tgtEl>
                                          <p:spTgt spid="1048810"/>
                                        </p:tgtEl>
                                        <p:attrNameLst>
                                          <p:attrName>style.visibility</p:attrName>
                                        </p:attrNameLst>
                                      </p:cBhvr>
                                      <p:to>
                                        <p:strVal val="visible"/>
                                      </p:to>
                                    </p:set>
                                    <p:anim calcmode="lin" valueType="num">
                                      <p:cBhvr additive="base">
                                        <p:cTn dur="500" fill="hold" id="7"/>
                                        <p:tgtEl>
                                          <p:spTgt spid="1048810"/>
                                        </p:tgtEl>
                                        <p:attrNameLst>
                                          <p:attrName>ppt_x</p:attrName>
                                        </p:attrNameLst>
                                      </p:cBhvr>
                                      <p:tavLst>
                                        <p:tav tm="0">
                                          <p:val>
                                            <p:strVal val="#ppt_x"/>
                                          </p:val>
                                        </p:tav>
                                        <p:tav tm="100000">
                                          <p:val>
                                            <p:strVal val="#ppt_x"/>
                                          </p:val>
                                        </p:tav>
                                      </p:tavLst>
                                    </p:anim>
                                    <p:anim calcmode="lin" valueType="num">
                                      <p:cBhvr additive="base">
                                        <p:cTn dur="500" fill="hold" id="8"/>
                                        <p:tgtEl>
                                          <p:spTgt spid="1048810"/>
                                        </p:tgtEl>
                                        <p:attrNameLst>
                                          <p:attrName>ppt_y</p:attrName>
                                        </p:attrNameLst>
                                      </p:cBhvr>
                                      <p:tavLst>
                                        <p:tav tm="0">
                                          <p:val>
                                            <p:strVal val="1+#ppt_h/2"/>
                                          </p:val>
                                        </p:tav>
                                        <p:tav tm="100000">
                                          <p:val>
                                            <p:strVal val="#ppt_y"/>
                                          </p:val>
                                        </p:tav>
                                      </p:tavLst>
                                    </p:anim>
                                  </p:childTnLst>
                                </p:cTn>
                              </p:par>
                            </p:childTnLst>
                          </p:cTn>
                        </p:par>
                      </p:childTnLst>
                    </p:cTn>
                  </p:par>
                  <p:par>
                    <p:cTn fill="hold" id="9">
                      <p:stCondLst>
                        <p:cond delay="indefinite"/>
                      </p:stCondLst>
                      <p:childTnLst>
                        <p:par>
                          <p:cTn fill="hold" id="10">
                            <p:stCondLst>
                              <p:cond delay="0"/>
                            </p:stCondLst>
                            <p:childTnLst>
                              <p:par>
                                <p:cTn fill="hold" id="11" nodeType="clickEffect" presetClass="entr" presetID="2" presetSubtype="4">
                                  <p:stCondLst>
                                    <p:cond delay="0"/>
                                  </p:stCondLst>
                                  <p:childTnLst>
                                    <p:set>
                                      <p:cBhvr>
                                        <p:cTn dur="1" fill="hold" id="12">
                                          <p:stCondLst>
                                            <p:cond delay="0"/>
                                          </p:stCondLst>
                                        </p:cTn>
                                        <p:tgtEl>
                                          <p:spTgt spid="1048811">
                                            <p:txEl>
                                              <p:pRg st="0" end="0"/>
                                            </p:txEl>
                                          </p:spTgt>
                                        </p:tgtEl>
                                        <p:attrNameLst>
                                          <p:attrName>style.visibility</p:attrName>
                                        </p:attrNameLst>
                                      </p:cBhvr>
                                      <p:to>
                                        <p:strVal val="visible"/>
                                      </p:to>
                                    </p:set>
                                    <p:anim calcmode="lin" valueType="num">
                                      <p:cBhvr additive="base">
                                        <p:cTn dur="500" fill="hold" id="13"/>
                                        <p:tgtEl>
                                          <p:spTgt spid="1048811">
                                            <p:txEl>
                                              <p:pRg st="0" end="0"/>
                                            </p:txEl>
                                          </p:spTgt>
                                        </p:tgtEl>
                                        <p:attrNameLst>
                                          <p:attrName>ppt_x</p:attrName>
                                        </p:attrNameLst>
                                      </p:cBhvr>
                                      <p:tavLst>
                                        <p:tav tm="0">
                                          <p:val>
                                            <p:strVal val="#ppt_x"/>
                                          </p:val>
                                        </p:tav>
                                        <p:tav tm="100000">
                                          <p:val>
                                            <p:strVal val="#ppt_x"/>
                                          </p:val>
                                        </p:tav>
                                      </p:tavLst>
                                    </p:anim>
                                    <p:anim calcmode="lin" valueType="num">
                                      <p:cBhvr additive="base">
                                        <p:cTn dur="500" fill="hold" id="14"/>
                                        <p:tgtEl>
                                          <p:spTgt spid="1048811">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fill="hold" id="15">
                      <p:stCondLst>
                        <p:cond delay="indefinite"/>
                      </p:stCondLst>
                      <p:childTnLst>
                        <p:par>
                          <p:cTn fill="hold" id="16">
                            <p:stCondLst>
                              <p:cond delay="0"/>
                            </p:stCondLst>
                            <p:childTnLst>
                              <p:par>
                                <p:cTn fill="hold" id="17" nodeType="clickEffect" presetClass="entr" presetID="2" presetSubtype="4">
                                  <p:stCondLst>
                                    <p:cond delay="0"/>
                                  </p:stCondLst>
                                  <p:childTnLst>
                                    <p:set>
                                      <p:cBhvr>
                                        <p:cTn dur="1" fill="hold" id="18">
                                          <p:stCondLst>
                                            <p:cond delay="0"/>
                                          </p:stCondLst>
                                        </p:cTn>
                                        <p:tgtEl>
                                          <p:spTgt spid="1048811">
                                            <p:txEl>
                                              <p:pRg st="2" end="2"/>
                                            </p:txEl>
                                          </p:spTgt>
                                        </p:tgtEl>
                                        <p:attrNameLst>
                                          <p:attrName>style.visibility</p:attrName>
                                        </p:attrNameLst>
                                      </p:cBhvr>
                                      <p:to>
                                        <p:strVal val="visible"/>
                                      </p:to>
                                    </p:set>
                                    <p:anim calcmode="lin" valueType="num">
                                      <p:cBhvr additive="base">
                                        <p:cTn dur="500" fill="hold" id="19"/>
                                        <p:tgtEl>
                                          <p:spTgt spid="1048811">
                                            <p:txEl>
                                              <p:pRg st="2" end="2"/>
                                            </p:txEl>
                                          </p:spTgt>
                                        </p:tgtEl>
                                        <p:attrNameLst>
                                          <p:attrName>ppt_x</p:attrName>
                                        </p:attrNameLst>
                                      </p:cBhvr>
                                      <p:tavLst>
                                        <p:tav tm="0">
                                          <p:val>
                                            <p:strVal val="#ppt_x"/>
                                          </p:val>
                                        </p:tav>
                                        <p:tav tm="100000">
                                          <p:val>
                                            <p:strVal val="#ppt_x"/>
                                          </p:val>
                                        </p:tav>
                                      </p:tavLst>
                                    </p:anim>
                                    <p:anim calcmode="lin" valueType="num">
                                      <p:cBhvr additive="base">
                                        <p:cTn dur="500" fill="hold" id="20"/>
                                        <p:tgtEl>
                                          <p:spTgt spid="1048811">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fill="hold" id="21">
                      <p:stCondLst>
                        <p:cond delay="indefinite"/>
                      </p:stCondLst>
                      <p:childTnLst>
                        <p:par>
                          <p:cTn fill="hold" id="22">
                            <p:stCondLst>
                              <p:cond delay="0"/>
                            </p:stCondLst>
                            <p:childTnLst>
                              <p:par>
                                <p:cTn fill="hold" id="23" nodeType="clickEffect" presetClass="entr" presetID="2" presetSubtype="4">
                                  <p:stCondLst>
                                    <p:cond delay="0"/>
                                  </p:stCondLst>
                                  <p:childTnLst>
                                    <p:set>
                                      <p:cBhvr>
                                        <p:cTn dur="1" fill="hold" id="24">
                                          <p:stCondLst>
                                            <p:cond delay="0"/>
                                          </p:stCondLst>
                                        </p:cTn>
                                        <p:tgtEl>
                                          <p:spTgt spid="1048811">
                                            <p:txEl>
                                              <p:pRg st="4" end="4"/>
                                            </p:txEl>
                                          </p:spTgt>
                                        </p:tgtEl>
                                        <p:attrNameLst>
                                          <p:attrName>style.visibility</p:attrName>
                                        </p:attrNameLst>
                                      </p:cBhvr>
                                      <p:to>
                                        <p:strVal val="visible"/>
                                      </p:to>
                                    </p:set>
                                    <p:anim calcmode="lin" valueType="num">
                                      <p:cBhvr additive="base">
                                        <p:cTn dur="500" fill="hold" id="25"/>
                                        <p:tgtEl>
                                          <p:spTgt spid="1048811">
                                            <p:txEl>
                                              <p:pRg st="4" end="4"/>
                                            </p:txEl>
                                          </p:spTgt>
                                        </p:tgtEl>
                                        <p:attrNameLst>
                                          <p:attrName>ppt_x</p:attrName>
                                        </p:attrNameLst>
                                      </p:cBhvr>
                                      <p:tavLst>
                                        <p:tav tm="0">
                                          <p:val>
                                            <p:strVal val="#ppt_x"/>
                                          </p:val>
                                        </p:tav>
                                        <p:tav tm="100000">
                                          <p:val>
                                            <p:strVal val="#ppt_x"/>
                                          </p:val>
                                        </p:tav>
                                      </p:tavLst>
                                    </p:anim>
                                    <p:anim calcmode="lin" valueType="num">
                                      <p:cBhvr additive="base">
                                        <p:cTn dur="500" fill="hold" id="26"/>
                                        <p:tgtEl>
                                          <p:spTgt spid="1048811">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48810" grpId="0"/>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215" name=""/>
        <p:cNvGrpSpPr/>
        <p:nvPr/>
      </p:nvGrpSpPr>
      <p:grpSpPr>
        <a:xfrm>
          <a:off x="0" y="0"/>
          <a:ext cx="0" cy="0"/>
          <a:chOff x="0" y="0"/>
          <a:chExt cx="0" cy="0"/>
        </a:xfrm>
      </p:grpSpPr>
      <p:sp>
        <p:nvSpPr>
          <p:cNvPr id="1048815" name="Title 1"/>
          <p:cNvSpPr>
            <a:spLocks noGrp="1"/>
          </p:cNvSpPr>
          <p:nvPr>
            <p:ph type="title"/>
          </p:nvPr>
        </p:nvSpPr>
        <p:spPr>
          <a:xfrm>
            <a:off x="0" y="0"/>
            <a:ext cx="9144000" cy="1408176"/>
          </a:xfrm>
        </p:spPr>
        <p:txBody>
          <a:bodyPr>
            <a:normAutofit fontScale="90000"/>
          </a:bodyPr>
          <a:p>
            <a:pPr algn="ctr"/>
            <a:r>
              <a:rPr dirty="0" sz="6000" lang="en-GB" smtClean="0"/>
              <a:t/>
            </a:r>
            <a:br>
              <a:rPr dirty="0" sz="6000" lang="en-GB" smtClean="0"/>
            </a:br>
            <a:r>
              <a:rPr dirty="0" sz="6000" lang="en-GB" smtClean="0"/>
              <a:t>General characteristics</a:t>
            </a:r>
            <a:r>
              <a:rPr dirty="0" lang="en-GB" smtClean="0"/>
              <a:t/>
            </a:r>
            <a:br>
              <a:rPr dirty="0" lang="en-GB" smtClean="0"/>
            </a:br>
            <a:endParaRPr dirty="0" lang="en-GB"/>
          </a:p>
        </p:txBody>
      </p:sp>
      <p:sp>
        <p:nvSpPr>
          <p:cNvPr id="1048816" name="Content Placeholder 2"/>
          <p:cNvSpPr>
            <a:spLocks noGrp="1"/>
          </p:cNvSpPr>
          <p:nvPr>
            <p:ph idx="1"/>
          </p:nvPr>
        </p:nvSpPr>
        <p:spPr>
          <a:xfrm>
            <a:off x="0" y="1500174"/>
            <a:ext cx="9144000" cy="5357825"/>
          </a:xfrm>
        </p:spPr>
        <p:txBody>
          <a:bodyPr>
            <a:normAutofit fontScale="96875" lnSpcReduction="10000"/>
          </a:bodyPr>
          <a:p>
            <a:pPr lvl="0"/>
            <a:r>
              <a:rPr dirty="0" lang="en-GB" smtClean="0">
                <a:solidFill>
                  <a:srgbClr val="FFFF00"/>
                </a:solidFill>
              </a:rPr>
              <a:t>Pteridophytes constitutes a large group of lower plants with the members having diverse features</a:t>
            </a:r>
          </a:p>
          <a:p>
            <a:pPr lvl="0"/>
            <a:endParaRPr dirty="0" lang="en-GB" smtClean="0">
              <a:solidFill>
                <a:srgbClr val="FFFF00"/>
              </a:solidFill>
            </a:endParaRPr>
          </a:p>
          <a:p>
            <a:pPr lvl="0"/>
            <a:r>
              <a:rPr dirty="0" lang="en-GB" smtClean="0">
                <a:solidFill>
                  <a:srgbClr val="FFFF00"/>
                </a:solidFill>
              </a:rPr>
              <a:t>They also exhibit alternation of generation where the sporophyte is the dominant form</a:t>
            </a:r>
          </a:p>
          <a:p>
            <a:pPr lvl="0"/>
            <a:endParaRPr dirty="0" lang="en-GB" smtClean="0">
              <a:solidFill>
                <a:srgbClr val="FFFF00"/>
              </a:solidFill>
            </a:endParaRPr>
          </a:p>
          <a:p>
            <a:r>
              <a:rPr dirty="0" lang="en-GB" smtClean="0">
                <a:solidFill>
                  <a:srgbClr val="FFFF00"/>
                </a:solidFill>
              </a:rPr>
              <a:t>The sporophyte can be differentiated into true root, true stem and true leaves like in the higher plants</a:t>
            </a:r>
          </a:p>
          <a:p>
            <a:pPr lvl="0"/>
            <a:r>
              <a:rPr dirty="0" lang="en-GB" smtClean="0">
                <a:solidFill>
                  <a:srgbClr val="FFFF00"/>
                </a:solidFill>
              </a:rPr>
              <a:t>They posses well developed vascular tissues i.e. xylem and phloem</a:t>
            </a:r>
          </a:p>
          <a:p>
            <a:endParaRPr dirty="0" lang="en-GB" smtClean="0"/>
          </a:p>
          <a:p>
            <a:pPr lvl="0"/>
            <a:endParaRPr dirty="0" lang="en-GB" smtClean="0"/>
          </a:p>
          <a:p>
            <a:endParaRPr dirty="0" lang="en-GB"/>
          </a:p>
        </p:txBody>
      </p:sp>
    </p:spTree>
  </p:cSld>
  <p:clrMapOvr>
    <a:masterClrMapping/>
  </p:clrMapOvr>
  <p:timing>
    <p:tnLst>
      <p:par>
        <p:cTn dur="indefinite" id="1" nodeType="tmRoot" restart="never">
          <p:childTnLst>
            <p:seq concurrent="1" nextAc="seek">
              <p:cTn dur="indefinite" id="2" nodeType="mainSeq">
                <p:childTnLst>
                  <p:par>
                    <p:cTn fill="hold" id="3">
                      <p:stCondLst>
                        <p:cond delay="indefinite"/>
                      </p:stCondLst>
                      <p:childTnLst>
                        <p:par>
                          <p:cTn fill="hold" id="4">
                            <p:stCondLst>
                              <p:cond delay="0"/>
                            </p:stCondLst>
                            <p:childTnLst>
                              <p:par>
                                <p:cTn fill="hold" grpId="0" id="5" nodeType="clickEffect" presetClass="entr" presetID="2" presetSubtype="4">
                                  <p:stCondLst>
                                    <p:cond delay="0"/>
                                  </p:stCondLst>
                                  <p:childTnLst>
                                    <p:set>
                                      <p:cBhvr>
                                        <p:cTn dur="1" fill="hold" id="6">
                                          <p:stCondLst>
                                            <p:cond delay="0"/>
                                          </p:stCondLst>
                                        </p:cTn>
                                        <p:tgtEl>
                                          <p:spTgt spid="1048815"/>
                                        </p:tgtEl>
                                        <p:attrNameLst>
                                          <p:attrName>style.visibility</p:attrName>
                                        </p:attrNameLst>
                                      </p:cBhvr>
                                      <p:to>
                                        <p:strVal val="visible"/>
                                      </p:to>
                                    </p:set>
                                    <p:anim calcmode="lin" valueType="num">
                                      <p:cBhvr additive="base">
                                        <p:cTn dur="500" fill="hold" id="7"/>
                                        <p:tgtEl>
                                          <p:spTgt spid="1048815"/>
                                        </p:tgtEl>
                                        <p:attrNameLst>
                                          <p:attrName>ppt_x</p:attrName>
                                        </p:attrNameLst>
                                      </p:cBhvr>
                                      <p:tavLst>
                                        <p:tav tm="0">
                                          <p:val>
                                            <p:strVal val="#ppt_x"/>
                                          </p:val>
                                        </p:tav>
                                        <p:tav tm="100000">
                                          <p:val>
                                            <p:strVal val="#ppt_x"/>
                                          </p:val>
                                        </p:tav>
                                      </p:tavLst>
                                    </p:anim>
                                    <p:anim calcmode="lin" valueType="num">
                                      <p:cBhvr additive="base">
                                        <p:cTn dur="500" fill="hold" id="8"/>
                                        <p:tgtEl>
                                          <p:spTgt spid="1048815"/>
                                        </p:tgtEl>
                                        <p:attrNameLst>
                                          <p:attrName>ppt_y</p:attrName>
                                        </p:attrNameLst>
                                      </p:cBhvr>
                                      <p:tavLst>
                                        <p:tav tm="0">
                                          <p:val>
                                            <p:strVal val="1+#ppt_h/2"/>
                                          </p:val>
                                        </p:tav>
                                        <p:tav tm="100000">
                                          <p:val>
                                            <p:strVal val="#ppt_y"/>
                                          </p:val>
                                        </p:tav>
                                      </p:tavLst>
                                    </p:anim>
                                  </p:childTnLst>
                                </p:cTn>
                              </p:par>
                            </p:childTnLst>
                          </p:cTn>
                        </p:par>
                      </p:childTnLst>
                    </p:cTn>
                  </p:par>
                  <p:par>
                    <p:cTn fill="hold" id="9">
                      <p:stCondLst>
                        <p:cond delay="indefinite"/>
                      </p:stCondLst>
                      <p:childTnLst>
                        <p:par>
                          <p:cTn fill="hold" id="10">
                            <p:stCondLst>
                              <p:cond delay="0"/>
                            </p:stCondLst>
                            <p:childTnLst>
                              <p:par>
                                <p:cTn fill="hold" id="11" nodeType="clickEffect" presetClass="entr" presetID="2" presetSubtype="4">
                                  <p:stCondLst>
                                    <p:cond delay="0"/>
                                  </p:stCondLst>
                                  <p:childTnLst>
                                    <p:set>
                                      <p:cBhvr>
                                        <p:cTn dur="1" fill="hold" id="12">
                                          <p:stCondLst>
                                            <p:cond delay="0"/>
                                          </p:stCondLst>
                                        </p:cTn>
                                        <p:tgtEl>
                                          <p:spTgt spid="1048816">
                                            <p:txEl>
                                              <p:pRg st="0" end="0"/>
                                            </p:txEl>
                                          </p:spTgt>
                                        </p:tgtEl>
                                        <p:attrNameLst>
                                          <p:attrName>style.visibility</p:attrName>
                                        </p:attrNameLst>
                                      </p:cBhvr>
                                      <p:to>
                                        <p:strVal val="visible"/>
                                      </p:to>
                                    </p:set>
                                    <p:anim calcmode="lin" valueType="num">
                                      <p:cBhvr additive="base">
                                        <p:cTn dur="500" fill="hold" id="13"/>
                                        <p:tgtEl>
                                          <p:spTgt spid="1048816">
                                            <p:txEl>
                                              <p:pRg st="0" end="0"/>
                                            </p:txEl>
                                          </p:spTgt>
                                        </p:tgtEl>
                                        <p:attrNameLst>
                                          <p:attrName>ppt_x</p:attrName>
                                        </p:attrNameLst>
                                      </p:cBhvr>
                                      <p:tavLst>
                                        <p:tav tm="0">
                                          <p:val>
                                            <p:strVal val="#ppt_x"/>
                                          </p:val>
                                        </p:tav>
                                        <p:tav tm="100000">
                                          <p:val>
                                            <p:strVal val="#ppt_x"/>
                                          </p:val>
                                        </p:tav>
                                      </p:tavLst>
                                    </p:anim>
                                    <p:anim calcmode="lin" valueType="num">
                                      <p:cBhvr additive="base">
                                        <p:cTn dur="500" fill="hold" id="14"/>
                                        <p:tgtEl>
                                          <p:spTgt spid="1048816">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fill="hold" id="15">
                      <p:stCondLst>
                        <p:cond delay="indefinite"/>
                      </p:stCondLst>
                      <p:childTnLst>
                        <p:par>
                          <p:cTn fill="hold" id="16">
                            <p:stCondLst>
                              <p:cond delay="0"/>
                            </p:stCondLst>
                            <p:childTnLst>
                              <p:par>
                                <p:cTn fill="hold" id="17" nodeType="clickEffect" presetClass="entr" presetID="2" presetSubtype="4">
                                  <p:stCondLst>
                                    <p:cond delay="0"/>
                                  </p:stCondLst>
                                  <p:childTnLst>
                                    <p:set>
                                      <p:cBhvr>
                                        <p:cTn dur="1" fill="hold" id="18">
                                          <p:stCondLst>
                                            <p:cond delay="0"/>
                                          </p:stCondLst>
                                        </p:cTn>
                                        <p:tgtEl>
                                          <p:spTgt spid="1048816">
                                            <p:txEl>
                                              <p:pRg st="2" end="2"/>
                                            </p:txEl>
                                          </p:spTgt>
                                        </p:tgtEl>
                                        <p:attrNameLst>
                                          <p:attrName>style.visibility</p:attrName>
                                        </p:attrNameLst>
                                      </p:cBhvr>
                                      <p:to>
                                        <p:strVal val="visible"/>
                                      </p:to>
                                    </p:set>
                                    <p:anim calcmode="lin" valueType="num">
                                      <p:cBhvr additive="base">
                                        <p:cTn dur="500" fill="hold" id="19"/>
                                        <p:tgtEl>
                                          <p:spTgt spid="1048816">
                                            <p:txEl>
                                              <p:pRg st="2" end="2"/>
                                            </p:txEl>
                                          </p:spTgt>
                                        </p:tgtEl>
                                        <p:attrNameLst>
                                          <p:attrName>ppt_x</p:attrName>
                                        </p:attrNameLst>
                                      </p:cBhvr>
                                      <p:tavLst>
                                        <p:tav tm="0">
                                          <p:val>
                                            <p:strVal val="#ppt_x"/>
                                          </p:val>
                                        </p:tav>
                                        <p:tav tm="100000">
                                          <p:val>
                                            <p:strVal val="#ppt_x"/>
                                          </p:val>
                                        </p:tav>
                                      </p:tavLst>
                                    </p:anim>
                                    <p:anim calcmode="lin" valueType="num">
                                      <p:cBhvr additive="base">
                                        <p:cTn dur="500" fill="hold" id="20"/>
                                        <p:tgtEl>
                                          <p:spTgt spid="1048816">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fill="hold" id="21">
                      <p:stCondLst>
                        <p:cond delay="indefinite"/>
                      </p:stCondLst>
                      <p:childTnLst>
                        <p:par>
                          <p:cTn fill="hold" id="22">
                            <p:stCondLst>
                              <p:cond delay="0"/>
                            </p:stCondLst>
                            <p:childTnLst>
                              <p:par>
                                <p:cTn fill="hold" id="23" nodeType="clickEffect" presetClass="entr" presetID="2" presetSubtype="4">
                                  <p:stCondLst>
                                    <p:cond delay="0"/>
                                  </p:stCondLst>
                                  <p:childTnLst>
                                    <p:set>
                                      <p:cBhvr>
                                        <p:cTn dur="1" fill="hold" id="24">
                                          <p:stCondLst>
                                            <p:cond delay="0"/>
                                          </p:stCondLst>
                                        </p:cTn>
                                        <p:tgtEl>
                                          <p:spTgt spid="1048816">
                                            <p:txEl>
                                              <p:pRg st="4" end="4"/>
                                            </p:txEl>
                                          </p:spTgt>
                                        </p:tgtEl>
                                        <p:attrNameLst>
                                          <p:attrName>style.visibility</p:attrName>
                                        </p:attrNameLst>
                                      </p:cBhvr>
                                      <p:to>
                                        <p:strVal val="visible"/>
                                      </p:to>
                                    </p:set>
                                    <p:anim calcmode="lin" valueType="num">
                                      <p:cBhvr additive="base">
                                        <p:cTn dur="500" fill="hold" id="25"/>
                                        <p:tgtEl>
                                          <p:spTgt spid="1048816">
                                            <p:txEl>
                                              <p:pRg st="4" end="4"/>
                                            </p:txEl>
                                          </p:spTgt>
                                        </p:tgtEl>
                                        <p:attrNameLst>
                                          <p:attrName>ppt_x</p:attrName>
                                        </p:attrNameLst>
                                      </p:cBhvr>
                                      <p:tavLst>
                                        <p:tav tm="0">
                                          <p:val>
                                            <p:strVal val="#ppt_x"/>
                                          </p:val>
                                        </p:tav>
                                        <p:tav tm="100000">
                                          <p:val>
                                            <p:strVal val="#ppt_x"/>
                                          </p:val>
                                        </p:tav>
                                      </p:tavLst>
                                    </p:anim>
                                    <p:anim calcmode="lin" valueType="num">
                                      <p:cBhvr additive="base">
                                        <p:cTn dur="500" fill="hold" id="26"/>
                                        <p:tgtEl>
                                          <p:spTgt spid="1048816">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fill="hold" id="27">
                      <p:stCondLst>
                        <p:cond delay="indefinite"/>
                      </p:stCondLst>
                      <p:childTnLst>
                        <p:par>
                          <p:cTn fill="hold" id="28">
                            <p:stCondLst>
                              <p:cond delay="0"/>
                            </p:stCondLst>
                            <p:childTnLst>
                              <p:par>
                                <p:cTn fill="hold" id="29" nodeType="clickEffect" presetClass="entr" presetID="2" presetSubtype="4">
                                  <p:stCondLst>
                                    <p:cond delay="0"/>
                                  </p:stCondLst>
                                  <p:childTnLst>
                                    <p:set>
                                      <p:cBhvr>
                                        <p:cTn dur="1" fill="hold" id="30">
                                          <p:stCondLst>
                                            <p:cond delay="0"/>
                                          </p:stCondLst>
                                        </p:cTn>
                                        <p:tgtEl>
                                          <p:spTgt spid="1048816">
                                            <p:txEl>
                                              <p:pRg st="5" end="5"/>
                                            </p:txEl>
                                          </p:spTgt>
                                        </p:tgtEl>
                                        <p:attrNameLst>
                                          <p:attrName>style.visibility</p:attrName>
                                        </p:attrNameLst>
                                      </p:cBhvr>
                                      <p:to>
                                        <p:strVal val="visible"/>
                                      </p:to>
                                    </p:set>
                                    <p:anim calcmode="lin" valueType="num">
                                      <p:cBhvr additive="base">
                                        <p:cTn dur="500" fill="hold" id="31"/>
                                        <p:tgtEl>
                                          <p:spTgt spid="1048816">
                                            <p:txEl>
                                              <p:pRg st="5" end="5"/>
                                            </p:txEl>
                                          </p:spTgt>
                                        </p:tgtEl>
                                        <p:attrNameLst>
                                          <p:attrName>ppt_x</p:attrName>
                                        </p:attrNameLst>
                                      </p:cBhvr>
                                      <p:tavLst>
                                        <p:tav tm="0">
                                          <p:val>
                                            <p:strVal val="#ppt_x"/>
                                          </p:val>
                                        </p:tav>
                                        <p:tav tm="100000">
                                          <p:val>
                                            <p:strVal val="#ppt_x"/>
                                          </p:val>
                                        </p:tav>
                                      </p:tavLst>
                                    </p:anim>
                                    <p:anim calcmode="lin" valueType="num">
                                      <p:cBhvr additive="base">
                                        <p:cTn dur="500" fill="hold" id="32"/>
                                        <p:tgtEl>
                                          <p:spTgt spid="1048816">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48815" grpId="0"/>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218" name=""/>
        <p:cNvGrpSpPr/>
        <p:nvPr/>
      </p:nvGrpSpPr>
      <p:grpSpPr>
        <a:xfrm>
          <a:off x="0" y="0"/>
          <a:ext cx="0" cy="0"/>
          <a:chOff x="0" y="0"/>
          <a:chExt cx="0" cy="0"/>
        </a:xfrm>
      </p:grpSpPr>
      <p:sp>
        <p:nvSpPr>
          <p:cNvPr id="1048820" name="Title 1"/>
          <p:cNvSpPr>
            <a:spLocks noGrp="1"/>
          </p:cNvSpPr>
          <p:nvPr>
            <p:ph type="title"/>
          </p:nvPr>
        </p:nvSpPr>
        <p:spPr/>
        <p:txBody>
          <a:bodyPr/>
          <a:p>
            <a:r>
              <a:rPr dirty="0" lang="en-GB" smtClean="0"/>
              <a:t>General characteristics</a:t>
            </a:r>
            <a:endParaRPr dirty="0" lang="en-GB"/>
          </a:p>
        </p:txBody>
      </p:sp>
      <p:sp>
        <p:nvSpPr>
          <p:cNvPr id="1048821" name="Content Placeholder 2"/>
          <p:cNvSpPr>
            <a:spLocks noGrp="1"/>
          </p:cNvSpPr>
          <p:nvPr>
            <p:ph idx="1"/>
          </p:nvPr>
        </p:nvSpPr>
        <p:spPr>
          <a:xfrm>
            <a:off x="0" y="1571612"/>
            <a:ext cx="9144000" cy="5286388"/>
          </a:xfrm>
        </p:spPr>
        <p:txBody>
          <a:bodyPr/>
          <a:p>
            <a:pPr lvl="0"/>
            <a:r>
              <a:rPr dirty="0" lang="en-GB" smtClean="0">
                <a:solidFill>
                  <a:srgbClr val="FFFF00"/>
                </a:solidFill>
              </a:rPr>
              <a:t>The epidermis of the sporophytes are covered by cuticle and are also equipped with stomata</a:t>
            </a:r>
          </a:p>
          <a:p>
            <a:pPr lvl="0">
              <a:buNone/>
            </a:pPr>
            <a:endParaRPr dirty="0" lang="en-GB" smtClean="0">
              <a:solidFill>
                <a:srgbClr val="FFFF00"/>
              </a:solidFill>
            </a:endParaRPr>
          </a:p>
          <a:p>
            <a:pPr lvl="0"/>
            <a:r>
              <a:rPr dirty="0" lang="en-GB" smtClean="0">
                <a:solidFill>
                  <a:srgbClr val="FFFF00"/>
                </a:solidFill>
              </a:rPr>
              <a:t>The sporophyte may produce the same kind of spores (homosporous) or two different kinds of spores (heterosporous) as in higher plants.</a:t>
            </a:r>
          </a:p>
          <a:p>
            <a:pPr lvl="0"/>
            <a:endParaRPr dirty="0" lang="en-GB" smtClean="0">
              <a:solidFill>
                <a:srgbClr val="FFFF00"/>
              </a:solidFill>
            </a:endParaRPr>
          </a:p>
          <a:p>
            <a:pPr lvl="0"/>
            <a:r>
              <a:rPr dirty="0" lang="en-GB" smtClean="0">
                <a:solidFill>
                  <a:srgbClr val="FFFF00"/>
                </a:solidFill>
              </a:rPr>
              <a:t>Leaves are formed from the uncurling of the crozier or fiddlehead</a:t>
            </a:r>
          </a:p>
          <a:p>
            <a:endParaRPr dirty="0" lang="en-GB"/>
          </a:p>
        </p:txBody>
      </p:sp>
    </p:spTree>
  </p:cSld>
  <p:clrMapOvr>
    <a:masterClrMapping/>
  </p:clrMapOvr>
  <p:timing>
    <p:tnLst>
      <p:par>
        <p:cTn dur="indefinite" id="1" nodeType="tmRoot" restart="never">
          <p:childTnLst>
            <p:seq concurrent="1" nextAc="seek">
              <p:cTn dur="indefinite" id="2" nodeType="mainSeq">
                <p:childTnLst>
                  <p:par>
                    <p:cTn fill="hold" id="3">
                      <p:stCondLst>
                        <p:cond delay="indefinite"/>
                      </p:stCondLst>
                      <p:childTnLst>
                        <p:par>
                          <p:cTn fill="hold" id="4">
                            <p:stCondLst>
                              <p:cond delay="0"/>
                            </p:stCondLst>
                            <p:childTnLst>
                              <p:par>
                                <p:cTn fill="hold" id="5" nodeType="clickEffect" presetClass="entr" presetID="2" presetSubtype="4">
                                  <p:stCondLst>
                                    <p:cond delay="0"/>
                                  </p:stCondLst>
                                  <p:childTnLst>
                                    <p:set>
                                      <p:cBhvr>
                                        <p:cTn dur="1" fill="hold" id="6">
                                          <p:stCondLst>
                                            <p:cond delay="0"/>
                                          </p:stCondLst>
                                        </p:cTn>
                                        <p:tgtEl>
                                          <p:spTgt spid="1048821">
                                            <p:txEl>
                                              <p:pRg st="0" end="0"/>
                                            </p:txEl>
                                          </p:spTgt>
                                        </p:tgtEl>
                                        <p:attrNameLst>
                                          <p:attrName>style.visibility</p:attrName>
                                        </p:attrNameLst>
                                      </p:cBhvr>
                                      <p:to>
                                        <p:strVal val="visible"/>
                                      </p:to>
                                    </p:set>
                                    <p:anim calcmode="lin" valueType="num">
                                      <p:cBhvr additive="base">
                                        <p:cTn dur="500" fill="hold" id="7"/>
                                        <p:tgtEl>
                                          <p:spTgt spid="1048821">
                                            <p:txEl>
                                              <p:pRg st="0" end="0"/>
                                            </p:txEl>
                                          </p:spTgt>
                                        </p:tgtEl>
                                        <p:attrNameLst>
                                          <p:attrName>ppt_x</p:attrName>
                                        </p:attrNameLst>
                                      </p:cBhvr>
                                      <p:tavLst>
                                        <p:tav tm="0">
                                          <p:val>
                                            <p:strVal val="#ppt_x"/>
                                          </p:val>
                                        </p:tav>
                                        <p:tav tm="100000">
                                          <p:val>
                                            <p:strVal val="#ppt_x"/>
                                          </p:val>
                                        </p:tav>
                                      </p:tavLst>
                                    </p:anim>
                                    <p:anim calcmode="lin" valueType="num">
                                      <p:cBhvr additive="base">
                                        <p:cTn dur="500" fill="hold" id="8"/>
                                        <p:tgtEl>
                                          <p:spTgt spid="1048821">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fill="hold" id="9">
                      <p:stCondLst>
                        <p:cond delay="indefinite"/>
                      </p:stCondLst>
                      <p:childTnLst>
                        <p:par>
                          <p:cTn fill="hold" id="10">
                            <p:stCondLst>
                              <p:cond delay="0"/>
                            </p:stCondLst>
                            <p:childTnLst>
                              <p:par>
                                <p:cTn fill="hold" id="11" nodeType="clickEffect" presetClass="entr" presetID="2" presetSubtype="4">
                                  <p:stCondLst>
                                    <p:cond delay="0"/>
                                  </p:stCondLst>
                                  <p:childTnLst>
                                    <p:set>
                                      <p:cBhvr>
                                        <p:cTn dur="1" fill="hold" id="12">
                                          <p:stCondLst>
                                            <p:cond delay="0"/>
                                          </p:stCondLst>
                                        </p:cTn>
                                        <p:tgtEl>
                                          <p:spTgt spid="1048821">
                                            <p:txEl>
                                              <p:pRg st="2" end="2"/>
                                            </p:txEl>
                                          </p:spTgt>
                                        </p:tgtEl>
                                        <p:attrNameLst>
                                          <p:attrName>style.visibility</p:attrName>
                                        </p:attrNameLst>
                                      </p:cBhvr>
                                      <p:to>
                                        <p:strVal val="visible"/>
                                      </p:to>
                                    </p:set>
                                    <p:anim calcmode="lin" valueType="num">
                                      <p:cBhvr additive="base">
                                        <p:cTn dur="500" fill="hold" id="13"/>
                                        <p:tgtEl>
                                          <p:spTgt spid="1048821">
                                            <p:txEl>
                                              <p:pRg st="2" end="2"/>
                                            </p:txEl>
                                          </p:spTgt>
                                        </p:tgtEl>
                                        <p:attrNameLst>
                                          <p:attrName>ppt_x</p:attrName>
                                        </p:attrNameLst>
                                      </p:cBhvr>
                                      <p:tavLst>
                                        <p:tav tm="0">
                                          <p:val>
                                            <p:strVal val="#ppt_x"/>
                                          </p:val>
                                        </p:tav>
                                        <p:tav tm="100000">
                                          <p:val>
                                            <p:strVal val="#ppt_x"/>
                                          </p:val>
                                        </p:tav>
                                      </p:tavLst>
                                    </p:anim>
                                    <p:anim calcmode="lin" valueType="num">
                                      <p:cBhvr additive="base">
                                        <p:cTn dur="500" fill="hold" id="14"/>
                                        <p:tgtEl>
                                          <p:spTgt spid="1048821">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fill="hold" id="15">
                      <p:stCondLst>
                        <p:cond delay="indefinite"/>
                      </p:stCondLst>
                      <p:childTnLst>
                        <p:par>
                          <p:cTn fill="hold" id="16">
                            <p:stCondLst>
                              <p:cond delay="0"/>
                            </p:stCondLst>
                            <p:childTnLst>
                              <p:par>
                                <p:cTn fill="hold" id="17" nodeType="clickEffect" presetClass="entr" presetID="2" presetSubtype="4">
                                  <p:stCondLst>
                                    <p:cond delay="0"/>
                                  </p:stCondLst>
                                  <p:childTnLst>
                                    <p:set>
                                      <p:cBhvr>
                                        <p:cTn dur="1" fill="hold" id="18">
                                          <p:stCondLst>
                                            <p:cond delay="0"/>
                                          </p:stCondLst>
                                        </p:cTn>
                                        <p:tgtEl>
                                          <p:spTgt spid="1048821">
                                            <p:txEl>
                                              <p:pRg st="4" end="4"/>
                                            </p:txEl>
                                          </p:spTgt>
                                        </p:tgtEl>
                                        <p:attrNameLst>
                                          <p:attrName>style.visibility</p:attrName>
                                        </p:attrNameLst>
                                      </p:cBhvr>
                                      <p:to>
                                        <p:strVal val="visible"/>
                                      </p:to>
                                    </p:set>
                                    <p:anim calcmode="lin" valueType="num">
                                      <p:cBhvr additive="base">
                                        <p:cTn dur="500" fill="hold" id="19"/>
                                        <p:tgtEl>
                                          <p:spTgt spid="1048821">
                                            <p:txEl>
                                              <p:pRg st="4" end="4"/>
                                            </p:txEl>
                                          </p:spTgt>
                                        </p:tgtEl>
                                        <p:attrNameLst>
                                          <p:attrName>ppt_x</p:attrName>
                                        </p:attrNameLst>
                                      </p:cBhvr>
                                      <p:tavLst>
                                        <p:tav tm="0">
                                          <p:val>
                                            <p:strVal val="#ppt_x"/>
                                          </p:val>
                                        </p:tav>
                                        <p:tav tm="100000">
                                          <p:val>
                                            <p:strVal val="#ppt_x"/>
                                          </p:val>
                                        </p:tav>
                                      </p:tavLst>
                                    </p:anim>
                                    <p:anim calcmode="lin" valueType="num">
                                      <p:cBhvr additive="base">
                                        <p:cTn dur="500" fill="hold" id="20"/>
                                        <p:tgtEl>
                                          <p:spTgt spid="1048821">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221" name=""/>
        <p:cNvGrpSpPr/>
        <p:nvPr/>
      </p:nvGrpSpPr>
      <p:grpSpPr>
        <a:xfrm>
          <a:off x="0" y="0"/>
          <a:ext cx="0" cy="0"/>
          <a:chOff x="0" y="0"/>
          <a:chExt cx="0" cy="0"/>
        </a:xfrm>
      </p:grpSpPr>
      <p:sp>
        <p:nvSpPr>
          <p:cNvPr id="1048825" name="Title 1"/>
          <p:cNvSpPr>
            <a:spLocks noGrp="1"/>
          </p:cNvSpPr>
          <p:nvPr>
            <p:ph type="title"/>
          </p:nvPr>
        </p:nvSpPr>
        <p:spPr>
          <a:xfrm>
            <a:off x="0" y="0"/>
            <a:ext cx="9144000" cy="1408176"/>
          </a:xfrm>
        </p:spPr>
        <p:txBody>
          <a:bodyPr>
            <a:noAutofit/>
          </a:bodyPr>
          <a:p>
            <a:pPr algn="ctr"/>
            <a:r>
              <a:rPr dirty="0" sz="5400" lang="en-GB" smtClean="0"/>
              <a:t>Reproduction in Pteridophytes</a:t>
            </a:r>
            <a:endParaRPr dirty="0" sz="5400" lang="en-GB"/>
          </a:p>
        </p:txBody>
      </p:sp>
      <p:pic>
        <p:nvPicPr>
          <p:cNvPr id="2097165" name="Picture 2"/>
          <p:cNvPicPr>
            <a:picLocks noChangeAspect="1" noGrp="1" noChangeArrowheads="1"/>
          </p:cNvPicPr>
          <p:nvPr>
            <p:ph idx="1"/>
          </p:nvPr>
        </p:nvPicPr>
        <p:blipFill>
          <a:blip xmlns:r="http://schemas.openxmlformats.org/officeDocument/2006/relationships" r:embed="rId1" cstate="print"/>
          <a:srcRect/>
          <a:stretch>
            <a:fillRect/>
          </a:stretch>
        </p:blipFill>
        <p:spPr bwMode="auto">
          <a:xfrm>
            <a:off x="1" y="1571612"/>
            <a:ext cx="9144000" cy="5286387"/>
          </a:xfrm>
          <a:prstGeom prst="rect"/>
          <a:noFill/>
          <a:ln w="9525">
            <a:noFill/>
            <a:miter lim="800000"/>
            <a:headEnd/>
            <a:tailEnd/>
          </a:ln>
          <a:effectLst/>
        </p:spPr>
      </p:pic>
    </p:spTree>
  </p:cSld>
  <p:clrMapOvr>
    <a:masterClrMapping/>
  </p:clrMapOvr>
  <p:timing>
    <p:tnLst>
      <p:par>
        <p:cTn dur="indefinite" id="1" nodeType="tmRoot" restart="never">
          <p:childTnLst>
            <p:seq concurrent="1" nextAc="seek">
              <p:cTn dur="indefinite" id="2" nodeType="mainSeq">
                <p:childTnLst>
                  <p:par>
                    <p:cTn fill="hold" id="3">
                      <p:stCondLst>
                        <p:cond delay="indefinite"/>
                      </p:stCondLst>
                      <p:childTnLst>
                        <p:par>
                          <p:cTn fill="hold" id="4">
                            <p:stCondLst>
                              <p:cond delay="0"/>
                            </p:stCondLst>
                            <p:childTnLst>
                              <p:par>
                                <p:cTn fill="hold" grpId="0" id="5" nodeType="clickEffect" presetClass="entr" presetID="2" presetSubtype="4">
                                  <p:stCondLst>
                                    <p:cond delay="0"/>
                                  </p:stCondLst>
                                  <p:childTnLst>
                                    <p:set>
                                      <p:cBhvr>
                                        <p:cTn dur="1" fill="hold" id="6">
                                          <p:stCondLst>
                                            <p:cond delay="0"/>
                                          </p:stCondLst>
                                        </p:cTn>
                                        <p:tgtEl>
                                          <p:spTgt spid="1048825"/>
                                        </p:tgtEl>
                                        <p:attrNameLst>
                                          <p:attrName>style.visibility</p:attrName>
                                        </p:attrNameLst>
                                      </p:cBhvr>
                                      <p:to>
                                        <p:strVal val="visible"/>
                                      </p:to>
                                    </p:set>
                                    <p:anim calcmode="lin" valueType="num">
                                      <p:cBhvr additive="base">
                                        <p:cTn dur="500" fill="hold" id="7"/>
                                        <p:tgtEl>
                                          <p:spTgt spid="1048825"/>
                                        </p:tgtEl>
                                        <p:attrNameLst>
                                          <p:attrName>ppt_x</p:attrName>
                                        </p:attrNameLst>
                                      </p:cBhvr>
                                      <p:tavLst>
                                        <p:tav tm="0">
                                          <p:val>
                                            <p:strVal val="#ppt_x"/>
                                          </p:val>
                                        </p:tav>
                                        <p:tav tm="100000">
                                          <p:val>
                                            <p:strVal val="#ppt_x"/>
                                          </p:val>
                                        </p:tav>
                                      </p:tavLst>
                                    </p:anim>
                                    <p:anim calcmode="lin" valueType="num">
                                      <p:cBhvr additive="base">
                                        <p:cTn dur="500" fill="hold" id="8"/>
                                        <p:tgtEl>
                                          <p:spTgt spid="1048825"/>
                                        </p:tgtEl>
                                        <p:attrNameLst>
                                          <p:attrName>ppt_y</p:attrName>
                                        </p:attrNameLst>
                                      </p:cBhvr>
                                      <p:tavLst>
                                        <p:tav tm="0">
                                          <p:val>
                                            <p:strVal val="1+#ppt_h/2"/>
                                          </p:val>
                                        </p:tav>
                                        <p:tav tm="100000">
                                          <p:val>
                                            <p:strVal val="#ppt_y"/>
                                          </p:val>
                                        </p:tav>
                                      </p:tavLst>
                                    </p:anim>
                                  </p:childTnLst>
                                </p:cTn>
                              </p:par>
                            </p:childTnLst>
                          </p:cTn>
                        </p:par>
                      </p:childTnLst>
                    </p:cTn>
                  </p:par>
                  <p:par>
                    <p:cTn fill="hold" id="9">
                      <p:stCondLst>
                        <p:cond delay="indefinite"/>
                      </p:stCondLst>
                      <p:childTnLst>
                        <p:par>
                          <p:cTn fill="hold" id="10">
                            <p:stCondLst>
                              <p:cond delay="0"/>
                            </p:stCondLst>
                            <p:childTnLst>
                              <p:par>
                                <p:cTn fill="hold" id="11" nodeType="clickEffect" presetClass="entr" presetID="2" presetSubtype="4">
                                  <p:stCondLst>
                                    <p:cond delay="0"/>
                                  </p:stCondLst>
                                  <p:childTnLst>
                                    <p:set>
                                      <p:cBhvr>
                                        <p:cTn dur="1" fill="hold" id="12">
                                          <p:stCondLst>
                                            <p:cond delay="0"/>
                                          </p:stCondLst>
                                        </p:cTn>
                                        <p:tgtEl>
                                          <p:spTgt spid="2097165"/>
                                        </p:tgtEl>
                                        <p:attrNameLst>
                                          <p:attrName>style.visibility</p:attrName>
                                        </p:attrNameLst>
                                      </p:cBhvr>
                                      <p:to>
                                        <p:strVal val="visible"/>
                                      </p:to>
                                    </p:set>
                                    <p:anim calcmode="lin" valueType="num">
                                      <p:cBhvr additive="base">
                                        <p:cTn dur="500" fill="hold" id="13"/>
                                        <p:tgtEl>
                                          <p:spTgt spid="2097165"/>
                                        </p:tgtEl>
                                        <p:attrNameLst>
                                          <p:attrName>ppt_x</p:attrName>
                                        </p:attrNameLst>
                                      </p:cBhvr>
                                      <p:tavLst>
                                        <p:tav tm="0">
                                          <p:val>
                                            <p:strVal val="#ppt_x"/>
                                          </p:val>
                                        </p:tav>
                                        <p:tav tm="100000">
                                          <p:val>
                                            <p:strVal val="#ppt_x"/>
                                          </p:val>
                                        </p:tav>
                                      </p:tavLst>
                                    </p:anim>
                                    <p:anim calcmode="lin" valueType="num">
                                      <p:cBhvr additive="base">
                                        <p:cTn dur="500" fill="hold" id="14"/>
                                        <p:tgtEl>
                                          <p:spTgt spid="209716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48825" grpId="0"/>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224" name=""/>
        <p:cNvGrpSpPr/>
        <p:nvPr/>
      </p:nvGrpSpPr>
      <p:grpSpPr>
        <a:xfrm>
          <a:off x="0" y="0"/>
          <a:ext cx="0" cy="0"/>
          <a:chOff x="0" y="0"/>
          <a:chExt cx="0" cy="0"/>
        </a:xfrm>
      </p:grpSpPr>
      <p:sp>
        <p:nvSpPr>
          <p:cNvPr id="1048829" name="Title 1"/>
          <p:cNvSpPr>
            <a:spLocks noGrp="1"/>
          </p:cNvSpPr>
          <p:nvPr>
            <p:ph type="title"/>
          </p:nvPr>
        </p:nvSpPr>
        <p:spPr>
          <a:xfrm>
            <a:off x="0" y="0"/>
            <a:ext cx="9144000" cy="1408176"/>
          </a:xfrm>
        </p:spPr>
        <p:txBody>
          <a:bodyPr>
            <a:noAutofit/>
          </a:bodyPr>
          <a:p>
            <a:pPr algn="ctr"/>
            <a:r>
              <a:rPr dirty="0" sz="5400" lang="en-GB" smtClean="0"/>
              <a:t/>
            </a:r>
            <a:br>
              <a:rPr dirty="0" sz="5400" lang="en-GB" smtClean="0"/>
            </a:br>
            <a:r>
              <a:rPr dirty="0" sz="5400" lang="en-GB" smtClean="0"/>
              <a:t>General Classification of Pteridophytes</a:t>
            </a:r>
            <a:br>
              <a:rPr dirty="0" sz="5400" lang="en-GB" smtClean="0"/>
            </a:br>
            <a:endParaRPr dirty="0" sz="5400" lang="en-GB"/>
          </a:p>
        </p:txBody>
      </p:sp>
      <p:sp>
        <p:nvSpPr>
          <p:cNvPr id="1048830" name="Content Placeholder 2"/>
          <p:cNvSpPr>
            <a:spLocks noGrp="1"/>
          </p:cNvSpPr>
          <p:nvPr>
            <p:ph idx="1"/>
          </p:nvPr>
        </p:nvSpPr>
        <p:spPr>
          <a:xfrm>
            <a:off x="0" y="1500174"/>
            <a:ext cx="9144000" cy="5357825"/>
          </a:xfrm>
        </p:spPr>
        <p:txBody>
          <a:bodyPr/>
          <a:p>
            <a:r>
              <a:rPr dirty="0" lang="en-GB" smtClean="0">
                <a:solidFill>
                  <a:srgbClr val="FFFF00"/>
                </a:solidFill>
              </a:rPr>
              <a:t>There are four main sub-divisions namely: </a:t>
            </a:r>
          </a:p>
          <a:p>
            <a:endParaRPr dirty="0" lang="en-GB" smtClean="0">
              <a:solidFill>
                <a:srgbClr val="FFFF00"/>
              </a:solidFill>
            </a:endParaRPr>
          </a:p>
          <a:p>
            <a:r>
              <a:rPr b="1" dirty="0" lang="en-GB" err="1" smtClean="0">
                <a:solidFill>
                  <a:srgbClr val="FFFF00"/>
                </a:solidFill>
              </a:rPr>
              <a:t>Psilotopsida</a:t>
            </a:r>
            <a:endParaRPr b="1" dirty="0" lang="en-GB" smtClean="0">
              <a:solidFill>
                <a:srgbClr val="FFFF00"/>
              </a:solidFill>
            </a:endParaRPr>
          </a:p>
          <a:p>
            <a:endParaRPr b="1" dirty="0" lang="en-GB" smtClean="0">
              <a:solidFill>
                <a:srgbClr val="FFFF00"/>
              </a:solidFill>
            </a:endParaRPr>
          </a:p>
          <a:p>
            <a:r>
              <a:rPr b="1" dirty="0" lang="en-GB" smtClean="0">
                <a:solidFill>
                  <a:srgbClr val="FFFF00"/>
                </a:solidFill>
              </a:rPr>
              <a:t> </a:t>
            </a:r>
            <a:r>
              <a:rPr b="1" dirty="0" lang="en-GB" err="1" smtClean="0">
                <a:solidFill>
                  <a:srgbClr val="FFFF00"/>
                </a:solidFill>
              </a:rPr>
              <a:t>Lycopsida</a:t>
            </a:r>
            <a:endParaRPr b="1" dirty="0" lang="en-GB" smtClean="0">
              <a:solidFill>
                <a:srgbClr val="FFFF00"/>
              </a:solidFill>
            </a:endParaRPr>
          </a:p>
          <a:p>
            <a:pPr>
              <a:buNone/>
            </a:pPr>
            <a:r>
              <a:rPr b="1" dirty="0" lang="en-GB" smtClean="0">
                <a:solidFill>
                  <a:srgbClr val="FFFF00"/>
                </a:solidFill>
              </a:rPr>
              <a:t> </a:t>
            </a:r>
          </a:p>
          <a:p>
            <a:r>
              <a:rPr b="1" dirty="0" lang="en-GB" err="1" smtClean="0">
                <a:solidFill>
                  <a:srgbClr val="FFFF00"/>
                </a:solidFill>
              </a:rPr>
              <a:t>Sphenosida</a:t>
            </a:r>
            <a:r>
              <a:rPr b="1" dirty="0" lang="en-GB" smtClean="0">
                <a:solidFill>
                  <a:srgbClr val="FFFF00"/>
                </a:solidFill>
              </a:rPr>
              <a:t> </a:t>
            </a:r>
          </a:p>
          <a:p>
            <a:endParaRPr b="1" dirty="0" lang="en-GB" smtClean="0">
              <a:solidFill>
                <a:srgbClr val="FFFF00"/>
              </a:solidFill>
            </a:endParaRPr>
          </a:p>
          <a:p>
            <a:r>
              <a:rPr b="1" dirty="0" lang="en-GB" err="1" smtClean="0">
                <a:solidFill>
                  <a:srgbClr val="FFFF00"/>
                </a:solidFill>
              </a:rPr>
              <a:t>Pteropsida</a:t>
            </a:r>
            <a:r>
              <a:rPr b="1" dirty="0" lang="en-GB" smtClean="0">
                <a:solidFill>
                  <a:srgbClr val="FFFF00"/>
                </a:solidFill>
              </a:rPr>
              <a:t> </a:t>
            </a:r>
            <a:endParaRPr dirty="0" lang="en-GB">
              <a:solidFill>
                <a:srgbClr val="FFFF00"/>
              </a:solidFill>
            </a:endParaRPr>
          </a:p>
        </p:txBody>
      </p:sp>
    </p:spTree>
  </p:cSld>
  <p:clrMapOvr>
    <a:masterClrMapping/>
  </p:clrMapOvr>
  <p:timing>
    <p:tnLst>
      <p:par>
        <p:cTn dur="indefinite" id="1" nodeType="tmRoot" restart="never">
          <p:childTnLst>
            <p:seq concurrent="1" nextAc="seek">
              <p:cTn dur="indefinite" id="2" nodeType="mainSeq">
                <p:childTnLst>
                  <p:par>
                    <p:cTn fill="hold" id="3">
                      <p:stCondLst>
                        <p:cond delay="indefinite"/>
                      </p:stCondLst>
                      <p:childTnLst>
                        <p:par>
                          <p:cTn fill="hold" id="4">
                            <p:stCondLst>
                              <p:cond delay="0"/>
                            </p:stCondLst>
                            <p:childTnLst>
                              <p:par>
                                <p:cTn fill="hold" id="5" nodeType="clickEffect" presetClass="entr" presetID="2" presetSubtype="4">
                                  <p:stCondLst>
                                    <p:cond delay="0"/>
                                  </p:stCondLst>
                                  <p:childTnLst>
                                    <p:set>
                                      <p:cBhvr>
                                        <p:cTn dur="1" fill="hold" id="6">
                                          <p:stCondLst>
                                            <p:cond delay="0"/>
                                          </p:stCondLst>
                                        </p:cTn>
                                        <p:tgtEl>
                                          <p:spTgt spid="1048829"/>
                                        </p:tgtEl>
                                        <p:attrNameLst>
                                          <p:attrName>style.visibility</p:attrName>
                                        </p:attrNameLst>
                                      </p:cBhvr>
                                      <p:to>
                                        <p:strVal val="visible"/>
                                      </p:to>
                                    </p:set>
                                    <p:anim calcmode="lin" valueType="num">
                                      <p:cBhvr additive="base">
                                        <p:cTn dur="500" fill="hold" id="7"/>
                                        <p:tgtEl>
                                          <p:spTgt spid="1048829"/>
                                        </p:tgtEl>
                                        <p:attrNameLst>
                                          <p:attrName>ppt_x</p:attrName>
                                        </p:attrNameLst>
                                      </p:cBhvr>
                                      <p:tavLst>
                                        <p:tav tm="0">
                                          <p:val>
                                            <p:strVal val="#ppt_x"/>
                                          </p:val>
                                        </p:tav>
                                        <p:tav tm="100000">
                                          <p:val>
                                            <p:strVal val="#ppt_x"/>
                                          </p:val>
                                        </p:tav>
                                      </p:tavLst>
                                    </p:anim>
                                    <p:anim calcmode="lin" valueType="num">
                                      <p:cBhvr additive="base">
                                        <p:cTn dur="500" fill="hold" id="8"/>
                                        <p:tgtEl>
                                          <p:spTgt spid="1048829"/>
                                        </p:tgtEl>
                                        <p:attrNameLst>
                                          <p:attrName>ppt_y</p:attrName>
                                        </p:attrNameLst>
                                      </p:cBhvr>
                                      <p:tavLst>
                                        <p:tav tm="0">
                                          <p:val>
                                            <p:strVal val="1+#ppt_h/2"/>
                                          </p:val>
                                        </p:tav>
                                        <p:tav tm="100000">
                                          <p:val>
                                            <p:strVal val="#ppt_y"/>
                                          </p:val>
                                        </p:tav>
                                      </p:tavLst>
                                    </p:anim>
                                  </p:childTnLst>
                                </p:cTn>
                              </p:par>
                            </p:childTnLst>
                          </p:cTn>
                        </p:par>
                      </p:childTnLst>
                    </p:cTn>
                  </p:par>
                  <p:par>
                    <p:cTn fill="hold" id="9">
                      <p:stCondLst>
                        <p:cond delay="indefinite"/>
                      </p:stCondLst>
                      <p:childTnLst>
                        <p:par>
                          <p:cTn fill="hold" id="10">
                            <p:stCondLst>
                              <p:cond delay="0"/>
                            </p:stCondLst>
                            <p:childTnLst>
                              <p:par>
                                <p:cTn fill="hold" id="11" nodeType="clickEffect" presetClass="entr" presetID="2" presetSubtype="4">
                                  <p:stCondLst>
                                    <p:cond delay="0"/>
                                  </p:stCondLst>
                                  <p:childTnLst>
                                    <p:set>
                                      <p:cBhvr>
                                        <p:cTn dur="1" fill="hold" id="12">
                                          <p:stCondLst>
                                            <p:cond delay="0"/>
                                          </p:stCondLst>
                                        </p:cTn>
                                        <p:tgtEl>
                                          <p:spTgt spid="1048830">
                                            <p:txEl>
                                              <p:pRg st="0" end="0"/>
                                            </p:txEl>
                                          </p:spTgt>
                                        </p:tgtEl>
                                        <p:attrNameLst>
                                          <p:attrName>style.visibility</p:attrName>
                                        </p:attrNameLst>
                                      </p:cBhvr>
                                      <p:to>
                                        <p:strVal val="visible"/>
                                      </p:to>
                                    </p:set>
                                    <p:anim calcmode="lin" valueType="num">
                                      <p:cBhvr additive="base">
                                        <p:cTn dur="500" fill="hold" id="13"/>
                                        <p:tgtEl>
                                          <p:spTgt spid="1048830">
                                            <p:txEl>
                                              <p:pRg st="0" end="0"/>
                                            </p:txEl>
                                          </p:spTgt>
                                        </p:tgtEl>
                                        <p:attrNameLst>
                                          <p:attrName>ppt_x</p:attrName>
                                        </p:attrNameLst>
                                      </p:cBhvr>
                                      <p:tavLst>
                                        <p:tav tm="0">
                                          <p:val>
                                            <p:strVal val="#ppt_x"/>
                                          </p:val>
                                        </p:tav>
                                        <p:tav tm="100000">
                                          <p:val>
                                            <p:strVal val="#ppt_x"/>
                                          </p:val>
                                        </p:tav>
                                      </p:tavLst>
                                    </p:anim>
                                    <p:anim calcmode="lin" valueType="num">
                                      <p:cBhvr additive="base">
                                        <p:cTn dur="500" fill="hold" id="14"/>
                                        <p:tgtEl>
                                          <p:spTgt spid="1048830">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fill="hold" id="15">
                      <p:stCondLst>
                        <p:cond delay="indefinite"/>
                      </p:stCondLst>
                      <p:childTnLst>
                        <p:par>
                          <p:cTn fill="hold" id="16">
                            <p:stCondLst>
                              <p:cond delay="0"/>
                            </p:stCondLst>
                            <p:childTnLst>
                              <p:par>
                                <p:cTn fill="hold" id="17" nodeType="clickEffect" presetClass="entr" presetID="2" presetSubtype="4">
                                  <p:stCondLst>
                                    <p:cond delay="0"/>
                                  </p:stCondLst>
                                  <p:childTnLst>
                                    <p:set>
                                      <p:cBhvr>
                                        <p:cTn dur="1" fill="hold" id="18">
                                          <p:stCondLst>
                                            <p:cond delay="0"/>
                                          </p:stCondLst>
                                        </p:cTn>
                                        <p:tgtEl>
                                          <p:spTgt spid="1048830">
                                            <p:txEl>
                                              <p:pRg st="2" end="2"/>
                                            </p:txEl>
                                          </p:spTgt>
                                        </p:tgtEl>
                                        <p:attrNameLst>
                                          <p:attrName>style.visibility</p:attrName>
                                        </p:attrNameLst>
                                      </p:cBhvr>
                                      <p:to>
                                        <p:strVal val="visible"/>
                                      </p:to>
                                    </p:set>
                                    <p:anim calcmode="lin" valueType="num">
                                      <p:cBhvr additive="base">
                                        <p:cTn dur="500" fill="hold" id="19"/>
                                        <p:tgtEl>
                                          <p:spTgt spid="1048830">
                                            <p:txEl>
                                              <p:pRg st="2" end="2"/>
                                            </p:txEl>
                                          </p:spTgt>
                                        </p:tgtEl>
                                        <p:attrNameLst>
                                          <p:attrName>ppt_x</p:attrName>
                                        </p:attrNameLst>
                                      </p:cBhvr>
                                      <p:tavLst>
                                        <p:tav tm="0">
                                          <p:val>
                                            <p:strVal val="#ppt_x"/>
                                          </p:val>
                                        </p:tav>
                                        <p:tav tm="100000">
                                          <p:val>
                                            <p:strVal val="#ppt_x"/>
                                          </p:val>
                                        </p:tav>
                                      </p:tavLst>
                                    </p:anim>
                                    <p:anim calcmode="lin" valueType="num">
                                      <p:cBhvr additive="base">
                                        <p:cTn dur="500" fill="hold" id="20"/>
                                        <p:tgtEl>
                                          <p:spTgt spid="1048830">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fill="hold" id="21">
                      <p:stCondLst>
                        <p:cond delay="indefinite"/>
                      </p:stCondLst>
                      <p:childTnLst>
                        <p:par>
                          <p:cTn fill="hold" id="22">
                            <p:stCondLst>
                              <p:cond delay="0"/>
                            </p:stCondLst>
                            <p:childTnLst>
                              <p:par>
                                <p:cTn fill="hold" id="23" nodeType="clickEffect" presetClass="entr" presetID="2" presetSubtype="4">
                                  <p:stCondLst>
                                    <p:cond delay="0"/>
                                  </p:stCondLst>
                                  <p:childTnLst>
                                    <p:set>
                                      <p:cBhvr>
                                        <p:cTn dur="1" fill="hold" id="24">
                                          <p:stCondLst>
                                            <p:cond delay="0"/>
                                          </p:stCondLst>
                                        </p:cTn>
                                        <p:tgtEl>
                                          <p:spTgt spid="1048830">
                                            <p:txEl>
                                              <p:pRg st="4" end="4"/>
                                            </p:txEl>
                                          </p:spTgt>
                                        </p:tgtEl>
                                        <p:attrNameLst>
                                          <p:attrName>style.visibility</p:attrName>
                                        </p:attrNameLst>
                                      </p:cBhvr>
                                      <p:to>
                                        <p:strVal val="visible"/>
                                      </p:to>
                                    </p:set>
                                    <p:anim calcmode="lin" valueType="num">
                                      <p:cBhvr additive="base">
                                        <p:cTn dur="500" fill="hold" id="25"/>
                                        <p:tgtEl>
                                          <p:spTgt spid="1048830">
                                            <p:txEl>
                                              <p:pRg st="4" end="4"/>
                                            </p:txEl>
                                          </p:spTgt>
                                        </p:tgtEl>
                                        <p:attrNameLst>
                                          <p:attrName>ppt_x</p:attrName>
                                        </p:attrNameLst>
                                      </p:cBhvr>
                                      <p:tavLst>
                                        <p:tav tm="0">
                                          <p:val>
                                            <p:strVal val="#ppt_x"/>
                                          </p:val>
                                        </p:tav>
                                        <p:tav tm="100000">
                                          <p:val>
                                            <p:strVal val="#ppt_x"/>
                                          </p:val>
                                        </p:tav>
                                      </p:tavLst>
                                    </p:anim>
                                    <p:anim calcmode="lin" valueType="num">
                                      <p:cBhvr additive="base">
                                        <p:cTn dur="500" fill="hold" id="26"/>
                                        <p:tgtEl>
                                          <p:spTgt spid="1048830">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fill="hold" id="27">
                      <p:stCondLst>
                        <p:cond delay="indefinite"/>
                      </p:stCondLst>
                      <p:childTnLst>
                        <p:par>
                          <p:cTn fill="hold" id="28">
                            <p:stCondLst>
                              <p:cond delay="0"/>
                            </p:stCondLst>
                            <p:childTnLst>
                              <p:par>
                                <p:cTn fill="hold" id="29" nodeType="clickEffect" presetClass="entr" presetID="2" presetSubtype="4">
                                  <p:stCondLst>
                                    <p:cond delay="0"/>
                                  </p:stCondLst>
                                  <p:childTnLst>
                                    <p:set>
                                      <p:cBhvr>
                                        <p:cTn dur="1" fill="hold" id="30">
                                          <p:stCondLst>
                                            <p:cond delay="0"/>
                                          </p:stCondLst>
                                        </p:cTn>
                                        <p:tgtEl>
                                          <p:spTgt spid="1048830">
                                            <p:txEl>
                                              <p:pRg st="6" end="6"/>
                                            </p:txEl>
                                          </p:spTgt>
                                        </p:tgtEl>
                                        <p:attrNameLst>
                                          <p:attrName>style.visibility</p:attrName>
                                        </p:attrNameLst>
                                      </p:cBhvr>
                                      <p:to>
                                        <p:strVal val="visible"/>
                                      </p:to>
                                    </p:set>
                                    <p:anim calcmode="lin" valueType="num">
                                      <p:cBhvr additive="base">
                                        <p:cTn dur="500" fill="hold" id="31"/>
                                        <p:tgtEl>
                                          <p:spTgt spid="1048830">
                                            <p:txEl>
                                              <p:pRg st="6" end="6"/>
                                            </p:txEl>
                                          </p:spTgt>
                                        </p:tgtEl>
                                        <p:attrNameLst>
                                          <p:attrName>ppt_x</p:attrName>
                                        </p:attrNameLst>
                                      </p:cBhvr>
                                      <p:tavLst>
                                        <p:tav tm="0">
                                          <p:val>
                                            <p:strVal val="#ppt_x"/>
                                          </p:val>
                                        </p:tav>
                                        <p:tav tm="100000">
                                          <p:val>
                                            <p:strVal val="#ppt_x"/>
                                          </p:val>
                                        </p:tav>
                                      </p:tavLst>
                                    </p:anim>
                                    <p:anim calcmode="lin" valueType="num">
                                      <p:cBhvr additive="base">
                                        <p:cTn dur="500" fill="hold" id="32"/>
                                        <p:tgtEl>
                                          <p:spTgt spid="1048830">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fill="hold" id="33">
                      <p:stCondLst>
                        <p:cond delay="indefinite"/>
                      </p:stCondLst>
                      <p:childTnLst>
                        <p:par>
                          <p:cTn fill="hold" id="34">
                            <p:stCondLst>
                              <p:cond delay="0"/>
                            </p:stCondLst>
                            <p:childTnLst>
                              <p:par>
                                <p:cTn fill="hold" id="35" nodeType="clickEffect" presetClass="entr" presetID="2" presetSubtype="4">
                                  <p:stCondLst>
                                    <p:cond delay="0"/>
                                  </p:stCondLst>
                                  <p:childTnLst>
                                    <p:set>
                                      <p:cBhvr>
                                        <p:cTn dur="1" fill="hold" id="36">
                                          <p:stCondLst>
                                            <p:cond delay="0"/>
                                          </p:stCondLst>
                                        </p:cTn>
                                        <p:tgtEl>
                                          <p:spTgt spid="1048830">
                                            <p:txEl>
                                              <p:pRg st="8" end="8"/>
                                            </p:txEl>
                                          </p:spTgt>
                                        </p:tgtEl>
                                        <p:attrNameLst>
                                          <p:attrName>style.visibility</p:attrName>
                                        </p:attrNameLst>
                                      </p:cBhvr>
                                      <p:to>
                                        <p:strVal val="visible"/>
                                      </p:to>
                                    </p:set>
                                    <p:anim calcmode="lin" valueType="num">
                                      <p:cBhvr additive="base">
                                        <p:cTn dur="500" fill="hold" id="37"/>
                                        <p:tgtEl>
                                          <p:spTgt spid="1048830">
                                            <p:txEl>
                                              <p:pRg st="8" end="8"/>
                                            </p:txEl>
                                          </p:spTgt>
                                        </p:tgtEl>
                                        <p:attrNameLst>
                                          <p:attrName>ppt_x</p:attrName>
                                        </p:attrNameLst>
                                      </p:cBhvr>
                                      <p:tavLst>
                                        <p:tav tm="0">
                                          <p:val>
                                            <p:strVal val="#ppt_x"/>
                                          </p:val>
                                        </p:tav>
                                        <p:tav tm="100000">
                                          <p:val>
                                            <p:strVal val="#ppt_x"/>
                                          </p:val>
                                        </p:tav>
                                      </p:tavLst>
                                    </p:anim>
                                    <p:anim calcmode="lin" valueType="num">
                                      <p:cBhvr additive="base">
                                        <p:cTn dur="500" fill="hold" id="38"/>
                                        <p:tgtEl>
                                          <p:spTgt spid="1048830">
                                            <p:txEl>
                                              <p:pRg st="8" end="8"/>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227" name=""/>
        <p:cNvGrpSpPr/>
        <p:nvPr/>
      </p:nvGrpSpPr>
      <p:grpSpPr>
        <a:xfrm>
          <a:off x="0" y="0"/>
          <a:ext cx="0" cy="0"/>
          <a:chOff x="0" y="0"/>
          <a:chExt cx="0" cy="0"/>
        </a:xfrm>
      </p:grpSpPr>
      <p:sp>
        <p:nvSpPr>
          <p:cNvPr id="1048834" name="Title 3"/>
          <p:cNvSpPr>
            <a:spLocks noGrp="1"/>
          </p:cNvSpPr>
          <p:nvPr>
            <p:ph type="title"/>
          </p:nvPr>
        </p:nvSpPr>
        <p:spPr>
          <a:xfrm>
            <a:off x="0" y="0"/>
            <a:ext cx="2857488" cy="928670"/>
          </a:xfrm>
        </p:spPr>
        <p:txBody>
          <a:bodyPr>
            <a:normAutofit fontScale="90000"/>
          </a:bodyPr>
          <a:p>
            <a:pPr algn="ctr"/>
            <a:r>
              <a:rPr b="1" dirty="0" sz="4000" lang="en-GB" err="1" smtClean="0"/>
              <a:t>Psilotopsida</a:t>
            </a:r>
            <a:endParaRPr dirty="0" sz="4000" lang="en-GB"/>
          </a:p>
        </p:txBody>
      </p:sp>
      <p:sp>
        <p:nvSpPr>
          <p:cNvPr id="1048835" name="Text Placeholder 5"/>
          <p:cNvSpPr>
            <a:spLocks noGrp="1"/>
          </p:cNvSpPr>
          <p:nvPr>
            <p:ph type="body" sz="half" idx="2"/>
          </p:nvPr>
        </p:nvSpPr>
        <p:spPr>
          <a:xfrm>
            <a:off x="0" y="1500174"/>
            <a:ext cx="2857488" cy="5357826"/>
          </a:xfrm>
        </p:spPr>
        <p:txBody>
          <a:bodyPr>
            <a:normAutofit fontScale="95833" lnSpcReduction="20000"/>
          </a:bodyPr>
          <a:p>
            <a:pPr>
              <a:buFont typeface="Wingdings" pitchFamily="2" charset="2"/>
              <a:buChar char="§"/>
            </a:pPr>
            <a:r>
              <a:rPr dirty="0" sz="2800" lang="en-GB" smtClean="0">
                <a:solidFill>
                  <a:srgbClr val="FFFF00"/>
                </a:solidFill>
              </a:rPr>
              <a:t>commonly known as </a:t>
            </a:r>
            <a:r>
              <a:rPr b="1" dirty="0" sz="2800" lang="en-GB" smtClean="0">
                <a:solidFill>
                  <a:srgbClr val="FFFF00"/>
                </a:solidFill>
              </a:rPr>
              <a:t>Psilotophytes</a:t>
            </a:r>
          </a:p>
          <a:p>
            <a:pPr>
              <a:buFont typeface="Wingdings" pitchFamily="2" charset="2"/>
              <a:buChar char="§"/>
            </a:pPr>
            <a:endParaRPr b="1" dirty="0" sz="2800" lang="en-GB" smtClean="0">
              <a:solidFill>
                <a:srgbClr val="FFFF00"/>
              </a:solidFill>
            </a:endParaRPr>
          </a:p>
          <a:p>
            <a:pPr>
              <a:buFont typeface="Wingdings" pitchFamily="2" charset="2"/>
              <a:buChar char="§"/>
            </a:pPr>
            <a:r>
              <a:rPr dirty="0" sz="2800" lang="en-GB" smtClean="0">
                <a:solidFill>
                  <a:srgbClr val="FFFF00"/>
                </a:solidFill>
              </a:rPr>
              <a:t>They have poorly developed  plant body and absence of true roots but produces rhizoids</a:t>
            </a:r>
          </a:p>
          <a:p>
            <a:pPr>
              <a:buFont typeface="Wingdings" pitchFamily="2" charset="2"/>
              <a:buChar char="§"/>
            </a:pPr>
            <a:endParaRPr dirty="0" sz="2800" lang="en-GB" smtClean="0">
              <a:solidFill>
                <a:srgbClr val="FFFF00"/>
              </a:solidFill>
            </a:endParaRPr>
          </a:p>
          <a:p>
            <a:pPr>
              <a:buFont typeface="Wingdings" pitchFamily="2" charset="2"/>
              <a:buChar char="§"/>
            </a:pPr>
            <a:r>
              <a:rPr dirty="0" sz="2800" lang="en-GB" smtClean="0">
                <a:solidFill>
                  <a:srgbClr val="FFFF00"/>
                </a:solidFill>
              </a:rPr>
              <a:t>Their spores are homospores.</a:t>
            </a:r>
          </a:p>
          <a:p>
            <a:pPr>
              <a:buFont typeface="Wingdings" pitchFamily="2" charset="2"/>
              <a:buChar char="§"/>
            </a:pPr>
            <a:endParaRPr dirty="0" sz="2400" lang="en-GB">
              <a:solidFill>
                <a:srgbClr val="FFFF00"/>
              </a:solidFill>
            </a:endParaRPr>
          </a:p>
        </p:txBody>
      </p:sp>
      <p:pic>
        <p:nvPicPr>
          <p:cNvPr id="2097166" name="Picture 2" descr="psilotum"/>
          <p:cNvPicPr>
            <a:picLocks noChangeAspect="1" noGrp="1" noChangeArrowheads="1"/>
          </p:cNvPicPr>
          <p:nvPr>
            <p:ph type="pic" idx="1"/>
          </p:nvPr>
        </p:nvPicPr>
        <p:blipFill>
          <a:blip xmlns:r="http://schemas.openxmlformats.org/officeDocument/2006/relationships" r:embed="rId1" cstate="print"/>
          <a:srcRect l="1274" r="1274"/>
          <a:stretch>
            <a:fillRect/>
          </a:stretch>
        </p:blipFill>
        <p:spPr bwMode="auto">
          <a:prstGeom prst="rect"/>
          <a:noFill/>
          <a:ln w="9525">
            <a:noFill/>
            <a:miter lim="800000"/>
            <a:headEnd/>
            <a:tailEnd/>
          </a:ln>
        </p:spPr>
      </p:pic>
    </p:spTree>
  </p:cSld>
  <p:clrMapOvr>
    <a:masterClrMapping/>
  </p:clrMapOvr>
  <p:timing>
    <p:tnLst>
      <p:par>
        <p:cTn dur="indefinite" id="1" nodeType="tmRoot" restart="never">
          <p:childTnLst>
            <p:seq concurrent="1" nextAc="seek">
              <p:cTn dur="indefinite" id="2" nodeType="mainSeq">
                <p:childTnLst>
                  <p:par>
                    <p:cTn fill="hold" id="3">
                      <p:stCondLst>
                        <p:cond delay="indefinite"/>
                      </p:stCondLst>
                      <p:childTnLst>
                        <p:par>
                          <p:cTn fill="hold" id="4">
                            <p:stCondLst>
                              <p:cond delay="0"/>
                            </p:stCondLst>
                            <p:childTnLst>
                              <p:par>
                                <p:cTn fill="hold" grpId="0" id="5" nodeType="clickEffect" presetClass="entr" presetID="2" presetSubtype="4">
                                  <p:stCondLst>
                                    <p:cond delay="0"/>
                                  </p:stCondLst>
                                  <p:childTnLst>
                                    <p:set>
                                      <p:cBhvr>
                                        <p:cTn dur="1" fill="hold" id="6">
                                          <p:stCondLst>
                                            <p:cond delay="0"/>
                                          </p:stCondLst>
                                        </p:cTn>
                                        <p:tgtEl>
                                          <p:spTgt spid="1048834"/>
                                        </p:tgtEl>
                                        <p:attrNameLst>
                                          <p:attrName>style.visibility</p:attrName>
                                        </p:attrNameLst>
                                      </p:cBhvr>
                                      <p:to>
                                        <p:strVal val="visible"/>
                                      </p:to>
                                    </p:set>
                                    <p:anim calcmode="lin" valueType="num">
                                      <p:cBhvr additive="base">
                                        <p:cTn dur="500" fill="hold" id="7"/>
                                        <p:tgtEl>
                                          <p:spTgt spid="1048834"/>
                                        </p:tgtEl>
                                        <p:attrNameLst>
                                          <p:attrName>ppt_x</p:attrName>
                                        </p:attrNameLst>
                                      </p:cBhvr>
                                      <p:tavLst>
                                        <p:tav tm="0">
                                          <p:val>
                                            <p:strVal val="#ppt_x"/>
                                          </p:val>
                                        </p:tav>
                                        <p:tav tm="100000">
                                          <p:val>
                                            <p:strVal val="#ppt_x"/>
                                          </p:val>
                                        </p:tav>
                                      </p:tavLst>
                                    </p:anim>
                                    <p:anim calcmode="lin" valueType="num">
                                      <p:cBhvr additive="base">
                                        <p:cTn dur="500" fill="hold" id="8"/>
                                        <p:tgtEl>
                                          <p:spTgt spid="1048834"/>
                                        </p:tgtEl>
                                        <p:attrNameLst>
                                          <p:attrName>ppt_y</p:attrName>
                                        </p:attrNameLst>
                                      </p:cBhvr>
                                      <p:tavLst>
                                        <p:tav tm="0">
                                          <p:val>
                                            <p:strVal val="1+#ppt_h/2"/>
                                          </p:val>
                                        </p:tav>
                                        <p:tav tm="100000">
                                          <p:val>
                                            <p:strVal val="#ppt_y"/>
                                          </p:val>
                                        </p:tav>
                                      </p:tavLst>
                                    </p:anim>
                                  </p:childTnLst>
                                </p:cTn>
                              </p:par>
                            </p:childTnLst>
                          </p:cTn>
                        </p:par>
                      </p:childTnLst>
                    </p:cTn>
                  </p:par>
                  <p:par>
                    <p:cTn fill="hold" id="9">
                      <p:stCondLst>
                        <p:cond delay="indefinite"/>
                      </p:stCondLst>
                      <p:childTnLst>
                        <p:par>
                          <p:cTn fill="hold" id="10">
                            <p:stCondLst>
                              <p:cond delay="0"/>
                            </p:stCondLst>
                            <p:childTnLst>
                              <p:par>
                                <p:cTn fill="hold" id="11" nodeType="clickEffect" presetClass="entr" presetID="2" presetSubtype="4">
                                  <p:stCondLst>
                                    <p:cond delay="0"/>
                                  </p:stCondLst>
                                  <p:childTnLst>
                                    <p:set>
                                      <p:cBhvr>
                                        <p:cTn dur="1" fill="hold" id="12">
                                          <p:stCondLst>
                                            <p:cond delay="0"/>
                                          </p:stCondLst>
                                        </p:cTn>
                                        <p:tgtEl>
                                          <p:spTgt spid="1048835">
                                            <p:txEl>
                                              <p:pRg st="0" end="0"/>
                                            </p:txEl>
                                          </p:spTgt>
                                        </p:tgtEl>
                                        <p:attrNameLst>
                                          <p:attrName>style.visibility</p:attrName>
                                        </p:attrNameLst>
                                      </p:cBhvr>
                                      <p:to>
                                        <p:strVal val="visible"/>
                                      </p:to>
                                    </p:set>
                                    <p:anim calcmode="lin" valueType="num">
                                      <p:cBhvr additive="base">
                                        <p:cTn dur="500" fill="hold" id="13"/>
                                        <p:tgtEl>
                                          <p:spTgt spid="1048835">
                                            <p:txEl>
                                              <p:pRg st="0" end="0"/>
                                            </p:txEl>
                                          </p:spTgt>
                                        </p:tgtEl>
                                        <p:attrNameLst>
                                          <p:attrName>ppt_x</p:attrName>
                                        </p:attrNameLst>
                                      </p:cBhvr>
                                      <p:tavLst>
                                        <p:tav tm="0">
                                          <p:val>
                                            <p:strVal val="#ppt_x"/>
                                          </p:val>
                                        </p:tav>
                                        <p:tav tm="100000">
                                          <p:val>
                                            <p:strVal val="#ppt_x"/>
                                          </p:val>
                                        </p:tav>
                                      </p:tavLst>
                                    </p:anim>
                                    <p:anim calcmode="lin" valueType="num">
                                      <p:cBhvr additive="base">
                                        <p:cTn dur="500" fill="hold" id="14"/>
                                        <p:tgtEl>
                                          <p:spTgt spid="1048835">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fill="hold" id="15">
                      <p:stCondLst>
                        <p:cond delay="indefinite"/>
                      </p:stCondLst>
                      <p:childTnLst>
                        <p:par>
                          <p:cTn fill="hold" id="16">
                            <p:stCondLst>
                              <p:cond delay="0"/>
                            </p:stCondLst>
                            <p:childTnLst>
                              <p:par>
                                <p:cTn fill="hold" id="17" nodeType="clickEffect" presetClass="entr" presetID="2" presetSubtype="4">
                                  <p:stCondLst>
                                    <p:cond delay="0"/>
                                  </p:stCondLst>
                                  <p:childTnLst>
                                    <p:set>
                                      <p:cBhvr>
                                        <p:cTn dur="1" fill="hold" id="18">
                                          <p:stCondLst>
                                            <p:cond delay="0"/>
                                          </p:stCondLst>
                                        </p:cTn>
                                        <p:tgtEl>
                                          <p:spTgt spid="1048835">
                                            <p:txEl>
                                              <p:pRg st="2" end="2"/>
                                            </p:txEl>
                                          </p:spTgt>
                                        </p:tgtEl>
                                        <p:attrNameLst>
                                          <p:attrName>style.visibility</p:attrName>
                                        </p:attrNameLst>
                                      </p:cBhvr>
                                      <p:to>
                                        <p:strVal val="visible"/>
                                      </p:to>
                                    </p:set>
                                    <p:anim calcmode="lin" valueType="num">
                                      <p:cBhvr additive="base">
                                        <p:cTn dur="500" fill="hold" id="19"/>
                                        <p:tgtEl>
                                          <p:spTgt spid="1048835">
                                            <p:txEl>
                                              <p:pRg st="2" end="2"/>
                                            </p:txEl>
                                          </p:spTgt>
                                        </p:tgtEl>
                                        <p:attrNameLst>
                                          <p:attrName>ppt_x</p:attrName>
                                        </p:attrNameLst>
                                      </p:cBhvr>
                                      <p:tavLst>
                                        <p:tav tm="0">
                                          <p:val>
                                            <p:strVal val="#ppt_x"/>
                                          </p:val>
                                        </p:tav>
                                        <p:tav tm="100000">
                                          <p:val>
                                            <p:strVal val="#ppt_x"/>
                                          </p:val>
                                        </p:tav>
                                      </p:tavLst>
                                    </p:anim>
                                    <p:anim calcmode="lin" valueType="num">
                                      <p:cBhvr additive="base">
                                        <p:cTn dur="500" fill="hold" id="20"/>
                                        <p:tgtEl>
                                          <p:spTgt spid="1048835">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fill="hold" id="21">
                      <p:stCondLst>
                        <p:cond delay="indefinite"/>
                      </p:stCondLst>
                      <p:childTnLst>
                        <p:par>
                          <p:cTn fill="hold" id="22">
                            <p:stCondLst>
                              <p:cond delay="0"/>
                            </p:stCondLst>
                            <p:childTnLst>
                              <p:par>
                                <p:cTn fill="hold" id="23" nodeType="clickEffect" presetClass="entr" presetID="2" presetSubtype="4">
                                  <p:stCondLst>
                                    <p:cond delay="0"/>
                                  </p:stCondLst>
                                  <p:childTnLst>
                                    <p:set>
                                      <p:cBhvr>
                                        <p:cTn dur="1" fill="hold" id="24">
                                          <p:stCondLst>
                                            <p:cond delay="0"/>
                                          </p:stCondLst>
                                        </p:cTn>
                                        <p:tgtEl>
                                          <p:spTgt spid="1048835">
                                            <p:txEl>
                                              <p:pRg st="4" end="4"/>
                                            </p:txEl>
                                          </p:spTgt>
                                        </p:tgtEl>
                                        <p:attrNameLst>
                                          <p:attrName>style.visibility</p:attrName>
                                        </p:attrNameLst>
                                      </p:cBhvr>
                                      <p:to>
                                        <p:strVal val="visible"/>
                                      </p:to>
                                    </p:set>
                                    <p:anim calcmode="lin" valueType="num">
                                      <p:cBhvr additive="base">
                                        <p:cTn dur="500" fill="hold" id="25"/>
                                        <p:tgtEl>
                                          <p:spTgt spid="1048835">
                                            <p:txEl>
                                              <p:pRg st="4" end="4"/>
                                            </p:txEl>
                                          </p:spTgt>
                                        </p:tgtEl>
                                        <p:attrNameLst>
                                          <p:attrName>ppt_x</p:attrName>
                                        </p:attrNameLst>
                                      </p:cBhvr>
                                      <p:tavLst>
                                        <p:tav tm="0">
                                          <p:val>
                                            <p:strVal val="#ppt_x"/>
                                          </p:val>
                                        </p:tav>
                                        <p:tav tm="100000">
                                          <p:val>
                                            <p:strVal val="#ppt_x"/>
                                          </p:val>
                                        </p:tav>
                                      </p:tavLst>
                                    </p:anim>
                                    <p:anim calcmode="lin" valueType="num">
                                      <p:cBhvr additive="base">
                                        <p:cTn dur="500" fill="hold" id="26"/>
                                        <p:tgtEl>
                                          <p:spTgt spid="1048835">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fill="hold" id="27">
                      <p:stCondLst>
                        <p:cond delay="indefinite"/>
                      </p:stCondLst>
                      <p:childTnLst>
                        <p:par>
                          <p:cTn fill="hold" id="28">
                            <p:stCondLst>
                              <p:cond delay="0"/>
                            </p:stCondLst>
                            <p:childTnLst>
                              <p:par>
                                <p:cTn fill="hold" id="29" nodeType="clickEffect" presetClass="entr" presetID="2" presetSubtype="4">
                                  <p:stCondLst>
                                    <p:cond delay="0"/>
                                  </p:stCondLst>
                                  <p:childTnLst>
                                    <p:set>
                                      <p:cBhvr>
                                        <p:cTn dur="1" fill="hold" id="30">
                                          <p:stCondLst>
                                            <p:cond delay="0"/>
                                          </p:stCondLst>
                                        </p:cTn>
                                        <p:tgtEl>
                                          <p:spTgt spid="2097166"/>
                                        </p:tgtEl>
                                        <p:attrNameLst>
                                          <p:attrName>style.visibility</p:attrName>
                                        </p:attrNameLst>
                                      </p:cBhvr>
                                      <p:to>
                                        <p:strVal val="visible"/>
                                      </p:to>
                                    </p:set>
                                    <p:anim calcmode="lin" valueType="num">
                                      <p:cBhvr additive="base">
                                        <p:cTn dur="500" fill="hold" id="31"/>
                                        <p:tgtEl>
                                          <p:spTgt spid="2097166"/>
                                        </p:tgtEl>
                                        <p:attrNameLst>
                                          <p:attrName>ppt_x</p:attrName>
                                        </p:attrNameLst>
                                      </p:cBhvr>
                                      <p:tavLst>
                                        <p:tav tm="0">
                                          <p:val>
                                            <p:strVal val="#ppt_x"/>
                                          </p:val>
                                        </p:tav>
                                        <p:tav tm="100000">
                                          <p:val>
                                            <p:strVal val="#ppt_x"/>
                                          </p:val>
                                        </p:tav>
                                      </p:tavLst>
                                    </p:anim>
                                    <p:anim calcmode="lin" valueType="num">
                                      <p:cBhvr additive="base">
                                        <p:cTn dur="500" fill="hold" id="32"/>
                                        <p:tgtEl>
                                          <p:spTgt spid="209716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48834" grpId="0"/>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230" name=""/>
        <p:cNvGrpSpPr/>
        <p:nvPr/>
      </p:nvGrpSpPr>
      <p:grpSpPr>
        <a:xfrm>
          <a:off x="0" y="0"/>
          <a:ext cx="0" cy="0"/>
          <a:chOff x="0" y="0"/>
          <a:chExt cx="0" cy="0"/>
        </a:xfrm>
      </p:grpSpPr>
      <p:sp>
        <p:nvSpPr>
          <p:cNvPr id="1048839" name="Title 1"/>
          <p:cNvSpPr>
            <a:spLocks noGrp="1"/>
          </p:cNvSpPr>
          <p:nvPr>
            <p:ph type="title"/>
          </p:nvPr>
        </p:nvSpPr>
        <p:spPr>
          <a:xfrm>
            <a:off x="0" y="0"/>
            <a:ext cx="2857488" cy="1133856"/>
          </a:xfrm>
        </p:spPr>
        <p:txBody>
          <a:bodyPr>
            <a:noAutofit/>
          </a:bodyPr>
          <a:p>
            <a:pPr algn="ctr"/>
            <a:r>
              <a:rPr b="1" dirty="0" sz="4000" lang="en-GB" err="1" smtClean="0"/>
              <a:t>Lycopsida</a:t>
            </a:r>
            <a:r>
              <a:rPr b="1" dirty="0" sz="4000" lang="en-GB" smtClean="0"/>
              <a:t>: </a:t>
            </a:r>
            <a:endParaRPr dirty="0" sz="4000" lang="en-GB"/>
          </a:p>
        </p:txBody>
      </p:sp>
      <p:sp>
        <p:nvSpPr>
          <p:cNvPr id="1048840" name="Text Placeholder 3"/>
          <p:cNvSpPr>
            <a:spLocks noGrp="1"/>
          </p:cNvSpPr>
          <p:nvPr>
            <p:ph type="body" sz="half" idx="2"/>
          </p:nvPr>
        </p:nvSpPr>
        <p:spPr>
          <a:xfrm>
            <a:off x="0" y="1500174"/>
            <a:ext cx="2857488" cy="5357826"/>
          </a:xfrm>
        </p:spPr>
        <p:txBody>
          <a:bodyPr>
            <a:normAutofit/>
          </a:bodyPr>
          <a:p>
            <a:pPr>
              <a:buFont typeface="Wingdings" pitchFamily="2" charset="2"/>
              <a:buChar char="§"/>
            </a:pPr>
            <a:r>
              <a:rPr dirty="0" sz="2400" lang="en-GB" smtClean="0">
                <a:solidFill>
                  <a:srgbClr val="FFFF00"/>
                </a:solidFill>
              </a:rPr>
              <a:t>They are called club mosses.</a:t>
            </a:r>
          </a:p>
          <a:p>
            <a:pPr>
              <a:buFont typeface="Wingdings" pitchFamily="2" charset="2"/>
              <a:buChar char="§"/>
            </a:pPr>
            <a:r>
              <a:rPr dirty="0" sz="2400" lang="en-GB" smtClean="0">
                <a:solidFill>
                  <a:srgbClr val="FFFF00"/>
                </a:solidFill>
              </a:rPr>
              <a:t>Their leaves are small and simple. Each is known as a </a:t>
            </a:r>
            <a:r>
              <a:rPr dirty="0" sz="2400" lang="en-GB" err="1" smtClean="0">
                <a:solidFill>
                  <a:srgbClr val="FFFF00"/>
                </a:solidFill>
              </a:rPr>
              <a:t>microphyl</a:t>
            </a:r>
            <a:r>
              <a:rPr dirty="0" sz="2400" lang="en-GB" smtClean="0">
                <a:solidFill>
                  <a:srgbClr val="FFFF00"/>
                </a:solidFill>
              </a:rPr>
              <a:t>. </a:t>
            </a:r>
          </a:p>
          <a:p>
            <a:pPr>
              <a:buFont typeface="Wingdings" pitchFamily="2" charset="2"/>
              <a:buChar char="§"/>
            </a:pPr>
            <a:r>
              <a:rPr dirty="0" sz="2400" lang="en-GB" smtClean="0">
                <a:solidFill>
                  <a:srgbClr val="FFFF00"/>
                </a:solidFill>
              </a:rPr>
              <a:t>Their sporangia may be homosporous or heterosporous. </a:t>
            </a:r>
          </a:p>
          <a:p>
            <a:pPr>
              <a:buFont typeface="Wingdings" pitchFamily="2" charset="2"/>
              <a:buChar char="§"/>
            </a:pPr>
            <a:r>
              <a:rPr dirty="0" sz="2400" lang="en-GB" smtClean="0">
                <a:solidFill>
                  <a:srgbClr val="FFFF00"/>
                </a:solidFill>
              </a:rPr>
              <a:t>Examples include </a:t>
            </a:r>
            <a:r>
              <a:rPr dirty="0" sz="2400" i="1" lang="en-GB" err="1" smtClean="0">
                <a:solidFill>
                  <a:srgbClr val="FFFF00"/>
                </a:solidFill>
              </a:rPr>
              <a:t>Lycopodium</a:t>
            </a:r>
            <a:r>
              <a:rPr dirty="0" sz="2400" lang="en-GB" smtClean="0">
                <a:solidFill>
                  <a:srgbClr val="FFFF00"/>
                </a:solidFill>
              </a:rPr>
              <a:t> and </a:t>
            </a:r>
            <a:r>
              <a:rPr dirty="0" sz="2400" i="1" lang="en-GB" err="1" smtClean="0">
                <a:solidFill>
                  <a:srgbClr val="FFFF00"/>
                </a:solidFill>
              </a:rPr>
              <a:t>Selaginella</a:t>
            </a:r>
            <a:endParaRPr dirty="0" sz="2400" lang="en-GB">
              <a:solidFill>
                <a:srgbClr val="FFFF00"/>
              </a:solidFill>
            </a:endParaRPr>
          </a:p>
        </p:txBody>
      </p:sp>
      <p:pic>
        <p:nvPicPr>
          <p:cNvPr id="2097167" name="Picture 2" descr="lycopodium"/>
          <p:cNvPicPr>
            <a:picLocks noChangeAspect="1" noGrp="1" noChangeArrowheads="1"/>
          </p:cNvPicPr>
          <p:nvPr>
            <p:ph type="pic" idx="1"/>
          </p:nvPr>
        </p:nvPicPr>
        <p:blipFill>
          <a:blip xmlns:r="http://schemas.openxmlformats.org/officeDocument/2006/relationships" r:embed="rId1" cstate="print"/>
          <a:srcRect t="21705" b="21705"/>
          <a:stretch>
            <a:fillRect/>
          </a:stretch>
        </p:blipFill>
        <p:spPr bwMode="auto">
          <a:prstGeom prst="rect"/>
          <a:noFill/>
          <a:ln w="9525">
            <a:noFill/>
            <a:miter lim="800000"/>
            <a:headEnd/>
            <a:tailEnd/>
          </a:ln>
        </p:spPr>
      </p:pic>
    </p:spTree>
  </p:cSld>
  <p:clrMapOvr>
    <a:masterClrMapping/>
  </p:clrMapOvr>
  <p:timing>
    <p:tnLst>
      <p:par>
        <p:cTn dur="indefinite" id="1" nodeType="tmRoot" restart="never">
          <p:childTnLst>
            <p:seq concurrent="1" nextAc="seek">
              <p:cTn dur="indefinite" id="2" nodeType="mainSeq">
                <p:childTnLst>
                  <p:par>
                    <p:cTn fill="hold" id="3">
                      <p:stCondLst>
                        <p:cond delay="indefinite"/>
                      </p:stCondLst>
                      <p:childTnLst>
                        <p:par>
                          <p:cTn fill="hold" id="4">
                            <p:stCondLst>
                              <p:cond delay="0"/>
                            </p:stCondLst>
                            <p:childTnLst>
                              <p:par>
                                <p:cTn fill="hold" grpId="0" id="5" nodeType="clickEffect" presetClass="entr" presetID="2" presetSubtype="4">
                                  <p:stCondLst>
                                    <p:cond delay="0"/>
                                  </p:stCondLst>
                                  <p:childTnLst>
                                    <p:set>
                                      <p:cBhvr>
                                        <p:cTn dur="1" fill="hold" id="6">
                                          <p:stCondLst>
                                            <p:cond delay="0"/>
                                          </p:stCondLst>
                                        </p:cTn>
                                        <p:tgtEl>
                                          <p:spTgt spid="1048839"/>
                                        </p:tgtEl>
                                        <p:attrNameLst>
                                          <p:attrName>style.visibility</p:attrName>
                                        </p:attrNameLst>
                                      </p:cBhvr>
                                      <p:to>
                                        <p:strVal val="visible"/>
                                      </p:to>
                                    </p:set>
                                    <p:anim calcmode="lin" valueType="num">
                                      <p:cBhvr additive="base">
                                        <p:cTn dur="500" fill="hold" id="7"/>
                                        <p:tgtEl>
                                          <p:spTgt spid="1048839"/>
                                        </p:tgtEl>
                                        <p:attrNameLst>
                                          <p:attrName>ppt_x</p:attrName>
                                        </p:attrNameLst>
                                      </p:cBhvr>
                                      <p:tavLst>
                                        <p:tav tm="0">
                                          <p:val>
                                            <p:strVal val="#ppt_x"/>
                                          </p:val>
                                        </p:tav>
                                        <p:tav tm="100000">
                                          <p:val>
                                            <p:strVal val="#ppt_x"/>
                                          </p:val>
                                        </p:tav>
                                      </p:tavLst>
                                    </p:anim>
                                    <p:anim calcmode="lin" valueType="num">
                                      <p:cBhvr additive="base">
                                        <p:cTn dur="500" fill="hold" id="8"/>
                                        <p:tgtEl>
                                          <p:spTgt spid="1048839"/>
                                        </p:tgtEl>
                                        <p:attrNameLst>
                                          <p:attrName>ppt_y</p:attrName>
                                        </p:attrNameLst>
                                      </p:cBhvr>
                                      <p:tavLst>
                                        <p:tav tm="0">
                                          <p:val>
                                            <p:strVal val="1+#ppt_h/2"/>
                                          </p:val>
                                        </p:tav>
                                        <p:tav tm="100000">
                                          <p:val>
                                            <p:strVal val="#ppt_y"/>
                                          </p:val>
                                        </p:tav>
                                      </p:tavLst>
                                    </p:anim>
                                  </p:childTnLst>
                                </p:cTn>
                              </p:par>
                            </p:childTnLst>
                          </p:cTn>
                        </p:par>
                      </p:childTnLst>
                    </p:cTn>
                  </p:par>
                  <p:par>
                    <p:cTn fill="hold" id="9">
                      <p:stCondLst>
                        <p:cond delay="indefinite"/>
                      </p:stCondLst>
                      <p:childTnLst>
                        <p:par>
                          <p:cTn fill="hold" id="10">
                            <p:stCondLst>
                              <p:cond delay="0"/>
                            </p:stCondLst>
                            <p:childTnLst>
                              <p:par>
                                <p:cTn fill="hold" id="11" nodeType="clickEffect" presetClass="entr" presetID="2" presetSubtype="4">
                                  <p:stCondLst>
                                    <p:cond delay="0"/>
                                  </p:stCondLst>
                                  <p:childTnLst>
                                    <p:set>
                                      <p:cBhvr>
                                        <p:cTn dur="1" fill="hold" id="12">
                                          <p:stCondLst>
                                            <p:cond delay="0"/>
                                          </p:stCondLst>
                                        </p:cTn>
                                        <p:tgtEl>
                                          <p:spTgt spid="1048840">
                                            <p:txEl>
                                              <p:pRg st="0" end="0"/>
                                            </p:txEl>
                                          </p:spTgt>
                                        </p:tgtEl>
                                        <p:attrNameLst>
                                          <p:attrName>style.visibility</p:attrName>
                                        </p:attrNameLst>
                                      </p:cBhvr>
                                      <p:to>
                                        <p:strVal val="visible"/>
                                      </p:to>
                                    </p:set>
                                    <p:anim calcmode="lin" valueType="num">
                                      <p:cBhvr additive="base">
                                        <p:cTn dur="500" fill="hold" id="13"/>
                                        <p:tgtEl>
                                          <p:spTgt spid="1048840">
                                            <p:txEl>
                                              <p:pRg st="0" end="0"/>
                                            </p:txEl>
                                          </p:spTgt>
                                        </p:tgtEl>
                                        <p:attrNameLst>
                                          <p:attrName>ppt_x</p:attrName>
                                        </p:attrNameLst>
                                      </p:cBhvr>
                                      <p:tavLst>
                                        <p:tav tm="0">
                                          <p:val>
                                            <p:strVal val="#ppt_x"/>
                                          </p:val>
                                        </p:tav>
                                        <p:tav tm="100000">
                                          <p:val>
                                            <p:strVal val="#ppt_x"/>
                                          </p:val>
                                        </p:tav>
                                      </p:tavLst>
                                    </p:anim>
                                    <p:anim calcmode="lin" valueType="num">
                                      <p:cBhvr additive="base">
                                        <p:cTn dur="500" fill="hold" id="14"/>
                                        <p:tgtEl>
                                          <p:spTgt spid="1048840">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fill="hold" id="15">
                      <p:stCondLst>
                        <p:cond delay="indefinite"/>
                      </p:stCondLst>
                      <p:childTnLst>
                        <p:par>
                          <p:cTn fill="hold" id="16">
                            <p:stCondLst>
                              <p:cond delay="0"/>
                            </p:stCondLst>
                            <p:childTnLst>
                              <p:par>
                                <p:cTn fill="hold" id="17" nodeType="clickEffect" presetClass="entr" presetID="2" presetSubtype="4">
                                  <p:stCondLst>
                                    <p:cond delay="0"/>
                                  </p:stCondLst>
                                  <p:childTnLst>
                                    <p:set>
                                      <p:cBhvr>
                                        <p:cTn dur="1" fill="hold" id="18">
                                          <p:stCondLst>
                                            <p:cond delay="0"/>
                                          </p:stCondLst>
                                        </p:cTn>
                                        <p:tgtEl>
                                          <p:spTgt spid="1048840">
                                            <p:txEl>
                                              <p:pRg st="1" end="1"/>
                                            </p:txEl>
                                          </p:spTgt>
                                        </p:tgtEl>
                                        <p:attrNameLst>
                                          <p:attrName>style.visibility</p:attrName>
                                        </p:attrNameLst>
                                      </p:cBhvr>
                                      <p:to>
                                        <p:strVal val="visible"/>
                                      </p:to>
                                    </p:set>
                                    <p:anim calcmode="lin" valueType="num">
                                      <p:cBhvr additive="base">
                                        <p:cTn dur="500" fill="hold" id="19"/>
                                        <p:tgtEl>
                                          <p:spTgt spid="1048840">
                                            <p:txEl>
                                              <p:pRg st="1" end="1"/>
                                            </p:txEl>
                                          </p:spTgt>
                                        </p:tgtEl>
                                        <p:attrNameLst>
                                          <p:attrName>ppt_x</p:attrName>
                                        </p:attrNameLst>
                                      </p:cBhvr>
                                      <p:tavLst>
                                        <p:tav tm="0">
                                          <p:val>
                                            <p:strVal val="#ppt_x"/>
                                          </p:val>
                                        </p:tav>
                                        <p:tav tm="100000">
                                          <p:val>
                                            <p:strVal val="#ppt_x"/>
                                          </p:val>
                                        </p:tav>
                                      </p:tavLst>
                                    </p:anim>
                                    <p:anim calcmode="lin" valueType="num">
                                      <p:cBhvr additive="base">
                                        <p:cTn dur="500" fill="hold" id="20"/>
                                        <p:tgtEl>
                                          <p:spTgt spid="1048840">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fill="hold" id="21">
                      <p:stCondLst>
                        <p:cond delay="indefinite"/>
                      </p:stCondLst>
                      <p:childTnLst>
                        <p:par>
                          <p:cTn fill="hold" id="22">
                            <p:stCondLst>
                              <p:cond delay="0"/>
                            </p:stCondLst>
                            <p:childTnLst>
                              <p:par>
                                <p:cTn fill="hold" id="23" nodeType="clickEffect" presetClass="entr" presetID="2" presetSubtype="4">
                                  <p:stCondLst>
                                    <p:cond delay="0"/>
                                  </p:stCondLst>
                                  <p:childTnLst>
                                    <p:set>
                                      <p:cBhvr>
                                        <p:cTn dur="1" fill="hold" id="24">
                                          <p:stCondLst>
                                            <p:cond delay="0"/>
                                          </p:stCondLst>
                                        </p:cTn>
                                        <p:tgtEl>
                                          <p:spTgt spid="1048840">
                                            <p:txEl>
                                              <p:pRg st="2" end="2"/>
                                            </p:txEl>
                                          </p:spTgt>
                                        </p:tgtEl>
                                        <p:attrNameLst>
                                          <p:attrName>style.visibility</p:attrName>
                                        </p:attrNameLst>
                                      </p:cBhvr>
                                      <p:to>
                                        <p:strVal val="visible"/>
                                      </p:to>
                                    </p:set>
                                    <p:anim calcmode="lin" valueType="num">
                                      <p:cBhvr additive="base">
                                        <p:cTn dur="500" fill="hold" id="25"/>
                                        <p:tgtEl>
                                          <p:spTgt spid="1048840">
                                            <p:txEl>
                                              <p:pRg st="2" end="2"/>
                                            </p:txEl>
                                          </p:spTgt>
                                        </p:tgtEl>
                                        <p:attrNameLst>
                                          <p:attrName>ppt_x</p:attrName>
                                        </p:attrNameLst>
                                      </p:cBhvr>
                                      <p:tavLst>
                                        <p:tav tm="0">
                                          <p:val>
                                            <p:strVal val="#ppt_x"/>
                                          </p:val>
                                        </p:tav>
                                        <p:tav tm="100000">
                                          <p:val>
                                            <p:strVal val="#ppt_x"/>
                                          </p:val>
                                        </p:tav>
                                      </p:tavLst>
                                    </p:anim>
                                    <p:anim calcmode="lin" valueType="num">
                                      <p:cBhvr additive="base">
                                        <p:cTn dur="500" fill="hold" id="26"/>
                                        <p:tgtEl>
                                          <p:spTgt spid="1048840">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fill="hold" id="27">
                      <p:stCondLst>
                        <p:cond delay="indefinite"/>
                      </p:stCondLst>
                      <p:childTnLst>
                        <p:par>
                          <p:cTn fill="hold" id="28">
                            <p:stCondLst>
                              <p:cond delay="0"/>
                            </p:stCondLst>
                            <p:childTnLst>
                              <p:par>
                                <p:cTn fill="hold" id="29" nodeType="clickEffect" presetClass="entr" presetID="2" presetSubtype="4">
                                  <p:stCondLst>
                                    <p:cond delay="0"/>
                                  </p:stCondLst>
                                  <p:childTnLst>
                                    <p:set>
                                      <p:cBhvr>
                                        <p:cTn dur="1" fill="hold" id="30">
                                          <p:stCondLst>
                                            <p:cond delay="0"/>
                                          </p:stCondLst>
                                        </p:cTn>
                                        <p:tgtEl>
                                          <p:spTgt spid="1048840">
                                            <p:txEl>
                                              <p:pRg st="3" end="3"/>
                                            </p:txEl>
                                          </p:spTgt>
                                        </p:tgtEl>
                                        <p:attrNameLst>
                                          <p:attrName>style.visibility</p:attrName>
                                        </p:attrNameLst>
                                      </p:cBhvr>
                                      <p:to>
                                        <p:strVal val="visible"/>
                                      </p:to>
                                    </p:set>
                                    <p:anim calcmode="lin" valueType="num">
                                      <p:cBhvr additive="base">
                                        <p:cTn dur="500" fill="hold" id="31"/>
                                        <p:tgtEl>
                                          <p:spTgt spid="1048840">
                                            <p:txEl>
                                              <p:pRg st="3" end="3"/>
                                            </p:txEl>
                                          </p:spTgt>
                                        </p:tgtEl>
                                        <p:attrNameLst>
                                          <p:attrName>ppt_x</p:attrName>
                                        </p:attrNameLst>
                                      </p:cBhvr>
                                      <p:tavLst>
                                        <p:tav tm="0">
                                          <p:val>
                                            <p:strVal val="#ppt_x"/>
                                          </p:val>
                                        </p:tav>
                                        <p:tav tm="100000">
                                          <p:val>
                                            <p:strVal val="#ppt_x"/>
                                          </p:val>
                                        </p:tav>
                                      </p:tavLst>
                                    </p:anim>
                                    <p:anim calcmode="lin" valueType="num">
                                      <p:cBhvr additive="base">
                                        <p:cTn dur="500" fill="hold" id="32"/>
                                        <p:tgtEl>
                                          <p:spTgt spid="1048840">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48839" grpId="0"/>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233" name=""/>
        <p:cNvGrpSpPr/>
        <p:nvPr/>
      </p:nvGrpSpPr>
      <p:grpSpPr>
        <a:xfrm>
          <a:off x="0" y="0"/>
          <a:ext cx="0" cy="0"/>
          <a:chOff x="0" y="0"/>
          <a:chExt cx="0" cy="0"/>
        </a:xfrm>
      </p:grpSpPr>
      <p:sp>
        <p:nvSpPr>
          <p:cNvPr id="1048844" name="Title 1"/>
          <p:cNvSpPr>
            <a:spLocks noGrp="1"/>
          </p:cNvSpPr>
          <p:nvPr>
            <p:ph type="title"/>
          </p:nvPr>
        </p:nvSpPr>
        <p:spPr>
          <a:xfrm>
            <a:off x="0" y="0"/>
            <a:ext cx="2857488" cy="1071546"/>
          </a:xfrm>
        </p:spPr>
        <p:txBody>
          <a:bodyPr>
            <a:normAutofit/>
          </a:bodyPr>
          <a:p>
            <a:pPr algn="ctr"/>
            <a:r>
              <a:rPr b="1" dirty="0" sz="3200" lang="en-GB" err="1" smtClean="0"/>
              <a:t>Sphenopsida</a:t>
            </a:r>
            <a:endParaRPr dirty="0" sz="3200" lang="en-GB"/>
          </a:p>
        </p:txBody>
      </p:sp>
      <p:sp>
        <p:nvSpPr>
          <p:cNvPr id="1048845" name="Text Placeholder 3"/>
          <p:cNvSpPr>
            <a:spLocks noGrp="1"/>
          </p:cNvSpPr>
          <p:nvPr>
            <p:ph type="body" sz="half" idx="2"/>
          </p:nvPr>
        </p:nvSpPr>
        <p:spPr>
          <a:xfrm>
            <a:off x="0" y="1500174"/>
            <a:ext cx="2857488" cy="5357826"/>
          </a:xfrm>
        </p:spPr>
        <p:txBody>
          <a:bodyPr>
            <a:normAutofit fontScale="95000" lnSpcReduction="10000"/>
          </a:bodyPr>
          <a:p>
            <a:pPr>
              <a:buFont typeface="Wingdings" pitchFamily="2" charset="2"/>
              <a:buChar char="§"/>
            </a:pPr>
            <a:r>
              <a:rPr dirty="0" sz="2400" lang="en-GB" smtClean="0">
                <a:solidFill>
                  <a:srgbClr val="FFFF00"/>
                </a:solidFill>
              </a:rPr>
              <a:t>They are known as </a:t>
            </a:r>
            <a:r>
              <a:rPr b="1" dirty="0" sz="2400" lang="en-GB" smtClean="0">
                <a:solidFill>
                  <a:srgbClr val="FFFF00"/>
                </a:solidFill>
              </a:rPr>
              <a:t>horsetails. </a:t>
            </a:r>
          </a:p>
          <a:p>
            <a:pPr>
              <a:buFont typeface="Wingdings" pitchFamily="2" charset="2"/>
              <a:buChar char="§"/>
            </a:pPr>
            <a:endParaRPr b="1" dirty="0" sz="2400" lang="en-GB" smtClean="0">
              <a:solidFill>
                <a:srgbClr val="FFFF00"/>
              </a:solidFill>
            </a:endParaRPr>
          </a:p>
          <a:p>
            <a:pPr>
              <a:buFont typeface="Wingdings" pitchFamily="2" charset="2"/>
              <a:buChar char="§"/>
            </a:pPr>
            <a:r>
              <a:rPr dirty="0" sz="2400" lang="en-GB" smtClean="0">
                <a:solidFill>
                  <a:srgbClr val="FFFF00"/>
                </a:solidFill>
              </a:rPr>
              <a:t>The sporangia are borne on special structures called strobili or cones. </a:t>
            </a:r>
          </a:p>
          <a:p>
            <a:pPr>
              <a:buFont typeface="Wingdings" pitchFamily="2" charset="2"/>
              <a:buChar char="§"/>
            </a:pPr>
            <a:endParaRPr dirty="0" sz="2400" lang="en-GB" smtClean="0">
              <a:solidFill>
                <a:srgbClr val="FFFF00"/>
              </a:solidFill>
            </a:endParaRPr>
          </a:p>
          <a:p>
            <a:pPr>
              <a:buFont typeface="Wingdings" pitchFamily="2" charset="2"/>
              <a:buChar char="§"/>
            </a:pPr>
            <a:r>
              <a:rPr dirty="0" sz="2400" lang="en-GB" smtClean="0">
                <a:solidFill>
                  <a:srgbClr val="FFFF00"/>
                </a:solidFill>
              </a:rPr>
              <a:t>Most of them are homosporous. The leaves are small (scale-like) and in whorls at the nodes of the stem which is aerial or its branches.</a:t>
            </a:r>
          </a:p>
          <a:p>
            <a:endParaRPr dirty="0" sz="2000" lang="en-GB"/>
          </a:p>
        </p:txBody>
      </p:sp>
      <p:pic>
        <p:nvPicPr>
          <p:cNvPr id="2097168" name="Picture 2" descr="horsetails"/>
          <p:cNvPicPr>
            <a:picLocks noChangeAspect="1" noGrp="1" noChangeArrowheads="1"/>
          </p:cNvPicPr>
          <p:nvPr>
            <p:ph type="pic" idx="1"/>
          </p:nvPr>
        </p:nvPicPr>
        <p:blipFill>
          <a:blip xmlns:r="http://schemas.openxmlformats.org/officeDocument/2006/relationships" r:embed="rId1" cstate="print"/>
          <a:srcRect t="14205" b="14205"/>
          <a:stretch>
            <a:fillRect/>
          </a:stretch>
        </p:blipFill>
        <p:spPr bwMode="auto">
          <a:prstGeom prst="rect"/>
          <a:noFill/>
          <a:ln w="9525">
            <a:noFill/>
            <a:miter lim="800000"/>
            <a:headEnd/>
            <a:tailEnd/>
          </a:ln>
        </p:spPr>
      </p:pic>
    </p:spTree>
  </p:cSld>
  <p:clrMapOvr>
    <a:masterClrMapping/>
  </p:clrMapOvr>
  <p:timing>
    <p:tnLst>
      <p:par>
        <p:cTn dur="indefinite" id="1" nodeType="tmRoot" restart="never">
          <p:childTnLst>
            <p:seq concurrent="1" nextAc="seek">
              <p:cTn dur="indefinite" id="2" nodeType="mainSeq">
                <p:childTnLst>
                  <p:par>
                    <p:cTn fill="hold" id="3">
                      <p:stCondLst>
                        <p:cond delay="indefinite"/>
                      </p:stCondLst>
                      <p:childTnLst>
                        <p:par>
                          <p:cTn fill="hold" id="4">
                            <p:stCondLst>
                              <p:cond delay="0"/>
                            </p:stCondLst>
                            <p:childTnLst>
                              <p:par>
                                <p:cTn fill="hold" grpId="0" id="5" nodeType="clickEffect" presetClass="entr" presetID="2" presetSubtype="4">
                                  <p:stCondLst>
                                    <p:cond delay="0"/>
                                  </p:stCondLst>
                                  <p:childTnLst>
                                    <p:set>
                                      <p:cBhvr>
                                        <p:cTn dur="1" fill="hold" id="6">
                                          <p:stCondLst>
                                            <p:cond delay="0"/>
                                          </p:stCondLst>
                                        </p:cTn>
                                        <p:tgtEl>
                                          <p:spTgt spid="1048844"/>
                                        </p:tgtEl>
                                        <p:attrNameLst>
                                          <p:attrName>style.visibility</p:attrName>
                                        </p:attrNameLst>
                                      </p:cBhvr>
                                      <p:to>
                                        <p:strVal val="visible"/>
                                      </p:to>
                                    </p:set>
                                    <p:anim calcmode="lin" valueType="num">
                                      <p:cBhvr additive="base">
                                        <p:cTn dur="500" fill="hold" id="7"/>
                                        <p:tgtEl>
                                          <p:spTgt spid="1048844"/>
                                        </p:tgtEl>
                                        <p:attrNameLst>
                                          <p:attrName>ppt_x</p:attrName>
                                        </p:attrNameLst>
                                      </p:cBhvr>
                                      <p:tavLst>
                                        <p:tav tm="0">
                                          <p:val>
                                            <p:strVal val="#ppt_x"/>
                                          </p:val>
                                        </p:tav>
                                        <p:tav tm="100000">
                                          <p:val>
                                            <p:strVal val="#ppt_x"/>
                                          </p:val>
                                        </p:tav>
                                      </p:tavLst>
                                    </p:anim>
                                    <p:anim calcmode="lin" valueType="num">
                                      <p:cBhvr additive="base">
                                        <p:cTn dur="500" fill="hold" id="8"/>
                                        <p:tgtEl>
                                          <p:spTgt spid="1048844"/>
                                        </p:tgtEl>
                                        <p:attrNameLst>
                                          <p:attrName>ppt_y</p:attrName>
                                        </p:attrNameLst>
                                      </p:cBhvr>
                                      <p:tavLst>
                                        <p:tav tm="0">
                                          <p:val>
                                            <p:strVal val="1+#ppt_h/2"/>
                                          </p:val>
                                        </p:tav>
                                        <p:tav tm="100000">
                                          <p:val>
                                            <p:strVal val="#ppt_y"/>
                                          </p:val>
                                        </p:tav>
                                      </p:tavLst>
                                    </p:anim>
                                  </p:childTnLst>
                                </p:cTn>
                              </p:par>
                            </p:childTnLst>
                          </p:cTn>
                        </p:par>
                      </p:childTnLst>
                    </p:cTn>
                  </p:par>
                  <p:par>
                    <p:cTn fill="hold" id="9">
                      <p:stCondLst>
                        <p:cond delay="indefinite"/>
                      </p:stCondLst>
                      <p:childTnLst>
                        <p:par>
                          <p:cTn fill="hold" id="10">
                            <p:stCondLst>
                              <p:cond delay="0"/>
                            </p:stCondLst>
                            <p:childTnLst>
                              <p:par>
                                <p:cTn fill="hold" id="11" nodeType="clickEffect" presetClass="entr" presetID="2" presetSubtype="4">
                                  <p:stCondLst>
                                    <p:cond delay="0"/>
                                  </p:stCondLst>
                                  <p:childTnLst>
                                    <p:set>
                                      <p:cBhvr>
                                        <p:cTn dur="1" fill="hold" id="12">
                                          <p:stCondLst>
                                            <p:cond delay="0"/>
                                          </p:stCondLst>
                                        </p:cTn>
                                        <p:tgtEl>
                                          <p:spTgt spid="1048845">
                                            <p:txEl>
                                              <p:pRg st="0" end="0"/>
                                            </p:txEl>
                                          </p:spTgt>
                                        </p:tgtEl>
                                        <p:attrNameLst>
                                          <p:attrName>style.visibility</p:attrName>
                                        </p:attrNameLst>
                                      </p:cBhvr>
                                      <p:to>
                                        <p:strVal val="visible"/>
                                      </p:to>
                                    </p:set>
                                    <p:anim calcmode="lin" valueType="num">
                                      <p:cBhvr additive="base">
                                        <p:cTn dur="500" fill="hold" id="13"/>
                                        <p:tgtEl>
                                          <p:spTgt spid="1048845">
                                            <p:txEl>
                                              <p:pRg st="0" end="0"/>
                                            </p:txEl>
                                          </p:spTgt>
                                        </p:tgtEl>
                                        <p:attrNameLst>
                                          <p:attrName>ppt_x</p:attrName>
                                        </p:attrNameLst>
                                      </p:cBhvr>
                                      <p:tavLst>
                                        <p:tav tm="0">
                                          <p:val>
                                            <p:strVal val="#ppt_x"/>
                                          </p:val>
                                        </p:tav>
                                        <p:tav tm="100000">
                                          <p:val>
                                            <p:strVal val="#ppt_x"/>
                                          </p:val>
                                        </p:tav>
                                      </p:tavLst>
                                    </p:anim>
                                    <p:anim calcmode="lin" valueType="num">
                                      <p:cBhvr additive="base">
                                        <p:cTn dur="500" fill="hold" id="14"/>
                                        <p:tgtEl>
                                          <p:spTgt spid="1048845">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fill="hold" id="15">
                      <p:stCondLst>
                        <p:cond delay="indefinite"/>
                      </p:stCondLst>
                      <p:childTnLst>
                        <p:par>
                          <p:cTn fill="hold" id="16">
                            <p:stCondLst>
                              <p:cond delay="0"/>
                            </p:stCondLst>
                            <p:childTnLst>
                              <p:par>
                                <p:cTn fill="hold" id="17" nodeType="clickEffect" presetClass="entr" presetID="2" presetSubtype="4">
                                  <p:stCondLst>
                                    <p:cond delay="0"/>
                                  </p:stCondLst>
                                  <p:childTnLst>
                                    <p:set>
                                      <p:cBhvr>
                                        <p:cTn dur="1" fill="hold" id="18">
                                          <p:stCondLst>
                                            <p:cond delay="0"/>
                                          </p:stCondLst>
                                        </p:cTn>
                                        <p:tgtEl>
                                          <p:spTgt spid="1048845">
                                            <p:txEl>
                                              <p:pRg st="2" end="2"/>
                                            </p:txEl>
                                          </p:spTgt>
                                        </p:tgtEl>
                                        <p:attrNameLst>
                                          <p:attrName>style.visibility</p:attrName>
                                        </p:attrNameLst>
                                      </p:cBhvr>
                                      <p:to>
                                        <p:strVal val="visible"/>
                                      </p:to>
                                    </p:set>
                                    <p:anim calcmode="lin" valueType="num">
                                      <p:cBhvr additive="base">
                                        <p:cTn dur="500" fill="hold" id="19"/>
                                        <p:tgtEl>
                                          <p:spTgt spid="1048845">
                                            <p:txEl>
                                              <p:pRg st="2" end="2"/>
                                            </p:txEl>
                                          </p:spTgt>
                                        </p:tgtEl>
                                        <p:attrNameLst>
                                          <p:attrName>ppt_x</p:attrName>
                                        </p:attrNameLst>
                                      </p:cBhvr>
                                      <p:tavLst>
                                        <p:tav tm="0">
                                          <p:val>
                                            <p:strVal val="#ppt_x"/>
                                          </p:val>
                                        </p:tav>
                                        <p:tav tm="100000">
                                          <p:val>
                                            <p:strVal val="#ppt_x"/>
                                          </p:val>
                                        </p:tav>
                                      </p:tavLst>
                                    </p:anim>
                                    <p:anim calcmode="lin" valueType="num">
                                      <p:cBhvr additive="base">
                                        <p:cTn dur="500" fill="hold" id="20"/>
                                        <p:tgtEl>
                                          <p:spTgt spid="1048845">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fill="hold" id="21">
                      <p:stCondLst>
                        <p:cond delay="indefinite"/>
                      </p:stCondLst>
                      <p:childTnLst>
                        <p:par>
                          <p:cTn fill="hold" id="22">
                            <p:stCondLst>
                              <p:cond delay="0"/>
                            </p:stCondLst>
                            <p:childTnLst>
                              <p:par>
                                <p:cTn fill="hold" id="23" nodeType="clickEffect" presetClass="entr" presetID="2" presetSubtype="4">
                                  <p:stCondLst>
                                    <p:cond delay="0"/>
                                  </p:stCondLst>
                                  <p:childTnLst>
                                    <p:set>
                                      <p:cBhvr>
                                        <p:cTn dur="1" fill="hold" id="24">
                                          <p:stCondLst>
                                            <p:cond delay="0"/>
                                          </p:stCondLst>
                                        </p:cTn>
                                        <p:tgtEl>
                                          <p:spTgt spid="1048845">
                                            <p:txEl>
                                              <p:pRg st="4" end="4"/>
                                            </p:txEl>
                                          </p:spTgt>
                                        </p:tgtEl>
                                        <p:attrNameLst>
                                          <p:attrName>style.visibility</p:attrName>
                                        </p:attrNameLst>
                                      </p:cBhvr>
                                      <p:to>
                                        <p:strVal val="visible"/>
                                      </p:to>
                                    </p:set>
                                    <p:anim calcmode="lin" valueType="num">
                                      <p:cBhvr additive="base">
                                        <p:cTn dur="500" fill="hold" id="25"/>
                                        <p:tgtEl>
                                          <p:spTgt spid="1048845">
                                            <p:txEl>
                                              <p:pRg st="4" end="4"/>
                                            </p:txEl>
                                          </p:spTgt>
                                        </p:tgtEl>
                                        <p:attrNameLst>
                                          <p:attrName>ppt_x</p:attrName>
                                        </p:attrNameLst>
                                      </p:cBhvr>
                                      <p:tavLst>
                                        <p:tav tm="0">
                                          <p:val>
                                            <p:strVal val="#ppt_x"/>
                                          </p:val>
                                        </p:tav>
                                        <p:tav tm="100000">
                                          <p:val>
                                            <p:strVal val="#ppt_x"/>
                                          </p:val>
                                        </p:tav>
                                      </p:tavLst>
                                    </p:anim>
                                    <p:anim calcmode="lin" valueType="num">
                                      <p:cBhvr additive="base">
                                        <p:cTn dur="500" fill="hold" id="26"/>
                                        <p:tgtEl>
                                          <p:spTgt spid="1048845">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fill="hold" id="27">
                      <p:stCondLst>
                        <p:cond delay="indefinite"/>
                      </p:stCondLst>
                      <p:childTnLst>
                        <p:par>
                          <p:cTn fill="hold" id="28">
                            <p:stCondLst>
                              <p:cond delay="0"/>
                            </p:stCondLst>
                            <p:childTnLst>
                              <p:par>
                                <p:cTn fill="hold" id="29" nodeType="clickEffect" presetClass="entr" presetID="2" presetSubtype="4">
                                  <p:stCondLst>
                                    <p:cond delay="0"/>
                                  </p:stCondLst>
                                  <p:childTnLst>
                                    <p:set>
                                      <p:cBhvr>
                                        <p:cTn dur="1" fill="hold" id="30">
                                          <p:stCondLst>
                                            <p:cond delay="0"/>
                                          </p:stCondLst>
                                        </p:cTn>
                                        <p:tgtEl>
                                          <p:spTgt spid="2097168"/>
                                        </p:tgtEl>
                                        <p:attrNameLst>
                                          <p:attrName>style.visibility</p:attrName>
                                        </p:attrNameLst>
                                      </p:cBhvr>
                                      <p:to>
                                        <p:strVal val="visible"/>
                                      </p:to>
                                    </p:set>
                                    <p:anim calcmode="lin" valueType="num">
                                      <p:cBhvr additive="base">
                                        <p:cTn dur="500" fill="hold" id="31"/>
                                        <p:tgtEl>
                                          <p:spTgt spid="2097168"/>
                                        </p:tgtEl>
                                        <p:attrNameLst>
                                          <p:attrName>ppt_x</p:attrName>
                                        </p:attrNameLst>
                                      </p:cBhvr>
                                      <p:tavLst>
                                        <p:tav tm="0">
                                          <p:val>
                                            <p:strVal val="#ppt_x"/>
                                          </p:val>
                                        </p:tav>
                                        <p:tav tm="100000">
                                          <p:val>
                                            <p:strVal val="#ppt_x"/>
                                          </p:val>
                                        </p:tav>
                                      </p:tavLst>
                                    </p:anim>
                                    <p:anim calcmode="lin" valueType="num">
                                      <p:cBhvr additive="base">
                                        <p:cTn dur="500" fill="hold" id="32"/>
                                        <p:tgtEl>
                                          <p:spTgt spid="209716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48844" grpId="0"/>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236" name=""/>
        <p:cNvGrpSpPr/>
        <p:nvPr/>
      </p:nvGrpSpPr>
      <p:grpSpPr>
        <a:xfrm>
          <a:off x="0" y="0"/>
          <a:ext cx="0" cy="0"/>
          <a:chOff x="0" y="0"/>
          <a:chExt cx="0" cy="0"/>
        </a:xfrm>
      </p:grpSpPr>
      <p:sp>
        <p:nvSpPr>
          <p:cNvPr id="1048849" name="Title 1"/>
          <p:cNvSpPr>
            <a:spLocks noGrp="1"/>
          </p:cNvSpPr>
          <p:nvPr>
            <p:ph type="title"/>
          </p:nvPr>
        </p:nvSpPr>
        <p:spPr>
          <a:xfrm>
            <a:off x="0" y="0"/>
            <a:ext cx="2857488" cy="1133856"/>
          </a:xfrm>
        </p:spPr>
        <p:txBody>
          <a:bodyPr>
            <a:noAutofit/>
          </a:bodyPr>
          <a:p>
            <a:pPr algn="ctr"/>
            <a:r>
              <a:rPr b="1" dirty="0" sz="4400" lang="en-GB" smtClean="0"/>
              <a:t> </a:t>
            </a:r>
            <a:r>
              <a:rPr b="1" dirty="0" sz="4400" lang="en-GB" err="1" smtClean="0"/>
              <a:t>Pteropsida</a:t>
            </a:r>
            <a:endParaRPr dirty="0" sz="4400" lang="en-GB"/>
          </a:p>
        </p:txBody>
      </p:sp>
      <p:sp>
        <p:nvSpPr>
          <p:cNvPr id="1048850" name="Text Placeholder 3"/>
          <p:cNvSpPr>
            <a:spLocks noGrp="1"/>
          </p:cNvSpPr>
          <p:nvPr>
            <p:ph type="body" sz="half" idx="2"/>
          </p:nvPr>
        </p:nvSpPr>
        <p:spPr>
          <a:xfrm>
            <a:off x="0" y="1500174"/>
            <a:ext cx="2786050" cy="5357826"/>
          </a:xfrm>
        </p:spPr>
        <p:txBody>
          <a:bodyPr>
            <a:noAutofit/>
          </a:bodyPr>
          <a:p>
            <a:pPr>
              <a:buFont typeface="Wingdings" pitchFamily="2" charset="2"/>
              <a:buChar char="§"/>
            </a:pPr>
            <a:r>
              <a:rPr dirty="0" sz="1800" lang="en-GB" smtClean="0">
                <a:solidFill>
                  <a:srgbClr val="FFFF00"/>
                </a:solidFill>
              </a:rPr>
              <a:t>These are commonly called ferns.</a:t>
            </a:r>
          </a:p>
          <a:p>
            <a:pPr>
              <a:buFont typeface="Wingdings" pitchFamily="2" charset="2"/>
              <a:buChar char="§"/>
            </a:pPr>
            <a:r>
              <a:rPr dirty="0" sz="1800" lang="en-GB" smtClean="0">
                <a:solidFill>
                  <a:srgbClr val="FFFF00"/>
                </a:solidFill>
              </a:rPr>
              <a:t> They posses large leaves called megaphylls.</a:t>
            </a:r>
          </a:p>
          <a:p>
            <a:pPr>
              <a:buFont typeface="Wingdings" pitchFamily="2" charset="2"/>
              <a:buChar char="§"/>
            </a:pPr>
            <a:r>
              <a:rPr dirty="0" sz="1800" lang="en-GB" smtClean="0">
                <a:solidFill>
                  <a:srgbClr val="FFFF00"/>
                </a:solidFill>
              </a:rPr>
              <a:t> The ferns produced numerous adventitious roots called rhizome.</a:t>
            </a:r>
          </a:p>
          <a:p>
            <a:pPr>
              <a:buFont typeface="Wingdings" pitchFamily="2" charset="2"/>
              <a:buChar char="§"/>
            </a:pPr>
            <a:r>
              <a:rPr dirty="0" sz="1800" lang="en-GB" smtClean="0">
                <a:solidFill>
                  <a:srgbClr val="FFFF00"/>
                </a:solidFill>
              </a:rPr>
              <a:t> Ferns exhibit </a:t>
            </a:r>
            <a:r>
              <a:rPr b="1" dirty="0" sz="1800" lang="en-GB" smtClean="0">
                <a:solidFill>
                  <a:srgbClr val="FFFF00"/>
                </a:solidFill>
              </a:rPr>
              <a:t>circinate venation </a:t>
            </a:r>
            <a:r>
              <a:rPr dirty="0" sz="1800" lang="en-GB" smtClean="0">
                <a:solidFill>
                  <a:srgbClr val="FFFF00"/>
                </a:solidFill>
              </a:rPr>
              <a:t>which is the rolling up of the young fern blade or crozier.</a:t>
            </a:r>
          </a:p>
          <a:p>
            <a:pPr>
              <a:buFont typeface="Wingdings" pitchFamily="2" charset="2"/>
              <a:buChar char="§"/>
            </a:pPr>
            <a:r>
              <a:rPr dirty="0" sz="1800" lang="en-GB" smtClean="0">
                <a:solidFill>
                  <a:srgbClr val="FFFF00"/>
                </a:solidFill>
              </a:rPr>
              <a:t> They are either homosporous or heterosporous. </a:t>
            </a:r>
          </a:p>
          <a:p>
            <a:pPr>
              <a:buFont typeface="Wingdings" pitchFamily="2" charset="2"/>
              <a:buChar char="§"/>
            </a:pPr>
            <a:r>
              <a:rPr dirty="0" sz="1800" lang="en-GB" smtClean="0">
                <a:solidFill>
                  <a:srgbClr val="FFFF00"/>
                </a:solidFill>
              </a:rPr>
              <a:t>Their </a:t>
            </a:r>
            <a:r>
              <a:rPr b="1" dirty="0" sz="1800" lang="en-GB" smtClean="0">
                <a:solidFill>
                  <a:srgbClr val="FFFF00"/>
                </a:solidFill>
              </a:rPr>
              <a:t>sporangia</a:t>
            </a:r>
            <a:r>
              <a:rPr dirty="0" sz="1800" lang="en-GB" smtClean="0">
                <a:solidFill>
                  <a:srgbClr val="FFFF00"/>
                </a:solidFill>
              </a:rPr>
              <a:t> are found in groups called </a:t>
            </a:r>
            <a:r>
              <a:rPr b="1" dirty="0" sz="1800" lang="en-GB" smtClean="0">
                <a:solidFill>
                  <a:srgbClr val="FFFF00"/>
                </a:solidFill>
              </a:rPr>
              <a:t>sori </a:t>
            </a:r>
          </a:p>
          <a:p>
            <a:pPr>
              <a:buFont typeface="Wingdings" pitchFamily="2" charset="2"/>
              <a:buChar char="§"/>
            </a:pPr>
            <a:r>
              <a:rPr dirty="0" sz="1800" lang="en-GB" smtClean="0">
                <a:solidFill>
                  <a:srgbClr val="FFFF00"/>
                </a:solidFill>
              </a:rPr>
              <a:t>. Examples include </a:t>
            </a:r>
            <a:r>
              <a:rPr dirty="0" sz="1800" i="1" lang="en-GB" err="1" smtClean="0">
                <a:solidFill>
                  <a:srgbClr val="FFFF00"/>
                </a:solidFill>
              </a:rPr>
              <a:t>Dryopteris</a:t>
            </a:r>
            <a:r>
              <a:rPr dirty="0" sz="1800" i="1" lang="en-GB" smtClean="0">
                <a:solidFill>
                  <a:srgbClr val="FFFF00"/>
                </a:solidFill>
              </a:rPr>
              <a:t>, </a:t>
            </a:r>
            <a:r>
              <a:rPr dirty="0" sz="1800" i="1" lang="en-GB" err="1" smtClean="0">
                <a:solidFill>
                  <a:srgbClr val="FFFF00"/>
                </a:solidFill>
              </a:rPr>
              <a:t>Nephrolepis</a:t>
            </a:r>
            <a:r>
              <a:rPr dirty="0" sz="1800" i="1" lang="en-GB" smtClean="0">
                <a:solidFill>
                  <a:srgbClr val="FFFF00"/>
                </a:solidFill>
              </a:rPr>
              <a:t>, </a:t>
            </a:r>
            <a:r>
              <a:rPr dirty="0" sz="1800" i="1" lang="en-GB" err="1" smtClean="0">
                <a:solidFill>
                  <a:srgbClr val="FFFF00"/>
                </a:solidFill>
              </a:rPr>
              <a:t>Pteridium</a:t>
            </a:r>
            <a:r>
              <a:rPr dirty="0" sz="1800" i="1" lang="en-GB" smtClean="0">
                <a:solidFill>
                  <a:srgbClr val="FFFF00"/>
                </a:solidFill>
              </a:rPr>
              <a:t>, </a:t>
            </a:r>
            <a:r>
              <a:rPr dirty="0" sz="1800" i="1" lang="en-GB" err="1" smtClean="0">
                <a:solidFill>
                  <a:srgbClr val="FFFF00"/>
                </a:solidFill>
              </a:rPr>
              <a:t>Platycerium</a:t>
            </a:r>
            <a:endParaRPr dirty="0" sz="1800" lang="en-GB">
              <a:solidFill>
                <a:srgbClr val="FFFF00"/>
              </a:solidFill>
            </a:endParaRPr>
          </a:p>
        </p:txBody>
      </p:sp>
      <p:pic>
        <p:nvPicPr>
          <p:cNvPr id="2097169" name="Picture 2" descr="ferns1"/>
          <p:cNvPicPr>
            <a:picLocks noChangeAspect="1" noGrp="1" noChangeArrowheads="1"/>
          </p:cNvPicPr>
          <p:nvPr>
            <p:ph type="pic" idx="1"/>
          </p:nvPr>
        </p:nvPicPr>
        <p:blipFill>
          <a:blip xmlns:r="http://schemas.openxmlformats.org/officeDocument/2006/relationships" r:embed="rId1" cstate="print"/>
          <a:srcRect t="18592" b="18592"/>
          <a:stretch>
            <a:fillRect/>
          </a:stretch>
        </p:blipFill>
        <p:spPr bwMode="auto">
          <a:prstGeom prst="rect"/>
          <a:noFill/>
          <a:ln w="9525">
            <a:noFill/>
            <a:miter lim="800000"/>
            <a:headEnd/>
            <a:tailEnd/>
          </a:ln>
        </p:spPr>
      </p:pic>
    </p:spTree>
  </p:cSld>
  <p:clrMapOvr>
    <a:masterClrMapping/>
  </p:clrMapOvr>
  <p:timing>
    <p:tnLst>
      <p:par>
        <p:cTn dur="indefinite" id="1" nodeType="tmRoot" restart="never">
          <p:childTnLst>
            <p:seq concurrent="1" nextAc="seek">
              <p:cTn dur="indefinite" id="2" nodeType="mainSeq">
                <p:childTnLst>
                  <p:par>
                    <p:cTn fill="hold" id="3">
                      <p:stCondLst>
                        <p:cond delay="indefinite"/>
                      </p:stCondLst>
                      <p:childTnLst>
                        <p:par>
                          <p:cTn fill="hold" id="4">
                            <p:stCondLst>
                              <p:cond delay="0"/>
                            </p:stCondLst>
                            <p:childTnLst>
                              <p:par>
                                <p:cTn fill="hold" grpId="0" id="5" nodeType="clickEffect" presetClass="entr" presetID="2" presetSubtype="4">
                                  <p:stCondLst>
                                    <p:cond delay="0"/>
                                  </p:stCondLst>
                                  <p:childTnLst>
                                    <p:set>
                                      <p:cBhvr>
                                        <p:cTn dur="1" fill="hold" id="6">
                                          <p:stCondLst>
                                            <p:cond delay="0"/>
                                          </p:stCondLst>
                                        </p:cTn>
                                        <p:tgtEl>
                                          <p:spTgt spid="1048849"/>
                                        </p:tgtEl>
                                        <p:attrNameLst>
                                          <p:attrName>style.visibility</p:attrName>
                                        </p:attrNameLst>
                                      </p:cBhvr>
                                      <p:to>
                                        <p:strVal val="visible"/>
                                      </p:to>
                                    </p:set>
                                    <p:anim calcmode="lin" valueType="num">
                                      <p:cBhvr additive="base">
                                        <p:cTn dur="500" fill="hold" id="7"/>
                                        <p:tgtEl>
                                          <p:spTgt spid="1048849"/>
                                        </p:tgtEl>
                                        <p:attrNameLst>
                                          <p:attrName>ppt_x</p:attrName>
                                        </p:attrNameLst>
                                      </p:cBhvr>
                                      <p:tavLst>
                                        <p:tav tm="0">
                                          <p:val>
                                            <p:strVal val="#ppt_x"/>
                                          </p:val>
                                        </p:tav>
                                        <p:tav tm="100000">
                                          <p:val>
                                            <p:strVal val="#ppt_x"/>
                                          </p:val>
                                        </p:tav>
                                      </p:tavLst>
                                    </p:anim>
                                    <p:anim calcmode="lin" valueType="num">
                                      <p:cBhvr additive="base">
                                        <p:cTn dur="500" fill="hold" id="8"/>
                                        <p:tgtEl>
                                          <p:spTgt spid="1048849"/>
                                        </p:tgtEl>
                                        <p:attrNameLst>
                                          <p:attrName>ppt_y</p:attrName>
                                        </p:attrNameLst>
                                      </p:cBhvr>
                                      <p:tavLst>
                                        <p:tav tm="0">
                                          <p:val>
                                            <p:strVal val="1+#ppt_h/2"/>
                                          </p:val>
                                        </p:tav>
                                        <p:tav tm="100000">
                                          <p:val>
                                            <p:strVal val="#ppt_y"/>
                                          </p:val>
                                        </p:tav>
                                      </p:tavLst>
                                    </p:anim>
                                  </p:childTnLst>
                                </p:cTn>
                              </p:par>
                            </p:childTnLst>
                          </p:cTn>
                        </p:par>
                      </p:childTnLst>
                    </p:cTn>
                  </p:par>
                  <p:par>
                    <p:cTn fill="hold" id="9">
                      <p:stCondLst>
                        <p:cond delay="indefinite"/>
                      </p:stCondLst>
                      <p:childTnLst>
                        <p:par>
                          <p:cTn fill="hold" id="10">
                            <p:stCondLst>
                              <p:cond delay="0"/>
                            </p:stCondLst>
                            <p:childTnLst>
                              <p:par>
                                <p:cTn fill="hold" id="11" nodeType="clickEffect" presetClass="entr" presetID="2" presetSubtype="4">
                                  <p:stCondLst>
                                    <p:cond delay="0"/>
                                  </p:stCondLst>
                                  <p:childTnLst>
                                    <p:set>
                                      <p:cBhvr>
                                        <p:cTn dur="1" fill="hold" id="12">
                                          <p:stCondLst>
                                            <p:cond delay="0"/>
                                          </p:stCondLst>
                                        </p:cTn>
                                        <p:tgtEl>
                                          <p:spTgt spid="1048850">
                                            <p:txEl>
                                              <p:pRg st="0" end="0"/>
                                            </p:txEl>
                                          </p:spTgt>
                                        </p:tgtEl>
                                        <p:attrNameLst>
                                          <p:attrName>style.visibility</p:attrName>
                                        </p:attrNameLst>
                                      </p:cBhvr>
                                      <p:to>
                                        <p:strVal val="visible"/>
                                      </p:to>
                                    </p:set>
                                    <p:anim calcmode="lin" valueType="num">
                                      <p:cBhvr additive="base">
                                        <p:cTn dur="500" fill="hold" id="13"/>
                                        <p:tgtEl>
                                          <p:spTgt spid="1048850">
                                            <p:txEl>
                                              <p:pRg st="0" end="0"/>
                                            </p:txEl>
                                          </p:spTgt>
                                        </p:tgtEl>
                                        <p:attrNameLst>
                                          <p:attrName>ppt_x</p:attrName>
                                        </p:attrNameLst>
                                      </p:cBhvr>
                                      <p:tavLst>
                                        <p:tav tm="0">
                                          <p:val>
                                            <p:strVal val="#ppt_x"/>
                                          </p:val>
                                        </p:tav>
                                        <p:tav tm="100000">
                                          <p:val>
                                            <p:strVal val="#ppt_x"/>
                                          </p:val>
                                        </p:tav>
                                      </p:tavLst>
                                    </p:anim>
                                    <p:anim calcmode="lin" valueType="num">
                                      <p:cBhvr additive="base">
                                        <p:cTn dur="500" fill="hold" id="14"/>
                                        <p:tgtEl>
                                          <p:spTgt spid="1048850">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fill="hold" id="15">
                      <p:stCondLst>
                        <p:cond delay="indefinite"/>
                      </p:stCondLst>
                      <p:childTnLst>
                        <p:par>
                          <p:cTn fill="hold" id="16">
                            <p:stCondLst>
                              <p:cond delay="0"/>
                            </p:stCondLst>
                            <p:childTnLst>
                              <p:par>
                                <p:cTn fill="hold" id="17" nodeType="clickEffect" presetClass="entr" presetID="2" presetSubtype="4">
                                  <p:stCondLst>
                                    <p:cond delay="0"/>
                                  </p:stCondLst>
                                  <p:childTnLst>
                                    <p:set>
                                      <p:cBhvr>
                                        <p:cTn dur="1" fill="hold" id="18">
                                          <p:stCondLst>
                                            <p:cond delay="0"/>
                                          </p:stCondLst>
                                        </p:cTn>
                                        <p:tgtEl>
                                          <p:spTgt spid="1048850">
                                            <p:txEl>
                                              <p:pRg st="1" end="1"/>
                                            </p:txEl>
                                          </p:spTgt>
                                        </p:tgtEl>
                                        <p:attrNameLst>
                                          <p:attrName>style.visibility</p:attrName>
                                        </p:attrNameLst>
                                      </p:cBhvr>
                                      <p:to>
                                        <p:strVal val="visible"/>
                                      </p:to>
                                    </p:set>
                                    <p:anim calcmode="lin" valueType="num">
                                      <p:cBhvr additive="base">
                                        <p:cTn dur="500" fill="hold" id="19"/>
                                        <p:tgtEl>
                                          <p:spTgt spid="1048850">
                                            <p:txEl>
                                              <p:pRg st="1" end="1"/>
                                            </p:txEl>
                                          </p:spTgt>
                                        </p:tgtEl>
                                        <p:attrNameLst>
                                          <p:attrName>ppt_x</p:attrName>
                                        </p:attrNameLst>
                                      </p:cBhvr>
                                      <p:tavLst>
                                        <p:tav tm="0">
                                          <p:val>
                                            <p:strVal val="#ppt_x"/>
                                          </p:val>
                                        </p:tav>
                                        <p:tav tm="100000">
                                          <p:val>
                                            <p:strVal val="#ppt_x"/>
                                          </p:val>
                                        </p:tav>
                                      </p:tavLst>
                                    </p:anim>
                                    <p:anim calcmode="lin" valueType="num">
                                      <p:cBhvr additive="base">
                                        <p:cTn dur="500" fill="hold" id="20"/>
                                        <p:tgtEl>
                                          <p:spTgt spid="1048850">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fill="hold" id="21">
                      <p:stCondLst>
                        <p:cond delay="indefinite"/>
                      </p:stCondLst>
                      <p:childTnLst>
                        <p:par>
                          <p:cTn fill="hold" id="22">
                            <p:stCondLst>
                              <p:cond delay="0"/>
                            </p:stCondLst>
                            <p:childTnLst>
                              <p:par>
                                <p:cTn fill="hold" id="23" nodeType="clickEffect" presetClass="entr" presetID="2" presetSubtype="4">
                                  <p:stCondLst>
                                    <p:cond delay="0"/>
                                  </p:stCondLst>
                                  <p:childTnLst>
                                    <p:set>
                                      <p:cBhvr>
                                        <p:cTn dur="1" fill="hold" id="24">
                                          <p:stCondLst>
                                            <p:cond delay="0"/>
                                          </p:stCondLst>
                                        </p:cTn>
                                        <p:tgtEl>
                                          <p:spTgt spid="1048850">
                                            <p:txEl>
                                              <p:pRg st="2" end="2"/>
                                            </p:txEl>
                                          </p:spTgt>
                                        </p:tgtEl>
                                        <p:attrNameLst>
                                          <p:attrName>style.visibility</p:attrName>
                                        </p:attrNameLst>
                                      </p:cBhvr>
                                      <p:to>
                                        <p:strVal val="visible"/>
                                      </p:to>
                                    </p:set>
                                    <p:anim calcmode="lin" valueType="num">
                                      <p:cBhvr additive="base">
                                        <p:cTn dur="500" fill="hold" id="25"/>
                                        <p:tgtEl>
                                          <p:spTgt spid="1048850">
                                            <p:txEl>
                                              <p:pRg st="2" end="2"/>
                                            </p:txEl>
                                          </p:spTgt>
                                        </p:tgtEl>
                                        <p:attrNameLst>
                                          <p:attrName>ppt_x</p:attrName>
                                        </p:attrNameLst>
                                      </p:cBhvr>
                                      <p:tavLst>
                                        <p:tav tm="0">
                                          <p:val>
                                            <p:strVal val="#ppt_x"/>
                                          </p:val>
                                        </p:tav>
                                        <p:tav tm="100000">
                                          <p:val>
                                            <p:strVal val="#ppt_x"/>
                                          </p:val>
                                        </p:tav>
                                      </p:tavLst>
                                    </p:anim>
                                    <p:anim calcmode="lin" valueType="num">
                                      <p:cBhvr additive="base">
                                        <p:cTn dur="500" fill="hold" id="26"/>
                                        <p:tgtEl>
                                          <p:spTgt spid="1048850">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fill="hold" id="27">
                      <p:stCondLst>
                        <p:cond delay="indefinite"/>
                      </p:stCondLst>
                      <p:childTnLst>
                        <p:par>
                          <p:cTn fill="hold" id="28">
                            <p:stCondLst>
                              <p:cond delay="0"/>
                            </p:stCondLst>
                            <p:childTnLst>
                              <p:par>
                                <p:cTn fill="hold" id="29" nodeType="clickEffect" presetClass="entr" presetID="2" presetSubtype="4">
                                  <p:stCondLst>
                                    <p:cond delay="0"/>
                                  </p:stCondLst>
                                  <p:childTnLst>
                                    <p:set>
                                      <p:cBhvr>
                                        <p:cTn dur="1" fill="hold" id="30">
                                          <p:stCondLst>
                                            <p:cond delay="0"/>
                                          </p:stCondLst>
                                        </p:cTn>
                                        <p:tgtEl>
                                          <p:spTgt spid="1048850">
                                            <p:txEl>
                                              <p:pRg st="3" end="3"/>
                                            </p:txEl>
                                          </p:spTgt>
                                        </p:tgtEl>
                                        <p:attrNameLst>
                                          <p:attrName>style.visibility</p:attrName>
                                        </p:attrNameLst>
                                      </p:cBhvr>
                                      <p:to>
                                        <p:strVal val="visible"/>
                                      </p:to>
                                    </p:set>
                                    <p:anim calcmode="lin" valueType="num">
                                      <p:cBhvr additive="base">
                                        <p:cTn dur="500" fill="hold" id="31"/>
                                        <p:tgtEl>
                                          <p:spTgt spid="1048850">
                                            <p:txEl>
                                              <p:pRg st="3" end="3"/>
                                            </p:txEl>
                                          </p:spTgt>
                                        </p:tgtEl>
                                        <p:attrNameLst>
                                          <p:attrName>ppt_x</p:attrName>
                                        </p:attrNameLst>
                                      </p:cBhvr>
                                      <p:tavLst>
                                        <p:tav tm="0">
                                          <p:val>
                                            <p:strVal val="#ppt_x"/>
                                          </p:val>
                                        </p:tav>
                                        <p:tav tm="100000">
                                          <p:val>
                                            <p:strVal val="#ppt_x"/>
                                          </p:val>
                                        </p:tav>
                                      </p:tavLst>
                                    </p:anim>
                                    <p:anim calcmode="lin" valueType="num">
                                      <p:cBhvr additive="base">
                                        <p:cTn dur="500" fill="hold" id="32"/>
                                        <p:tgtEl>
                                          <p:spTgt spid="1048850">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fill="hold" id="33">
                      <p:stCondLst>
                        <p:cond delay="indefinite"/>
                      </p:stCondLst>
                      <p:childTnLst>
                        <p:par>
                          <p:cTn fill="hold" id="34">
                            <p:stCondLst>
                              <p:cond delay="0"/>
                            </p:stCondLst>
                            <p:childTnLst>
                              <p:par>
                                <p:cTn fill="hold" id="35" nodeType="clickEffect" presetClass="entr" presetID="2" presetSubtype="4">
                                  <p:stCondLst>
                                    <p:cond delay="0"/>
                                  </p:stCondLst>
                                  <p:childTnLst>
                                    <p:set>
                                      <p:cBhvr>
                                        <p:cTn dur="1" fill="hold" id="36">
                                          <p:stCondLst>
                                            <p:cond delay="0"/>
                                          </p:stCondLst>
                                        </p:cTn>
                                        <p:tgtEl>
                                          <p:spTgt spid="1048850">
                                            <p:txEl>
                                              <p:pRg st="4" end="4"/>
                                            </p:txEl>
                                          </p:spTgt>
                                        </p:tgtEl>
                                        <p:attrNameLst>
                                          <p:attrName>style.visibility</p:attrName>
                                        </p:attrNameLst>
                                      </p:cBhvr>
                                      <p:to>
                                        <p:strVal val="visible"/>
                                      </p:to>
                                    </p:set>
                                    <p:anim calcmode="lin" valueType="num">
                                      <p:cBhvr additive="base">
                                        <p:cTn dur="500" fill="hold" id="37"/>
                                        <p:tgtEl>
                                          <p:spTgt spid="1048850">
                                            <p:txEl>
                                              <p:pRg st="4" end="4"/>
                                            </p:txEl>
                                          </p:spTgt>
                                        </p:tgtEl>
                                        <p:attrNameLst>
                                          <p:attrName>ppt_x</p:attrName>
                                        </p:attrNameLst>
                                      </p:cBhvr>
                                      <p:tavLst>
                                        <p:tav tm="0">
                                          <p:val>
                                            <p:strVal val="#ppt_x"/>
                                          </p:val>
                                        </p:tav>
                                        <p:tav tm="100000">
                                          <p:val>
                                            <p:strVal val="#ppt_x"/>
                                          </p:val>
                                        </p:tav>
                                      </p:tavLst>
                                    </p:anim>
                                    <p:anim calcmode="lin" valueType="num">
                                      <p:cBhvr additive="base">
                                        <p:cTn dur="500" fill="hold" id="38"/>
                                        <p:tgtEl>
                                          <p:spTgt spid="1048850">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fill="hold" id="39">
                      <p:stCondLst>
                        <p:cond delay="indefinite"/>
                      </p:stCondLst>
                      <p:childTnLst>
                        <p:par>
                          <p:cTn fill="hold" id="40">
                            <p:stCondLst>
                              <p:cond delay="0"/>
                            </p:stCondLst>
                            <p:childTnLst>
                              <p:par>
                                <p:cTn fill="hold" id="41" nodeType="clickEffect" presetClass="entr" presetID="2" presetSubtype="4">
                                  <p:stCondLst>
                                    <p:cond delay="0"/>
                                  </p:stCondLst>
                                  <p:childTnLst>
                                    <p:set>
                                      <p:cBhvr>
                                        <p:cTn dur="1" fill="hold" id="42">
                                          <p:stCondLst>
                                            <p:cond delay="0"/>
                                          </p:stCondLst>
                                        </p:cTn>
                                        <p:tgtEl>
                                          <p:spTgt spid="1048850">
                                            <p:txEl>
                                              <p:pRg st="5" end="5"/>
                                            </p:txEl>
                                          </p:spTgt>
                                        </p:tgtEl>
                                        <p:attrNameLst>
                                          <p:attrName>style.visibility</p:attrName>
                                        </p:attrNameLst>
                                      </p:cBhvr>
                                      <p:to>
                                        <p:strVal val="visible"/>
                                      </p:to>
                                    </p:set>
                                    <p:anim calcmode="lin" valueType="num">
                                      <p:cBhvr additive="base">
                                        <p:cTn dur="500" fill="hold" id="43"/>
                                        <p:tgtEl>
                                          <p:spTgt spid="1048850">
                                            <p:txEl>
                                              <p:pRg st="5" end="5"/>
                                            </p:txEl>
                                          </p:spTgt>
                                        </p:tgtEl>
                                        <p:attrNameLst>
                                          <p:attrName>ppt_x</p:attrName>
                                        </p:attrNameLst>
                                      </p:cBhvr>
                                      <p:tavLst>
                                        <p:tav tm="0">
                                          <p:val>
                                            <p:strVal val="#ppt_x"/>
                                          </p:val>
                                        </p:tav>
                                        <p:tav tm="100000">
                                          <p:val>
                                            <p:strVal val="#ppt_x"/>
                                          </p:val>
                                        </p:tav>
                                      </p:tavLst>
                                    </p:anim>
                                    <p:anim calcmode="lin" valueType="num">
                                      <p:cBhvr additive="base">
                                        <p:cTn dur="500" fill="hold" id="44"/>
                                        <p:tgtEl>
                                          <p:spTgt spid="1048850">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fill="hold" id="45">
                      <p:stCondLst>
                        <p:cond delay="indefinite"/>
                      </p:stCondLst>
                      <p:childTnLst>
                        <p:par>
                          <p:cTn fill="hold" id="46">
                            <p:stCondLst>
                              <p:cond delay="0"/>
                            </p:stCondLst>
                            <p:childTnLst>
                              <p:par>
                                <p:cTn fill="hold" id="47" nodeType="clickEffect" presetClass="entr" presetID="2" presetSubtype="4">
                                  <p:stCondLst>
                                    <p:cond delay="0"/>
                                  </p:stCondLst>
                                  <p:childTnLst>
                                    <p:set>
                                      <p:cBhvr>
                                        <p:cTn dur="1" fill="hold" id="48">
                                          <p:stCondLst>
                                            <p:cond delay="0"/>
                                          </p:stCondLst>
                                        </p:cTn>
                                        <p:tgtEl>
                                          <p:spTgt spid="1048850">
                                            <p:txEl>
                                              <p:pRg st="6" end="6"/>
                                            </p:txEl>
                                          </p:spTgt>
                                        </p:tgtEl>
                                        <p:attrNameLst>
                                          <p:attrName>style.visibility</p:attrName>
                                        </p:attrNameLst>
                                      </p:cBhvr>
                                      <p:to>
                                        <p:strVal val="visible"/>
                                      </p:to>
                                    </p:set>
                                    <p:anim calcmode="lin" valueType="num">
                                      <p:cBhvr additive="base">
                                        <p:cTn dur="500" fill="hold" id="49"/>
                                        <p:tgtEl>
                                          <p:spTgt spid="1048850">
                                            <p:txEl>
                                              <p:pRg st="6" end="6"/>
                                            </p:txEl>
                                          </p:spTgt>
                                        </p:tgtEl>
                                        <p:attrNameLst>
                                          <p:attrName>ppt_x</p:attrName>
                                        </p:attrNameLst>
                                      </p:cBhvr>
                                      <p:tavLst>
                                        <p:tav tm="0">
                                          <p:val>
                                            <p:strVal val="#ppt_x"/>
                                          </p:val>
                                        </p:tav>
                                        <p:tav tm="100000">
                                          <p:val>
                                            <p:strVal val="#ppt_x"/>
                                          </p:val>
                                        </p:tav>
                                      </p:tavLst>
                                    </p:anim>
                                    <p:anim calcmode="lin" valueType="num">
                                      <p:cBhvr additive="base">
                                        <p:cTn dur="500" fill="hold" id="50"/>
                                        <p:tgtEl>
                                          <p:spTgt spid="1048850">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fill="hold" id="51">
                      <p:stCondLst>
                        <p:cond delay="indefinite"/>
                      </p:stCondLst>
                      <p:childTnLst>
                        <p:par>
                          <p:cTn fill="hold" id="52">
                            <p:stCondLst>
                              <p:cond delay="0"/>
                            </p:stCondLst>
                            <p:childTnLst>
                              <p:par>
                                <p:cTn fill="hold" id="53" nodeType="clickEffect" presetClass="entr" presetID="2" presetSubtype="4">
                                  <p:stCondLst>
                                    <p:cond delay="0"/>
                                  </p:stCondLst>
                                  <p:childTnLst>
                                    <p:set>
                                      <p:cBhvr>
                                        <p:cTn dur="1" fill="hold" id="54">
                                          <p:stCondLst>
                                            <p:cond delay="0"/>
                                          </p:stCondLst>
                                        </p:cTn>
                                        <p:tgtEl>
                                          <p:spTgt spid="2097169"/>
                                        </p:tgtEl>
                                        <p:attrNameLst>
                                          <p:attrName>style.visibility</p:attrName>
                                        </p:attrNameLst>
                                      </p:cBhvr>
                                      <p:to>
                                        <p:strVal val="visible"/>
                                      </p:to>
                                    </p:set>
                                    <p:anim calcmode="lin" valueType="num">
                                      <p:cBhvr additive="base">
                                        <p:cTn dur="500" fill="hold" id="55"/>
                                        <p:tgtEl>
                                          <p:spTgt spid="2097169"/>
                                        </p:tgtEl>
                                        <p:attrNameLst>
                                          <p:attrName>ppt_x</p:attrName>
                                        </p:attrNameLst>
                                      </p:cBhvr>
                                      <p:tavLst>
                                        <p:tav tm="0">
                                          <p:val>
                                            <p:strVal val="#ppt_x"/>
                                          </p:val>
                                        </p:tav>
                                        <p:tav tm="100000">
                                          <p:val>
                                            <p:strVal val="#ppt_x"/>
                                          </p:val>
                                        </p:tav>
                                      </p:tavLst>
                                    </p:anim>
                                    <p:anim calcmode="lin" valueType="num">
                                      <p:cBhvr additive="base">
                                        <p:cTn dur="500" fill="hold" id="56"/>
                                        <p:tgtEl>
                                          <p:spTgt spid="209716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48849" grpId="0"/>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239" name=""/>
        <p:cNvGrpSpPr/>
        <p:nvPr/>
      </p:nvGrpSpPr>
      <p:grpSpPr>
        <a:xfrm>
          <a:off x="0" y="0"/>
          <a:ext cx="0" cy="0"/>
          <a:chOff x="0" y="0"/>
          <a:chExt cx="0" cy="0"/>
        </a:xfrm>
      </p:grpSpPr>
      <p:sp>
        <p:nvSpPr>
          <p:cNvPr id="1048854" name="Title 1"/>
          <p:cNvSpPr>
            <a:spLocks noGrp="1"/>
          </p:cNvSpPr>
          <p:nvPr>
            <p:ph type="title"/>
          </p:nvPr>
        </p:nvSpPr>
        <p:spPr>
          <a:xfrm>
            <a:off x="0" y="155448"/>
            <a:ext cx="2689742" cy="978408"/>
          </a:xfrm>
        </p:spPr>
        <p:txBody>
          <a:bodyPr/>
          <a:p>
            <a:endParaRPr dirty="0" lang="en-GB"/>
          </a:p>
        </p:txBody>
      </p:sp>
      <p:sp>
        <p:nvSpPr>
          <p:cNvPr id="1048855" name="Text Placeholder 3"/>
          <p:cNvSpPr>
            <a:spLocks noGrp="1"/>
          </p:cNvSpPr>
          <p:nvPr>
            <p:ph type="body" sz="half" idx="2"/>
          </p:nvPr>
        </p:nvSpPr>
        <p:spPr>
          <a:xfrm>
            <a:off x="0" y="1571612"/>
            <a:ext cx="2786050" cy="5286388"/>
          </a:xfrm>
        </p:spPr>
        <p:txBody>
          <a:bodyPr>
            <a:normAutofit/>
          </a:bodyPr>
          <a:p>
            <a:r>
              <a:rPr dirty="0" sz="3600" lang="en-GB" smtClean="0">
                <a:solidFill>
                  <a:srgbClr val="FFFF00"/>
                </a:solidFill>
              </a:rPr>
              <a:t>The fiddlehead of a fern</a:t>
            </a:r>
            <a:endParaRPr dirty="0" sz="3600" lang="en-GB">
              <a:solidFill>
                <a:srgbClr val="FFFF00"/>
              </a:solidFill>
            </a:endParaRPr>
          </a:p>
        </p:txBody>
      </p:sp>
      <p:pic>
        <p:nvPicPr>
          <p:cNvPr id="2097170" name="Picture 2" descr="fiddlehead"/>
          <p:cNvPicPr>
            <a:picLocks noChangeAspect="1" noGrp="1" noChangeArrowheads="1"/>
          </p:cNvPicPr>
          <p:nvPr>
            <p:ph type="pic" idx="1"/>
          </p:nvPr>
        </p:nvPicPr>
        <p:blipFill>
          <a:blip xmlns:r="http://schemas.openxmlformats.org/officeDocument/2006/relationships" r:embed="rId1" cstate="print"/>
          <a:srcRect t="10583" b="10583"/>
          <a:stretch>
            <a:fillRect/>
          </a:stretch>
        </p:blipFill>
        <p:spPr bwMode="auto">
          <a:prstGeom prst="rect"/>
          <a:noFill/>
          <a:ln w="9525">
            <a:noFill/>
            <a:miter lim="800000"/>
            <a:headEnd/>
            <a:tailEnd/>
          </a:ln>
        </p:spPr>
      </p:pic>
    </p:spTree>
  </p:cSld>
  <p:clrMapOvr>
    <a:masterClrMapping/>
  </p:clrMapOvr>
  <p:timing>
    <p:tnLst>
      <p:par>
        <p:cTn dur="indefinite" id="1" nodeType="tmRoot" restart="never">
          <p:childTnLst>
            <p:seq concurrent="1" nextAc="seek">
              <p:cTn dur="indefinite" id="2" nodeType="mainSeq">
                <p:childTnLst>
                  <p:par>
                    <p:cTn fill="hold" id="3">
                      <p:stCondLst>
                        <p:cond delay="indefinite"/>
                      </p:stCondLst>
                      <p:childTnLst>
                        <p:par>
                          <p:cTn fill="hold" id="4">
                            <p:stCondLst>
                              <p:cond delay="0"/>
                            </p:stCondLst>
                            <p:childTnLst>
                              <p:par>
                                <p:cTn fill="hold" id="5" nodeType="clickEffect" presetClass="entr" presetID="2" presetSubtype="4">
                                  <p:stCondLst>
                                    <p:cond delay="0"/>
                                  </p:stCondLst>
                                  <p:childTnLst>
                                    <p:set>
                                      <p:cBhvr>
                                        <p:cTn dur="1" fill="hold" id="6">
                                          <p:stCondLst>
                                            <p:cond delay="0"/>
                                          </p:stCondLst>
                                        </p:cTn>
                                        <p:tgtEl>
                                          <p:spTgt spid="2097170"/>
                                        </p:tgtEl>
                                        <p:attrNameLst>
                                          <p:attrName>style.visibility</p:attrName>
                                        </p:attrNameLst>
                                      </p:cBhvr>
                                      <p:to>
                                        <p:strVal val="visible"/>
                                      </p:to>
                                    </p:set>
                                    <p:anim calcmode="lin" valueType="num">
                                      <p:cBhvr additive="base">
                                        <p:cTn dur="500" fill="hold" id="7"/>
                                        <p:tgtEl>
                                          <p:spTgt spid="2097170"/>
                                        </p:tgtEl>
                                        <p:attrNameLst>
                                          <p:attrName>ppt_x</p:attrName>
                                        </p:attrNameLst>
                                      </p:cBhvr>
                                      <p:tavLst>
                                        <p:tav tm="0">
                                          <p:val>
                                            <p:strVal val="#ppt_x"/>
                                          </p:val>
                                        </p:tav>
                                        <p:tav tm="100000">
                                          <p:val>
                                            <p:strVal val="#ppt_x"/>
                                          </p:val>
                                        </p:tav>
                                      </p:tavLst>
                                    </p:anim>
                                    <p:anim calcmode="lin" valueType="num">
                                      <p:cBhvr additive="base">
                                        <p:cTn dur="500" fill="hold" id="8"/>
                                        <p:tgtEl>
                                          <p:spTgt spid="2097170"/>
                                        </p:tgtEl>
                                        <p:attrNameLst>
                                          <p:attrName>ppt_y</p:attrName>
                                        </p:attrNameLst>
                                      </p:cBhvr>
                                      <p:tavLst>
                                        <p:tav tm="0">
                                          <p:val>
                                            <p:strVal val="1+#ppt_h/2"/>
                                          </p:val>
                                        </p:tav>
                                        <p:tav tm="100000">
                                          <p:val>
                                            <p:strVal val="#ppt_y"/>
                                          </p:val>
                                        </p:tav>
                                      </p:tavLst>
                                    </p:anim>
                                  </p:childTnLst>
                                </p:cTn>
                              </p:par>
                            </p:childTnLst>
                          </p:cTn>
                        </p:par>
                      </p:childTnLst>
                    </p:cTn>
                  </p:par>
                  <p:par>
                    <p:cTn fill="hold" id="9">
                      <p:stCondLst>
                        <p:cond delay="indefinite"/>
                      </p:stCondLst>
                      <p:childTnLst>
                        <p:par>
                          <p:cTn fill="hold" id="10">
                            <p:stCondLst>
                              <p:cond delay="0"/>
                            </p:stCondLst>
                            <p:childTnLst>
                              <p:par>
                                <p:cTn fill="hold" id="11" nodeType="clickEffect" presetClass="entr" presetID="2" presetSubtype="4">
                                  <p:stCondLst>
                                    <p:cond delay="0"/>
                                  </p:stCondLst>
                                  <p:childTnLst>
                                    <p:set>
                                      <p:cBhvr>
                                        <p:cTn dur="1" fill="hold" id="12">
                                          <p:stCondLst>
                                            <p:cond delay="0"/>
                                          </p:stCondLst>
                                        </p:cTn>
                                        <p:tgtEl>
                                          <p:spTgt spid="1048855">
                                            <p:txEl>
                                              <p:pRg st="0" end="0"/>
                                            </p:txEl>
                                          </p:spTgt>
                                        </p:tgtEl>
                                        <p:attrNameLst>
                                          <p:attrName>style.visibility</p:attrName>
                                        </p:attrNameLst>
                                      </p:cBhvr>
                                      <p:to>
                                        <p:strVal val="visible"/>
                                      </p:to>
                                    </p:set>
                                    <p:anim calcmode="lin" valueType="num">
                                      <p:cBhvr additive="base">
                                        <p:cTn dur="500" fill="hold" id="13"/>
                                        <p:tgtEl>
                                          <p:spTgt spid="1048855">
                                            <p:txEl>
                                              <p:pRg st="0" end="0"/>
                                            </p:txEl>
                                          </p:spTgt>
                                        </p:tgtEl>
                                        <p:attrNameLst>
                                          <p:attrName>ppt_x</p:attrName>
                                        </p:attrNameLst>
                                      </p:cBhvr>
                                      <p:tavLst>
                                        <p:tav tm="0">
                                          <p:val>
                                            <p:strVal val="#ppt_x"/>
                                          </p:val>
                                        </p:tav>
                                        <p:tav tm="100000">
                                          <p:val>
                                            <p:strVal val="#ppt_x"/>
                                          </p:val>
                                        </p:tav>
                                      </p:tavLst>
                                    </p:anim>
                                    <p:anim calcmode="lin" valueType="num">
                                      <p:cBhvr additive="base">
                                        <p:cTn dur="500" fill="hold" id="14"/>
                                        <p:tgtEl>
                                          <p:spTgt spid="1048855">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242" name=""/>
        <p:cNvGrpSpPr/>
        <p:nvPr/>
      </p:nvGrpSpPr>
      <p:grpSpPr>
        <a:xfrm>
          <a:off x="0" y="0"/>
          <a:ext cx="0" cy="0"/>
          <a:chOff x="0" y="0"/>
          <a:chExt cx="0" cy="0"/>
        </a:xfrm>
      </p:grpSpPr>
      <p:sp>
        <p:nvSpPr>
          <p:cNvPr id="1048859" name="Title 1"/>
          <p:cNvSpPr>
            <a:spLocks noGrp="1"/>
          </p:cNvSpPr>
          <p:nvPr>
            <p:ph type="title"/>
          </p:nvPr>
        </p:nvSpPr>
        <p:spPr/>
        <p:txBody>
          <a:bodyPr/>
          <a:p>
            <a:endParaRPr lang="en-GB"/>
          </a:p>
        </p:txBody>
      </p:sp>
      <p:sp>
        <p:nvSpPr>
          <p:cNvPr id="1048860" name="Text Placeholder 3"/>
          <p:cNvSpPr>
            <a:spLocks noGrp="1"/>
          </p:cNvSpPr>
          <p:nvPr>
            <p:ph type="body" sz="half" idx="2"/>
          </p:nvPr>
        </p:nvSpPr>
        <p:spPr>
          <a:xfrm>
            <a:off x="0" y="1571612"/>
            <a:ext cx="2857488" cy="5286388"/>
          </a:xfrm>
        </p:spPr>
        <p:txBody>
          <a:bodyPr/>
          <a:p>
            <a:r>
              <a:rPr dirty="0" sz="3600" lang="en-GB" smtClean="0">
                <a:solidFill>
                  <a:srgbClr val="FFFF00"/>
                </a:solidFill>
              </a:rPr>
              <a:t>The arrangement of sori underneath the surface of the leaflets</a:t>
            </a:r>
          </a:p>
          <a:p>
            <a:endParaRPr dirty="0" lang="en-GB"/>
          </a:p>
        </p:txBody>
      </p:sp>
      <p:pic>
        <p:nvPicPr>
          <p:cNvPr id="2097171" name="Picture 2" descr="sori"/>
          <p:cNvPicPr>
            <a:picLocks noChangeAspect="1" noGrp="1" noChangeArrowheads="1"/>
          </p:cNvPicPr>
          <p:nvPr>
            <p:ph type="pic" idx="1"/>
          </p:nvPr>
        </p:nvPicPr>
        <p:blipFill>
          <a:blip xmlns:r="http://schemas.openxmlformats.org/officeDocument/2006/relationships" r:embed="rId1" cstate="print"/>
          <a:srcRect t="20446" b="20446"/>
          <a:stretch>
            <a:fillRect/>
          </a:stretch>
        </p:blipFill>
        <p:spPr bwMode="auto">
          <a:prstGeom prst="rect"/>
          <a:noFill/>
          <a:ln w="9525">
            <a:noFill/>
            <a:miter lim="800000"/>
            <a:headEnd/>
            <a:tailEnd/>
          </a:ln>
        </p:spPr>
      </p:pic>
    </p:spTree>
  </p:cSld>
  <p:clrMapOvr>
    <a:masterClrMapping/>
  </p:clrMapOvr>
  <p:timing>
    <p:tnLst>
      <p:par>
        <p:cTn dur="indefinite" id="1" nodeType="tmRoot" restart="never">
          <p:childTnLst>
            <p:seq concurrent="1" nextAc="seek">
              <p:cTn dur="indefinite" id="2" nodeType="mainSeq">
                <p:childTnLst>
                  <p:par>
                    <p:cTn fill="hold" id="3">
                      <p:stCondLst>
                        <p:cond delay="indefinite"/>
                      </p:stCondLst>
                      <p:childTnLst>
                        <p:par>
                          <p:cTn fill="hold" id="4">
                            <p:stCondLst>
                              <p:cond delay="0"/>
                            </p:stCondLst>
                            <p:childTnLst>
                              <p:par>
                                <p:cTn fill="hold" id="5" nodeType="clickEffect" presetClass="entr" presetID="2" presetSubtype="4">
                                  <p:stCondLst>
                                    <p:cond delay="0"/>
                                  </p:stCondLst>
                                  <p:childTnLst>
                                    <p:set>
                                      <p:cBhvr>
                                        <p:cTn dur="1" fill="hold" id="6">
                                          <p:stCondLst>
                                            <p:cond delay="0"/>
                                          </p:stCondLst>
                                        </p:cTn>
                                        <p:tgtEl>
                                          <p:spTgt spid="2097171"/>
                                        </p:tgtEl>
                                        <p:attrNameLst>
                                          <p:attrName>style.visibility</p:attrName>
                                        </p:attrNameLst>
                                      </p:cBhvr>
                                      <p:to>
                                        <p:strVal val="visible"/>
                                      </p:to>
                                    </p:set>
                                    <p:anim calcmode="lin" valueType="num">
                                      <p:cBhvr additive="base">
                                        <p:cTn dur="500" fill="hold" id="7"/>
                                        <p:tgtEl>
                                          <p:spTgt spid="2097171"/>
                                        </p:tgtEl>
                                        <p:attrNameLst>
                                          <p:attrName>ppt_x</p:attrName>
                                        </p:attrNameLst>
                                      </p:cBhvr>
                                      <p:tavLst>
                                        <p:tav tm="0">
                                          <p:val>
                                            <p:strVal val="#ppt_x"/>
                                          </p:val>
                                        </p:tav>
                                        <p:tav tm="100000">
                                          <p:val>
                                            <p:strVal val="#ppt_x"/>
                                          </p:val>
                                        </p:tav>
                                      </p:tavLst>
                                    </p:anim>
                                    <p:anim calcmode="lin" valueType="num">
                                      <p:cBhvr additive="base">
                                        <p:cTn dur="500" fill="hold" id="8"/>
                                        <p:tgtEl>
                                          <p:spTgt spid="2097171"/>
                                        </p:tgtEl>
                                        <p:attrNameLst>
                                          <p:attrName>ppt_y</p:attrName>
                                        </p:attrNameLst>
                                      </p:cBhvr>
                                      <p:tavLst>
                                        <p:tav tm="0">
                                          <p:val>
                                            <p:strVal val="1+#ppt_h/2"/>
                                          </p:val>
                                        </p:tav>
                                        <p:tav tm="100000">
                                          <p:val>
                                            <p:strVal val="#ppt_y"/>
                                          </p:val>
                                        </p:tav>
                                      </p:tavLst>
                                    </p:anim>
                                  </p:childTnLst>
                                </p:cTn>
                              </p:par>
                            </p:childTnLst>
                          </p:cTn>
                        </p:par>
                      </p:childTnLst>
                    </p:cTn>
                  </p:par>
                  <p:par>
                    <p:cTn fill="hold" id="9">
                      <p:stCondLst>
                        <p:cond delay="indefinite"/>
                      </p:stCondLst>
                      <p:childTnLst>
                        <p:par>
                          <p:cTn fill="hold" id="10">
                            <p:stCondLst>
                              <p:cond delay="0"/>
                            </p:stCondLst>
                            <p:childTnLst>
                              <p:par>
                                <p:cTn fill="hold" id="11" nodeType="clickEffect" presetClass="entr" presetID="2" presetSubtype="4">
                                  <p:stCondLst>
                                    <p:cond delay="0"/>
                                  </p:stCondLst>
                                  <p:childTnLst>
                                    <p:set>
                                      <p:cBhvr>
                                        <p:cTn dur="1" fill="hold" id="12">
                                          <p:stCondLst>
                                            <p:cond delay="0"/>
                                          </p:stCondLst>
                                        </p:cTn>
                                        <p:tgtEl>
                                          <p:spTgt spid="1048860">
                                            <p:txEl>
                                              <p:pRg st="0" end="0"/>
                                            </p:txEl>
                                          </p:spTgt>
                                        </p:tgtEl>
                                        <p:attrNameLst>
                                          <p:attrName>style.visibility</p:attrName>
                                        </p:attrNameLst>
                                      </p:cBhvr>
                                      <p:to>
                                        <p:strVal val="visible"/>
                                      </p:to>
                                    </p:set>
                                    <p:anim calcmode="lin" valueType="num">
                                      <p:cBhvr additive="base">
                                        <p:cTn dur="500" fill="hold" id="13"/>
                                        <p:tgtEl>
                                          <p:spTgt spid="1048860">
                                            <p:txEl>
                                              <p:pRg st="0" end="0"/>
                                            </p:txEl>
                                          </p:spTgt>
                                        </p:tgtEl>
                                        <p:attrNameLst>
                                          <p:attrName>ppt_x</p:attrName>
                                        </p:attrNameLst>
                                      </p:cBhvr>
                                      <p:tavLst>
                                        <p:tav tm="0">
                                          <p:val>
                                            <p:strVal val="#ppt_x"/>
                                          </p:val>
                                        </p:tav>
                                        <p:tav tm="100000">
                                          <p:val>
                                            <p:strVal val="#ppt_x"/>
                                          </p:val>
                                        </p:tav>
                                      </p:tavLst>
                                    </p:anim>
                                    <p:anim calcmode="lin" valueType="num">
                                      <p:cBhvr additive="base">
                                        <p:cTn dur="500" fill="hold" id="14"/>
                                        <p:tgtEl>
                                          <p:spTgt spid="1048860">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245" name=""/>
        <p:cNvGrpSpPr/>
        <p:nvPr/>
      </p:nvGrpSpPr>
      <p:grpSpPr>
        <a:xfrm>
          <a:off x="0" y="0"/>
          <a:ext cx="0" cy="0"/>
          <a:chOff x="0" y="0"/>
          <a:chExt cx="0" cy="0"/>
        </a:xfrm>
      </p:grpSpPr>
      <p:sp>
        <p:nvSpPr>
          <p:cNvPr id="1048864" name="Title 1"/>
          <p:cNvSpPr>
            <a:spLocks noGrp="1"/>
          </p:cNvSpPr>
          <p:nvPr>
            <p:ph type="title"/>
          </p:nvPr>
        </p:nvSpPr>
        <p:spPr>
          <a:xfrm>
            <a:off x="0" y="0"/>
            <a:ext cx="9144000" cy="1408176"/>
          </a:xfrm>
        </p:spPr>
        <p:txBody>
          <a:bodyPr>
            <a:normAutofit/>
          </a:bodyPr>
          <a:p>
            <a:pPr algn="ctr"/>
            <a:r>
              <a:rPr dirty="0" sz="6000" lang="en-GB" smtClean="0"/>
              <a:t>THALLOPHYTA-ALGAE</a:t>
            </a:r>
            <a:endParaRPr dirty="0" sz="6000" lang="en-GB"/>
          </a:p>
        </p:txBody>
      </p:sp>
      <p:sp>
        <p:nvSpPr>
          <p:cNvPr id="1048865" name="Content Placeholder 2"/>
          <p:cNvSpPr>
            <a:spLocks noGrp="1"/>
          </p:cNvSpPr>
          <p:nvPr>
            <p:ph idx="1"/>
          </p:nvPr>
        </p:nvSpPr>
        <p:spPr>
          <a:xfrm>
            <a:off x="0" y="1571612"/>
            <a:ext cx="9144000" cy="5286387"/>
          </a:xfrm>
        </p:spPr>
        <p:txBody>
          <a:bodyPr>
            <a:normAutofit fontScale="96875" lnSpcReduction="10000"/>
          </a:bodyPr>
          <a:p>
            <a:r>
              <a:rPr dirty="0" lang="en-US" smtClean="0">
                <a:solidFill>
                  <a:srgbClr val="FFFF00"/>
                </a:solidFill>
              </a:rPr>
              <a:t>The algae are a group of lower plants belonging to the large group of simple plants called </a:t>
            </a:r>
            <a:r>
              <a:rPr b="1" dirty="0" lang="en-US" smtClean="0">
                <a:solidFill>
                  <a:srgbClr val="FFFF00"/>
                </a:solidFill>
              </a:rPr>
              <a:t>thallophytes. </a:t>
            </a:r>
            <a:r>
              <a:rPr b="1" dirty="0" lang="en-US" err="1" smtClean="0">
                <a:solidFill>
                  <a:srgbClr val="FFFF00"/>
                </a:solidFill>
              </a:rPr>
              <a:t>E.g</a:t>
            </a:r>
            <a:endParaRPr b="1" dirty="0" lang="en-US" smtClean="0">
              <a:solidFill>
                <a:srgbClr val="FFFF00"/>
              </a:solidFill>
            </a:endParaRPr>
          </a:p>
          <a:p>
            <a:r>
              <a:rPr dirty="0" i="1" lang="en-US" smtClean="0">
                <a:solidFill>
                  <a:srgbClr val="FFFF00"/>
                </a:solidFill>
              </a:rPr>
              <a:t>Chlorella</a:t>
            </a:r>
            <a:r>
              <a:rPr dirty="0" lang="en-US" smtClean="0">
                <a:solidFill>
                  <a:srgbClr val="FFFF00"/>
                </a:solidFill>
              </a:rPr>
              <a:t> and </a:t>
            </a:r>
            <a:r>
              <a:rPr dirty="0" i="1" lang="en-US" smtClean="0">
                <a:solidFill>
                  <a:srgbClr val="FFFF00"/>
                </a:solidFill>
              </a:rPr>
              <a:t>Chlamydomonas</a:t>
            </a:r>
          </a:p>
          <a:p>
            <a:r>
              <a:rPr dirty="0" lang="en-US" smtClean="0">
                <a:solidFill>
                  <a:srgbClr val="FFFF00"/>
                </a:solidFill>
              </a:rPr>
              <a:t>Spirogyra</a:t>
            </a:r>
          </a:p>
          <a:p>
            <a:pPr lvl="0"/>
            <a:r>
              <a:rPr dirty="0" i="1" lang="en-US" err="1" smtClean="0">
                <a:solidFill>
                  <a:srgbClr val="FFFF00"/>
                </a:solidFill>
              </a:rPr>
              <a:t>Pithophora</a:t>
            </a:r>
            <a:endParaRPr dirty="0" lang="en-GB" smtClean="0">
              <a:solidFill>
                <a:srgbClr val="FFFF00"/>
              </a:solidFill>
            </a:endParaRPr>
          </a:p>
          <a:p>
            <a:pPr lvl="0"/>
            <a:r>
              <a:rPr dirty="0" i="1" lang="en-US" smtClean="0">
                <a:solidFill>
                  <a:srgbClr val="FFFF00"/>
                </a:solidFill>
              </a:rPr>
              <a:t>Euglena</a:t>
            </a:r>
            <a:endParaRPr dirty="0" lang="en-GB" smtClean="0">
              <a:solidFill>
                <a:srgbClr val="FFFF00"/>
              </a:solidFill>
            </a:endParaRPr>
          </a:p>
          <a:p>
            <a:pPr lvl="0"/>
            <a:r>
              <a:rPr dirty="0" i="1" lang="en-US" err="1" smtClean="0">
                <a:solidFill>
                  <a:srgbClr val="FFFF00"/>
                </a:solidFill>
              </a:rPr>
              <a:t>Fucus</a:t>
            </a:r>
            <a:endParaRPr dirty="0" lang="en-GB" smtClean="0">
              <a:solidFill>
                <a:srgbClr val="FFFF00"/>
              </a:solidFill>
            </a:endParaRPr>
          </a:p>
          <a:p>
            <a:pPr lvl="0"/>
            <a:r>
              <a:rPr dirty="0" lang="en-US" err="1" smtClean="0">
                <a:solidFill>
                  <a:srgbClr val="FFFF00"/>
                </a:solidFill>
              </a:rPr>
              <a:t>Volvox</a:t>
            </a:r>
            <a:endParaRPr dirty="0" lang="en-GB" smtClean="0">
              <a:solidFill>
                <a:srgbClr val="FFFF00"/>
              </a:solidFill>
            </a:endParaRPr>
          </a:p>
          <a:p>
            <a:r>
              <a:rPr dirty="0" i="1" lang="en-US" err="1" smtClean="0">
                <a:solidFill>
                  <a:srgbClr val="FFFF00"/>
                </a:solidFill>
              </a:rPr>
              <a:t>Nostoc</a:t>
            </a:r>
            <a:r>
              <a:rPr dirty="0" i="1" lang="en-US" smtClean="0">
                <a:solidFill>
                  <a:srgbClr val="FFFF00"/>
                </a:solidFill>
              </a:rPr>
              <a:t> </a:t>
            </a:r>
            <a:r>
              <a:rPr dirty="0" lang="en-US" smtClean="0">
                <a:solidFill>
                  <a:srgbClr val="FFFF00"/>
                </a:solidFill>
              </a:rPr>
              <a:t>and </a:t>
            </a:r>
            <a:r>
              <a:rPr dirty="0" i="1" lang="en-US" smtClean="0">
                <a:solidFill>
                  <a:srgbClr val="FFFF00"/>
                </a:solidFill>
              </a:rPr>
              <a:t>Anabaena</a:t>
            </a:r>
          </a:p>
          <a:p>
            <a:r>
              <a:rPr dirty="0" lang="en-US" smtClean="0">
                <a:solidFill>
                  <a:srgbClr val="FFFF00"/>
                </a:solidFill>
              </a:rPr>
              <a:t>Red Algae- </a:t>
            </a:r>
            <a:r>
              <a:rPr dirty="0" i="1" lang="en-US" err="1" smtClean="0">
                <a:solidFill>
                  <a:srgbClr val="FFFF00"/>
                </a:solidFill>
              </a:rPr>
              <a:t>Porphyra</a:t>
            </a:r>
            <a:r>
              <a:rPr dirty="0" i="1" lang="en-US" smtClean="0">
                <a:solidFill>
                  <a:srgbClr val="FFFF00"/>
                </a:solidFill>
              </a:rPr>
              <a:t>, </a:t>
            </a:r>
            <a:r>
              <a:rPr dirty="0" i="1" lang="en-US" err="1" smtClean="0">
                <a:solidFill>
                  <a:srgbClr val="FFFF00"/>
                </a:solidFill>
              </a:rPr>
              <a:t>Polysiphonia</a:t>
            </a:r>
            <a:r>
              <a:rPr dirty="0" lang="en-US" smtClean="0">
                <a:solidFill>
                  <a:srgbClr val="FFFF00"/>
                </a:solidFill>
              </a:rPr>
              <a:t> </a:t>
            </a:r>
            <a:endParaRPr dirty="0" lang="en-GB" smtClean="0">
              <a:solidFill>
                <a:srgbClr val="FFFF00"/>
              </a:solidFill>
            </a:endParaRPr>
          </a:p>
          <a:p>
            <a:endParaRPr dirty="0" lang="en-GB" smtClean="0">
              <a:solidFill>
                <a:srgbClr val="FFFF00"/>
              </a:solidFill>
            </a:endParaRPr>
          </a:p>
          <a:p>
            <a:endParaRPr dirty="0" lang="en-GB"/>
          </a:p>
        </p:txBody>
      </p:sp>
    </p:spTree>
  </p:cSld>
  <p:clrMapOvr>
    <a:masterClrMapping/>
  </p:clrMapOvr>
  <p:timing>
    <p:tnLst>
      <p:par>
        <p:cTn dur="indefinite" id="1" nodeType="tmRoot" restart="never">
          <p:childTnLst>
            <p:seq concurrent="1" nextAc="seek">
              <p:cTn dur="indefinite" id="2" nodeType="mainSeq">
                <p:childTnLst>
                  <p:par>
                    <p:cTn fill="hold" id="3">
                      <p:stCondLst>
                        <p:cond delay="indefinite"/>
                      </p:stCondLst>
                      <p:childTnLst>
                        <p:par>
                          <p:cTn fill="hold" id="4">
                            <p:stCondLst>
                              <p:cond delay="0"/>
                            </p:stCondLst>
                            <p:childTnLst>
                              <p:par>
                                <p:cTn fill="hold" grpId="0" id="5" nodeType="clickEffect" presetClass="entr" presetID="2" presetSubtype="4">
                                  <p:stCondLst>
                                    <p:cond delay="0"/>
                                  </p:stCondLst>
                                  <p:childTnLst>
                                    <p:set>
                                      <p:cBhvr>
                                        <p:cTn dur="1" fill="hold" id="6">
                                          <p:stCondLst>
                                            <p:cond delay="0"/>
                                          </p:stCondLst>
                                        </p:cTn>
                                        <p:tgtEl>
                                          <p:spTgt spid="1048864"/>
                                        </p:tgtEl>
                                        <p:attrNameLst>
                                          <p:attrName>style.visibility</p:attrName>
                                        </p:attrNameLst>
                                      </p:cBhvr>
                                      <p:to>
                                        <p:strVal val="visible"/>
                                      </p:to>
                                    </p:set>
                                    <p:anim calcmode="lin" valueType="num">
                                      <p:cBhvr additive="base">
                                        <p:cTn dur="500" fill="hold" id="7"/>
                                        <p:tgtEl>
                                          <p:spTgt spid="1048864"/>
                                        </p:tgtEl>
                                        <p:attrNameLst>
                                          <p:attrName>ppt_x</p:attrName>
                                        </p:attrNameLst>
                                      </p:cBhvr>
                                      <p:tavLst>
                                        <p:tav tm="0">
                                          <p:val>
                                            <p:strVal val="#ppt_x"/>
                                          </p:val>
                                        </p:tav>
                                        <p:tav tm="100000">
                                          <p:val>
                                            <p:strVal val="#ppt_x"/>
                                          </p:val>
                                        </p:tav>
                                      </p:tavLst>
                                    </p:anim>
                                    <p:anim calcmode="lin" valueType="num">
                                      <p:cBhvr additive="base">
                                        <p:cTn dur="500" fill="hold" id="8"/>
                                        <p:tgtEl>
                                          <p:spTgt spid="1048864"/>
                                        </p:tgtEl>
                                        <p:attrNameLst>
                                          <p:attrName>ppt_y</p:attrName>
                                        </p:attrNameLst>
                                      </p:cBhvr>
                                      <p:tavLst>
                                        <p:tav tm="0">
                                          <p:val>
                                            <p:strVal val="1+#ppt_h/2"/>
                                          </p:val>
                                        </p:tav>
                                        <p:tav tm="100000">
                                          <p:val>
                                            <p:strVal val="#ppt_y"/>
                                          </p:val>
                                        </p:tav>
                                      </p:tavLst>
                                    </p:anim>
                                  </p:childTnLst>
                                </p:cTn>
                              </p:par>
                            </p:childTnLst>
                          </p:cTn>
                        </p:par>
                      </p:childTnLst>
                    </p:cTn>
                  </p:par>
                  <p:par>
                    <p:cTn fill="hold" id="9">
                      <p:stCondLst>
                        <p:cond delay="indefinite"/>
                      </p:stCondLst>
                      <p:childTnLst>
                        <p:par>
                          <p:cTn fill="hold" id="10">
                            <p:stCondLst>
                              <p:cond delay="0"/>
                            </p:stCondLst>
                            <p:childTnLst>
                              <p:par>
                                <p:cTn fill="hold" id="11" nodeType="clickEffect" presetClass="entr" presetID="2" presetSubtype="4">
                                  <p:stCondLst>
                                    <p:cond delay="0"/>
                                  </p:stCondLst>
                                  <p:childTnLst>
                                    <p:set>
                                      <p:cBhvr>
                                        <p:cTn dur="1" fill="hold" id="12">
                                          <p:stCondLst>
                                            <p:cond delay="0"/>
                                          </p:stCondLst>
                                        </p:cTn>
                                        <p:tgtEl>
                                          <p:spTgt spid="1048865">
                                            <p:txEl>
                                              <p:pRg st="0" end="0"/>
                                            </p:txEl>
                                          </p:spTgt>
                                        </p:tgtEl>
                                        <p:attrNameLst>
                                          <p:attrName>style.visibility</p:attrName>
                                        </p:attrNameLst>
                                      </p:cBhvr>
                                      <p:to>
                                        <p:strVal val="visible"/>
                                      </p:to>
                                    </p:set>
                                    <p:anim calcmode="lin" valueType="num">
                                      <p:cBhvr additive="base">
                                        <p:cTn dur="500" fill="hold" id="13"/>
                                        <p:tgtEl>
                                          <p:spTgt spid="1048865">
                                            <p:txEl>
                                              <p:pRg st="0" end="0"/>
                                            </p:txEl>
                                          </p:spTgt>
                                        </p:tgtEl>
                                        <p:attrNameLst>
                                          <p:attrName>ppt_x</p:attrName>
                                        </p:attrNameLst>
                                      </p:cBhvr>
                                      <p:tavLst>
                                        <p:tav tm="0">
                                          <p:val>
                                            <p:strVal val="#ppt_x"/>
                                          </p:val>
                                        </p:tav>
                                        <p:tav tm="100000">
                                          <p:val>
                                            <p:strVal val="#ppt_x"/>
                                          </p:val>
                                        </p:tav>
                                      </p:tavLst>
                                    </p:anim>
                                    <p:anim calcmode="lin" valueType="num">
                                      <p:cBhvr additive="base">
                                        <p:cTn dur="500" fill="hold" id="14"/>
                                        <p:tgtEl>
                                          <p:spTgt spid="1048865">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fill="hold" id="15">
                      <p:stCondLst>
                        <p:cond delay="indefinite"/>
                      </p:stCondLst>
                      <p:childTnLst>
                        <p:par>
                          <p:cTn fill="hold" id="16">
                            <p:stCondLst>
                              <p:cond delay="0"/>
                            </p:stCondLst>
                            <p:childTnLst>
                              <p:par>
                                <p:cTn fill="hold" id="17" nodeType="clickEffect" presetClass="entr" presetID="2" presetSubtype="4">
                                  <p:stCondLst>
                                    <p:cond delay="0"/>
                                  </p:stCondLst>
                                  <p:childTnLst>
                                    <p:set>
                                      <p:cBhvr>
                                        <p:cTn dur="1" fill="hold" id="18">
                                          <p:stCondLst>
                                            <p:cond delay="0"/>
                                          </p:stCondLst>
                                        </p:cTn>
                                        <p:tgtEl>
                                          <p:spTgt spid="1048865">
                                            <p:txEl>
                                              <p:pRg st="1" end="1"/>
                                            </p:txEl>
                                          </p:spTgt>
                                        </p:tgtEl>
                                        <p:attrNameLst>
                                          <p:attrName>style.visibility</p:attrName>
                                        </p:attrNameLst>
                                      </p:cBhvr>
                                      <p:to>
                                        <p:strVal val="visible"/>
                                      </p:to>
                                    </p:set>
                                    <p:anim calcmode="lin" valueType="num">
                                      <p:cBhvr additive="base">
                                        <p:cTn dur="500" fill="hold" id="19"/>
                                        <p:tgtEl>
                                          <p:spTgt spid="1048865">
                                            <p:txEl>
                                              <p:pRg st="1" end="1"/>
                                            </p:txEl>
                                          </p:spTgt>
                                        </p:tgtEl>
                                        <p:attrNameLst>
                                          <p:attrName>ppt_x</p:attrName>
                                        </p:attrNameLst>
                                      </p:cBhvr>
                                      <p:tavLst>
                                        <p:tav tm="0">
                                          <p:val>
                                            <p:strVal val="#ppt_x"/>
                                          </p:val>
                                        </p:tav>
                                        <p:tav tm="100000">
                                          <p:val>
                                            <p:strVal val="#ppt_x"/>
                                          </p:val>
                                        </p:tav>
                                      </p:tavLst>
                                    </p:anim>
                                    <p:anim calcmode="lin" valueType="num">
                                      <p:cBhvr additive="base">
                                        <p:cTn dur="500" fill="hold" id="20"/>
                                        <p:tgtEl>
                                          <p:spTgt spid="1048865">
                                            <p:txEl>
                                              <p:pRg st="1" end="1"/>
                                            </p:txEl>
                                          </p:spTgt>
                                        </p:tgtEl>
                                        <p:attrNameLst>
                                          <p:attrName>ppt_y</p:attrName>
                                        </p:attrNameLst>
                                      </p:cBhvr>
                                      <p:tavLst>
                                        <p:tav tm="0">
                                          <p:val>
                                            <p:strVal val="1+#ppt_h/2"/>
                                          </p:val>
                                        </p:tav>
                                        <p:tav tm="100000">
                                          <p:val>
                                            <p:strVal val="#ppt_y"/>
                                          </p:val>
                                        </p:tav>
                                      </p:tavLst>
                                    </p:anim>
                                  </p:childTnLst>
                                </p:cTn>
                              </p:par>
                              <p:par>
                                <p:cTn fill="hold" id="21" nodeType="withEffect" presetClass="entr" presetID="2" presetSubtype="4">
                                  <p:stCondLst>
                                    <p:cond delay="0"/>
                                  </p:stCondLst>
                                  <p:childTnLst>
                                    <p:set>
                                      <p:cBhvr>
                                        <p:cTn dur="1" fill="hold" id="22">
                                          <p:stCondLst>
                                            <p:cond delay="0"/>
                                          </p:stCondLst>
                                        </p:cTn>
                                        <p:tgtEl>
                                          <p:spTgt spid="1048865">
                                            <p:txEl>
                                              <p:pRg st="2" end="2"/>
                                            </p:txEl>
                                          </p:spTgt>
                                        </p:tgtEl>
                                        <p:attrNameLst>
                                          <p:attrName>style.visibility</p:attrName>
                                        </p:attrNameLst>
                                      </p:cBhvr>
                                      <p:to>
                                        <p:strVal val="visible"/>
                                      </p:to>
                                    </p:set>
                                    <p:anim calcmode="lin" valueType="num">
                                      <p:cBhvr additive="base">
                                        <p:cTn dur="500" fill="hold" id="23"/>
                                        <p:tgtEl>
                                          <p:spTgt spid="1048865">
                                            <p:txEl>
                                              <p:pRg st="2" end="2"/>
                                            </p:txEl>
                                          </p:spTgt>
                                        </p:tgtEl>
                                        <p:attrNameLst>
                                          <p:attrName>ppt_x</p:attrName>
                                        </p:attrNameLst>
                                      </p:cBhvr>
                                      <p:tavLst>
                                        <p:tav tm="0">
                                          <p:val>
                                            <p:strVal val="#ppt_x"/>
                                          </p:val>
                                        </p:tav>
                                        <p:tav tm="100000">
                                          <p:val>
                                            <p:strVal val="#ppt_x"/>
                                          </p:val>
                                        </p:tav>
                                      </p:tavLst>
                                    </p:anim>
                                    <p:anim calcmode="lin" valueType="num">
                                      <p:cBhvr additive="base">
                                        <p:cTn dur="500" fill="hold" id="24"/>
                                        <p:tgtEl>
                                          <p:spTgt spid="1048865">
                                            <p:txEl>
                                              <p:pRg st="2" end="2"/>
                                            </p:txEl>
                                          </p:spTgt>
                                        </p:tgtEl>
                                        <p:attrNameLst>
                                          <p:attrName>ppt_y</p:attrName>
                                        </p:attrNameLst>
                                      </p:cBhvr>
                                      <p:tavLst>
                                        <p:tav tm="0">
                                          <p:val>
                                            <p:strVal val="1+#ppt_h/2"/>
                                          </p:val>
                                        </p:tav>
                                        <p:tav tm="100000">
                                          <p:val>
                                            <p:strVal val="#ppt_y"/>
                                          </p:val>
                                        </p:tav>
                                      </p:tavLst>
                                    </p:anim>
                                  </p:childTnLst>
                                </p:cTn>
                              </p:par>
                              <p:par>
                                <p:cTn fill="hold" id="25" nodeType="withEffect" presetClass="entr" presetID="2" presetSubtype="4">
                                  <p:stCondLst>
                                    <p:cond delay="0"/>
                                  </p:stCondLst>
                                  <p:childTnLst>
                                    <p:set>
                                      <p:cBhvr>
                                        <p:cTn dur="1" fill="hold" id="26">
                                          <p:stCondLst>
                                            <p:cond delay="0"/>
                                          </p:stCondLst>
                                        </p:cTn>
                                        <p:tgtEl>
                                          <p:spTgt spid="1048865">
                                            <p:txEl>
                                              <p:pRg st="3" end="3"/>
                                            </p:txEl>
                                          </p:spTgt>
                                        </p:tgtEl>
                                        <p:attrNameLst>
                                          <p:attrName>style.visibility</p:attrName>
                                        </p:attrNameLst>
                                      </p:cBhvr>
                                      <p:to>
                                        <p:strVal val="visible"/>
                                      </p:to>
                                    </p:set>
                                    <p:anim calcmode="lin" valueType="num">
                                      <p:cBhvr additive="base">
                                        <p:cTn dur="500" fill="hold" id="27"/>
                                        <p:tgtEl>
                                          <p:spTgt spid="1048865">
                                            <p:txEl>
                                              <p:pRg st="3" end="3"/>
                                            </p:txEl>
                                          </p:spTgt>
                                        </p:tgtEl>
                                        <p:attrNameLst>
                                          <p:attrName>ppt_x</p:attrName>
                                        </p:attrNameLst>
                                      </p:cBhvr>
                                      <p:tavLst>
                                        <p:tav tm="0">
                                          <p:val>
                                            <p:strVal val="#ppt_x"/>
                                          </p:val>
                                        </p:tav>
                                        <p:tav tm="100000">
                                          <p:val>
                                            <p:strVal val="#ppt_x"/>
                                          </p:val>
                                        </p:tav>
                                      </p:tavLst>
                                    </p:anim>
                                    <p:anim calcmode="lin" valueType="num">
                                      <p:cBhvr additive="base">
                                        <p:cTn dur="500" fill="hold" id="28"/>
                                        <p:tgtEl>
                                          <p:spTgt spid="1048865">
                                            <p:txEl>
                                              <p:pRg st="3" end="3"/>
                                            </p:txEl>
                                          </p:spTgt>
                                        </p:tgtEl>
                                        <p:attrNameLst>
                                          <p:attrName>ppt_y</p:attrName>
                                        </p:attrNameLst>
                                      </p:cBhvr>
                                      <p:tavLst>
                                        <p:tav tm="0">
                                          <p:val>
                                            <p:strVal val="1+#ppt_h/2"/>
                                          </p:val>
                                        </p:tav>
                                        <p:tav tm="100000">
                                          <p:val>
                                            <p:strVal val="#ppt_y"/>
                                          </p:val>
                                        </p:tav>
                                      </p:tavLst>
                                    </p:anim>
                                  </p:childTnLst>
                                </p:cTn>
                              </p:par>
                              <p:par>
                                <p:cTn fill="hold" id="29" nodeType="withEffect" presetClass="entr" presetID="2" presetSubtype="4">
                                  <p:stCondLst>
                                    <p:cond delay="0"/>
                                  </p:stCondLst>
                                  <p:childTnLst>
                                    <p:set>
                                      <p:cBhvr>
                                        <p:cTn dur="1" fill="hold" id="30">
                                          <p:stCondLst>
                                            <p:cond delay="0"/>
                                          </p:stCondLst>
                                        </p:cTn>
                                        <p:tgtEl>
                                          <p:spTgt spid="1048865">
                                            <p:txEl>
                                              <p:pRg st="4" end="4"/>
                                            </p:txEl>
                                          </p:spTgt>
                                        </p:tgtEl>
                                        <p:attrNameLst>
                                          <p:attrName>style.visibility</p:attrName>
                                        </p:attrNameLst>
                                      </p:cBhvr>
                                      <p:to>
                                        <p:strVal val="visible"/>
                                      </p:to>
                                    </p:set>
                                    <p:anim calcmode="lin" valueType="num">
                                      <p:cBhvr additive="base">
                                        <p:cTn dur="500" fill="hold" id="31"/>
                                        <p:tgtEl>
                                          <p:spTgt spid="1048865">
                                            <p:txEl>
                                              <p:pRg st="4" end="4"/>
                                            </p:txEl>
                                          </p:spTgt>
                                        </p:tgtEl>
                                        <p:attrNameLst>
                                          <p:attrName>ppt_x</p:attrName>
                                        </p:attrNameLst>
                                      </p:cBhvr>
                                      <p:tavLst>
                                        <p:tav tm="0">
                                          <p:val>
                                            <p:strVal val="#ppt_x"/>
                                          </p:val>
                                        </p:tav>
                                        <p:tav tm="100000">
                                          <p:val>
                                            <p:strVal val="#ppt_x"/>
                                          </p:val>
                                        </p:tav>
                                      </p:tavLst>
                                    </p:anim>
                                    <p:anim calcmode="lin" valueType="num">
                                      <p:cBhvr additive="base">
                                        <p:cTn dur="500" fill="hold" id="32"/>
                                        <p:tgtEl>
                                          <p:spTgt spid="1048865">
                                            <p:txEl>
                                              <p:pRg st="4" end="4"/>
                                            </p:txEl>
                                          </p:spTgt>
                                        </p:tgtEl>
                                        <p:attrNameLst>
                                          <p:attrName>ppt_y</p:attrName>
                                        </p:attrNameLst>
                                      </p:cBhvr>
                                      <p:tavLst>
                                        <p:tav tm="0">
                                          <p:val>
                                            <p:strVal val="1+#ppt_h/2"/>
                                          </p:val>
                                        </p:tav>
                                        <p:tav tm="100000">
                                          <p:val>
                                            <p:strVal val="#ppt_y"/>
                                          </p:val>
                                        </p:tav>
                                      </p:tavLst>
                                    </p:anim>
                                  </p:childTnLst>
                                </p:cTn>
                              </p:par>
                              <p:par>
                                <p:cTn fill="hold" id="33" nodeType="withEffect" presetClass="entr" presetID="2" presetSubtype="4">
                                  <p:stCondLst>
                                    <p:cond delay="0"/>
                                  </p:stCondLst>
                                  <p:childTnLst>
                                    <p:set>
                                      <p:cBhvr>
                                        <p:cTn dur="1" fill="hold" id="34">
                                          <p:stCondLst>
                                            <p:cond delay="0"/>
                                          </p:stCondLst>
                                        </p:cTn>
                                        <p:tgtEl>
                                          <p:spTgt spid="1048865">
                                            <p:txEl>
                                              <p:pRg st="5" end="5"/>
                                            </p:txEl>
                                          </p:spTgt>
                                        </p:tgtEl>
                                        <p:attrNameLst>
                                          <p:attrName>style.visibility</p:attrName>
                                        </p:attrNameLst>
                                      </p:cBhvr>
                                      <p:to>
                                        <p:strVal val="visible"/>
                                      </p:to>
                                    </p:set>
                                    <p:anim calcmode="lin" valueType="num">
                                      <p:cBhvr additive="base">
                                        <p:cTn dur="500" fill="hold" id="35"/>
                                        <p:tgtEl>
                                          <p:spTgt spid="1048865">
                                            <p:txEl>
                                              <p:pRg st="5" end="5"/>
                                            </p:txEl>
                                          </p:spTgt>
                                        </p:tgtEl>
                                        <p:attrNameLst>
                                          <p:attrName>ppt_x</p:attrName>
                                        </p:attrNameLst>
                                      </p:cBhvr>
                                      <p:tavLst>
                                        <p:tav tm="0">
                                          <p:val>
                                            <p:strVal val="#ppt_x"/>
                                          </p:val>
                                        </p:tav>
                                        <p:tav tm="100000">
                                          <p:val>
                                            <p:strVal val="#ppt_x"/>
                                          </p:val>
                                        </p:tav>
                                      </p:tavLst>
                                    </p:anim>
                                    <p:anim calcmode="lin" valueType="num">
                                      <p:cBhvr additive="base">
                                        <p:cTn dur="500" fill="hold" id="36"/>
                                        <p:tgtEl>
                                          <p:spTgt spid="1048865">
                                            <p:txEl>
                                              <p:pRg st="5" end="5"/>
                                            </p:txEl>
                                          </p:spTgt>
                                        </p:tgtEl>
                                        <p:attrNameLst>
                                          <p:attrName>ppt_y</p:attrName>
                                        </p:attrNameLst>
                                      </p:cBhvr>
                                      <p:tavLst>
                                        <p:tav tm="0">
                                          <p:val>
                                            <p:strVal val="1+#ppt_h/2"/>
                                          </p:val>
                                        </p:tav>
                                        <p:tav tm="100000">
                                          <p:val>
                                            <p:strVal val="#ppt_y"/>
                                          </p:val>
                                        </p:tav>
                                      </p:tavLst>
                                    </p:anim>
                                  </p:childTnLst>
                                </p:cTn>
                              </p:par>
                              <p:par>
                                <p:cTn fill="hold" id="37" nodeType="withEffect" presetClass="entr" presetID="2" presetSubtype="4">
                                  <p:stCondLst>
                                    <p:cond delay="0"/>
                                  </p:stCondLst>
                                  <p:childTnLst>
                                    <p:set>
                                      <p:cBhvr>
                                        <p:cTn dur="1" fill="hold" id="38">
                                          <p:stCondLst>
                                            <p:cond delay="0"/>
                                          </p:stCondLst>
                                        </p:cTn>
                                        <p:tgtEl>
                                          <p:spTgt spid="1048865">
                                            <p:txEl>
                                              <p:pRg st="6" end="6"/>
                                            </p:txEl>
                                          </p:spTgt>
                                        </p:tgtEl>
                                        <p:attrNameLst>
                                          <p:attrName>style.visibility</p:attrName>
                                        </p:attrNameLst>
                                      </p:cBhvr>
                                      <p:to>
                                        <p:strVal val="visible"/>
                                      </p:to>
                                    </p:set>
                                    <p:anim calcmode="lin" valueType="num">
                                      <p:cBhvr additive="base">
                                        <p:cTn dur="500" fill="hold" id="39"/>
                                        <p:tgtEl>
                                          <p:spTgt spid="1048865">
                                            <p:txEl>
                                              <p:pRg st="6" end="6"/>
                                            </p:txEl>
                                          </p:spTgt>
                                        </p:tgtEl>
                                        <p:attrNameLst>
                                          <p:attrName>ppt_x</p:attrName>
                                        </p:attrNameLst>
                                      </p:cBhvr>
                                      <p:tavLst>
                                        <p:tav tm="0">
                                          <p:val>
                                            <p:strVal val="#ppt_x"/>
                                          </p:val>
                                        </p:tav>
                                        <p:tav tm="100000">
                                          <p:val>
                                            <p:strVal val="#ppt_x"/>
                                          </p:val>
                                        </p:tav>
                                      </p:tavLst>
                                    </p:anim>
                                    <p:anim calcmode="lin" valueType="num">
                                      <p:cBhvr additive="base">
                                        <p:cTn dur="500" fill="hold" id="40"/>
                                        <p:tgtEl>
                                          <p:spTgt spid="1048865">
                                            <p:txEl>
                                              <p:pRg st="6" end="6"/>
                                            </p:txEl>
                                          </p:spTgt>
                                        </p:tgtEl>
                                        <p:attrNameLst>
                                          <p:attrName>ppt_y</p:attrName>
                                        </p:attrNameLst>
                                      </p:cBhvr>
                                      <p:tavLst>
                                        <p:tav tm="0">
                                          <p:val>
                                            <p:strVal val="1+#ppt_h/2"/>
                                          </p:val>
                                        </p:tav>
                                        <p:tav tm="100000">
                                          <p:val>
                                            <p:strVal val="#ppt_y"/>
                                          </p:val>
                                        </p:tav>
                                      </p:tavLst>
                                    </p:anim>
                                  </p:childTnLst>
                                </p:cTn>
                              </p:par>
                              <p:par>
                                <p:cTn fill="hold" id="41" nodeType="withEffect" presetClass="entr" presetID="2" presetSubtype="4">
                                  <p:stCondLst>
                                    <p:cond delay="0"/>
                                  </p:stCondLst>
                                  <p:childTnLst>
                                    <p:set>
                                      <p:cBhvr>
                                        <p:cTn dur="1" fill="hold" id="42">
                                          <p:stCondLst>
                                            <p:cond delay="0"/>
                                          </p:stCondLst>
                                        </p:cTn>
                                        <p:tgtEl>
                                          <p:spTgt spid="1048865">
                                            <p:txEl>
                                              <p:pRg st="7" end="7"/>
                                            </p:txEl>
                                          </p:spTgt>
                                        </p:tgtEl>
                                        <p:attrNameLst>
                                          <p:attrName>style.visibility</p:attrName>
                                        </p:attrNameLst>
                                      </p:cBhvr>
                                      <p:to>
                                        <p:strVal val="visible"/>
                                      </p:to>
                                    </p:set>
                                    <p:anim calcmode="lin" valueType="num">
                                      <p:cBhvr additive="base">
                                        <p:cTn dur="500" fill="hold" id="43"/>
                                        <p:tgtEl>
                                          <p:spTgt spid="1048865">
                                            <p:txEl>
                                              <p:pRg st="7" end="7"/>
                                            </p:txEl>
                                          </p:spTgt>
                                        </p:tgtEl>
                                        <p:attrNameLst>
                                          <p:attrName>ppt_x</p:attrName>
                                        </p:attrNameLst>
                                      </p:cBhvr>
                                      <p:tavLst>
                                        <p:tav tm="0">
                                          <p:val>
                                            <p:strVal val="#ppt_x"/>
                                          </p:val>
                                        </p:tav>
                                        <p:tav tm="100000">
                                          <p:val>
                                            <p:strVal val="#ppt_x"/>
                                          </p:val>
                                        </p:tav>
                                      </p:tavLst>
                                    </p:anim>
                                    <p:anim calcmode="lin" valueType="num">
                                      <p:cBhvr additive="base">
                                        <p:cTn dur="500" fill="hold" id="44"/>
                                        <p:tgtEl>
                                          <p:spTgt spid="1048865">
                                            <p:txEl>
                                              <p:pRg st="7" end="7"/>
                                            </p:txEl>
                                          </p:spTgt>
                                        </p:tgtEl>
                                        <p:attrNameLst>
                                          <p:attrName>ppt_y</p:attrName>
                                        </p:attrNameLst>
                                      </p:cBhvr>
                                      <p:tavLst>
                                        <p:tav tm="0">
                                          <p:val>
                                            <p:strVal val="1+#ppt_h/2"/>
                                          </p:val>
                                        </p:tav>
                                        <p:tav tm="100000">
                                          <p:val>
                                            <p:strVal val="#ppt_y"/>
                                          </p:val>
                                        </p:tav>
                                      </p:tavLst>
                                    </p:anim>
                                  </p:childTnLst>
                                </p:cTn>
                              </p:par>
                              <p:par>
                                <p:cTn fill="hold" id="45" nodeType="withEffect" presetClass="entr" presetID="2" presetSubtype="4">
                                  <p:stCondLst>
                                    <p:cond delay="0"/>
                                  </p:stCondLst>
                                  <p:childTnLst>
                                    <p:set>
                                      <p:cBhvr>
                                        <p:cTn dur="1" fill="hold" id="46">
                                          <p:stCondLst>
                                            <p:cond delay="0"/>
                                          </p:stCondLst>
                                        </p:cTn>
                                        <p:tgtEl>
                                          <p:spTgt spid="1048865">
                                            <p:txEl>
                                              <p:pRg st="8" end="8"/>
                                            </p:txEl>
                                          </p:spTgt>
                                        </p:tgtEl>
                                        <p:attrNameLst>
                                          <p:attrName>style.visibility</p:attrName>
                                        </p:attrNameLst>
                                      </p:cBhvr>
                                      <p:to>
                                        <p:strVal val="visible"/>
                                      </p:to>
                                    </p:set>
                                    <p:anim calcmode="lin" valueType="num">
                                      <p:cBhvr additive="base">
                                        <p:cTn dur="500" fill="hold" id="47"/>
                                        <p:tgtEl>
                                          <p:spTgt spid="1048865">
                                            <p:txEl>
                                              <p:pRg st="8" end="8"/>
                                            </p:txEl>
                                          </p:spTgt>
                                        </p:tgtEl>
                                        <p:attrNameLst>
                                          <p:attrName>ppt_x</p:attrName>
                                        </p:attrNameLst>
                                      </p:cBhvr>
                                      <p:tavLst>
                                        <p:tav tm="0">
                                          <p:val>
                                            <p:strVal val="#ppt_x"/>
                                          </p:val>
                                        </p:tav>
                                        <p:tav tm="100000">
                                          <p:val>
                                            <p:strVal val="#ppt_x"/>
                                          </p:val>
                                        </p:tav>
                                      </p:tavLst>
                                    </p:anim>
                                    <p:anim calcmode="lin" valueType="num">
                                      <p:cBhvr additive="base">
                                        <p:cTn dur="500" fill="hold" id="48"/>
                                        <p:tgtEl>
                                          <p:spTgt spid="1048865">
                                            <p:txEl>
                                              <p:pRg st="8" end="8"/>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48864" grpId="0"/>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248" name=""/>
        <p:cNvGrpSpPr/>
        <p:nvPr/>
      </p:nvGrpSpPr>
      <p:grpSpPr>
        <a:xfrm>
          <a:off x="0" y="0"/>
          <a:ext cx="0" cy="0"/>
          <a:chOff x="0" y="0"/>
          <a:chExt cx="0" cy="0"/>
        </a:xfrm>
      </p:grpSpPr>
      <p:sp>
        <p:nvSpPr>
          <p:cNvPr id="1048869" name="Title 1"/>
          <p:cNvSpPr>
            <a:spLocks noGrp="1"/>
          </p:cNvSpPr>
          <p:nvPr>
            <p:ph type="title"/>
          </p:nvPr>
        </p:nvSpPr>
        <p:spPr>
          <a:xfrm>
            <a:off x="0" y="0"/>
            <a:ext cx="9144000" cy="1408176"/>
          </a:xfrm>
        </p:spPr>
        <p:txBody>
          <a:bodyPr>
            <a:normAutofit/>
          </a:bodyPr>
          <a:p>
            <a:pPr algn="ctr"/>
            <a:r>
              <a:rPr dirty="0" sz="6000" lang="en-US" smtClean="0"/>
              <a:t>Groups of Algae </a:t>
            </a:r>
            <a:endParaRPr dirty="0" sz="6000" lang="en-GB"/>
          </a:p>
        </p:txBody>
      </p:sp>
      <p:sp>
        <p:nvSpPr>
          <p:cNvPr id="1048870" name="Content Placeholder 2"/>
          <p:cNvSpPr>
            <a:spLocks noGrp="1"/>
          </p:cNvSpPr>
          <p:nvPr>
            <p:ph idx="1"/>
          </p:nvPr>
        </p:nvSpPr>
        <p:spPr>
          <a:xfrm>
            <a:off x="0" y="1500174"/>
            <a:ext cx="9144000" cy="5357825"/>
          </a:xfrm>
        </p:spPr>
        <p:txBody>
          <a:bodyPr/>
          <a:p>
            <a:pPr lvl="0"/>
            <a:r>
              <a:rPr dirty="0" lang="en-US" smtClean="0">
                <a:solidFill>
                  <a:srgbClr val="FFFF00"/>
                </a:solidFill>
              </a:rPr>
              <a:t>Green Algae- </a:t>
            </a:r>
            <a:r>
              <a:rPr dirty="0" i="1" lang="en-US" smtClean="0">
                <a:solidFill>
                  <a:srgbClr val="FFFF00"/>
                </a:solidFill>
              </a:rPr>
              <a:t>Chlamydomonas, </a:t>
            </a:r>
          </a:p>
          <a:p>
            <a:pPr lvl="0"/>
            <a:endParaRPr dirty="0" lang="en-GB" smtClean="0">
              <a:solidFill>
                <a:srgbClr val="FFFF00"/>
              </a:solidFill>
            </a:endParaRPr>
          </a:p>
          <a:p>
            <a:pPr lvl="0"/>
            <a:endParaRPr dirty="0" lang="en-GB" smtClean="0">
              <a:solidFill>
                <a:srgbClr val="FFFF00"/>
              </a:solidFill>
            </a:endParaRPr>
          </a:p>
        </p:txBody>
      </p:sp>
      <p:pic>
        <p:nvPicPr>
          <p:cNvPr id="2097172" name="Picture 3" descr="Chlamydomonas"/>
          <p:cNvPicPr>
            <a:picLocks/>
          </p:cNvPicPr>
          <p:nvPr/>
        </p:nvPicPr>
        <p:blipFill>
          <a:blip xmlns:r="http://schemas.openxmlformats.org/officeDocument/2006/relationships" r:embed="rId1" cstate="print">
            <a:lum contrast="44000"/>
          </a:blip>
          <a:srcRect/>
          <a:stretch>
            <a:fillRect/>
          </a:stretch>
        </p:blipFill>
        <p:spPr bwMode="auto">
          <a:xfrm>
            <a:off x="0" y="2071678"/>
            <a:ext cx="9144000" cy="4786322"/>
          </a:xfrm>
          <a:prstGeom prst="rect"/>
          <a:noFill/>
          <a:ln w="9525">
            <a:noFill/>
            <a:miter lim="800000"/>
            <a:headEnd/>
            <a:tailEnd/>
          </a:ln>
        </p:spPr>
      </p:pic>
    </p:spTree>
  </p:cSld>
  <p:clrMapOvr>
    <a:masterClrMapping/>
  </p:clrMapOvr>
  <p:timing>
    <p:tnLst>
      <p:par>
        <p:cTn dur="indefinite" id="1" nodeType="tmRoot" restart="never">
          <p:childTnLst>
            <p:seq concurrent="1" nextAc="seek">
              <p:cTn dur="indefinite" id="2" nodeType="mainSeq">
                <p:childTnLst>
                  <p:par>
                    <p:cTn fill="hold" id="3">
                      <p:stCondLst>
                        <p:cond delay="indefinite"/>
                      </p:stCondLst>
                      <p:childTnLst>
                        <p:par>
                          <p:cTn fill="hold" id="4">
                            <p:stCondLst>
                              <p:cond delay="0"/>
                            </p:stCondLst>
                            <p:childTnLst>
                              <p:par>
                                <p:cTn fill="hold" grpId="0" id="5" nodeType="clickEffect" presetClass="entr" presetID="2" presetSubtype="4">
                                  <p:stCondLst>
                                    <p:cond delay="0"/>
                                  </p:stCondLst>
                                  <p:childTnLst>
                                    <p:set>
                                      <p:cBhvr>
                                        <p:cTn dur="1" fill="hold" id="6">
                                          <p:stCondLst>
                                            <p:cond delay="0"/>
                                          </p:stCondLst>
                                        </p:cTn>
                                        <p:tgtEl>
                                          <p:spTgt spid="1048869"/>
                                        </p:tgtEl>
                                        <p:attrNameLst>
                                          <p:attrName>style.visibility</p:attrName>
                                        </p:attrNameLst>
                                      </p:cBhvr>
                                      <p:to>
                                        <p:strVal val="visible"/>
                                      </p:to>
                                    </p:set>
                                    <p:anim calcmode="lin" valueType="num">
                                      <p:cBhvr additive="base">
                                        <p:cTn dur="500" fill="hold" id="7"/>
                                        <p:tgtEl>
                                          <p:spTgt spid="1048869"/>
                                        </p:tgtEl>
                                        <p:attrNameLst>
                                          <p:attrName>ppt_x</p:attrName>
                                        </p:attrNameLst>
                                      </p:cBhvr>
                                      <p:tavLst>
                                        <p:tav tm="0">
                                          <p:val>
                                            <p:strVal val="#ppt_x"/>
                                          </p:val>
                                        </p:tav>
                                        <p:tav tm="100000">
                                          <p:val>
                                            <p:strVal val="#ppt_x"/>
                                          </p:val>
                                        </p:tav>
                                      </p:tavLst>
                                    </p:anim>
                                    <p:anim calcmode="lin" valueType="num">
                                      <p:cBhvr additive="base">
                                        <p:cTn dur="500" fill="hold" id="8"/>
                                        <p:tgtEl>
                                          <p:spTgt spid="1048869"/>
                                        </p:tgtEl>
                                        <p:attrNameLst>
                                          <p:attrName>ppt_y</p:attrName>
                                        </p:attrNameLst>
                                      </p:cBhvr>
                                      <p:tavLst>
                                        <p:tav tm="0">
                                          <p:val>
                                            <p:strVal val="1+#ppt_h/2"/>
                                          </p:val>
                                        </p:tav>
                                        <p:tav tm="100000">
                                          <p:val>
                                            <p:strVal val="#ppt_y"/>
                                          </p:val>
                                        </p:tav>
                                      </p:tavLst>
                                    </p:anim>
                                  </p:childTnLst>
                                </p:cTn>
                              </p:par>
                            </p:childTnLst>
                          </p:cTn>
                        </p:par>
                      </p:childTnLst>
                    </p:cTn>
                  </p:par>
                  <p:par>
                    <p:cTn fill="hold" id="9">
                      <p:stCondLst>
                        <p:cond delay="indefinite"/>
                      </p:stCondLst>
                      <p:childTnLst>
                        <p:par>
                          <p:cTn fill="hold" id="10">
                            <p:stCondLst>
                              <p:cond delay="0"/>
                            </p:stCondLst>
                            <p:childTnLst>
                              <p:par>
                                <p:cTn fill="hold" id="11" nodeType="clickEffect" presetClass="entr" presetID="2" presetSubtype="4">
                                  <p:stCondLst>
                                    <p:cond delay="0"/>
                                  </p:stCondLst>
                                  <p:childTnLst>
                                    <p:set>
                                      <p:cBhvr>
                                        <p:cTn dur="1" fill="hold" id="12">
                                          <p:stCondLst>
                                            <p:cond delay="0"/>
                                          </p:stCondLst>
                                        </p:cTn>
                                        <p:tgtEl>
                                          <p:spTgt spid="1048870">
                                            <p:txEl>
                                              <p:pRg st="0" end="0"/>
                                            </p:txEl>
                                          </p:spTgt>
                                        </p:tgtEl>
                                        <p:attrNameLst>
                                          <p:attrName>style.visibility</p:attrName>
                                        </p:attrNameLst>
                                      </p:cBhvr>
                                      <p:to>
                                        <p:strVal val="visible"/>
                                      </p:to>
                                    </p:set>
                                    <p:anim calcmode="lin" valueType="num">
                                      <p:cBhvr additive="base">
                                        <p:cTn dur="500" fill="hold" id="13"/>
                                        <p:tgtEl>
                                          <p:spTgt spid="1048870">
                                            <p:txEl>
                                              <p:pRg st="0" end="0"/>
                                            </p:txEl>
                                          </p:spTgt>
                                        </p:tgtEl>
                                        <p:attrNameLst>
                                          <p:attrName>ppt_x</p:attrName>
                                        </p:attrNameLst>
                                      </p:cBhvr>
                                      <p:tavLst>
                                        <p:tav tm="0">
                                          <p:val>
                                            <p:strVal val="#ppt_x"/>
                                          </p:val>
                                        </p:tav>
                                        <p:tav tm="100000">
                                          <p:val>
                                            <p:strVal val="#ppt_x"/>
                                          </p:val>
                                        </p:tav>
                                      </p:tavLst>
                                    </p:anim>
                                    <p:anim calcmode="lin" valueType="num">
                                      <p:cBhvr additive="base">
                                        <p:cTn dur="500" fill="hold" id="14"/>
                                        <p:tgtEl>
                                          <p:spTgt spid="1048870">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48869" grpId="0"/>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251" name=""/>
        <p:cNvGrpSpPr/>
        <p:nvPr/>
      </p:nvGrpSpPr>
      <p:grpSpPr>
        <a:xfrm>
          <a:off x="0" y="0"/>
          <a:ext cx="0" cy="0"/>
          <a:chOff x="0" y="0"/>
          <a:chExt cx="0" cy="0"/>
        </a:xfrm>
      </p:grpSpPr>
      <p:sp>
        <p:nvSpPr>
          <p:cNvPr id="1048874" name="Title 1"/>
          <p:cNvSpPr>
            <a:spLocks noGrp="1"/>
          </p:cNvSpPr>
          <p:nvPr>
            <p:ph type="title"/>
          </p:nvPr>
        </p:nvSpPr>
        <p:spPr>
          <a:xfrm>
            <a:off x="0" y="0"/>
            <a:ext cx="9144000" cy="1408176"/>
          </a:xfrm>
        </p:spPr>
        <p:txBody>
          <a:bodyPr>
            <a:normAutofit fontScale="90000"/>
          </a:bodyPr>
          <a:p>
            <a:pPr algn="ctr" lvl="0"/>
            <a:r>
              <a:rPr dirty="0" lang="en-US" smtClean="0">
                <a:solidFill>
                  <a:srgbClr val="FFFF00"/>
                </a:solidFill>
              </a:rPr>
              <a:t/>
            </a:r>
            <a:br>
              <a:rPr dirty="0" lang="en-US" smtClean="0">
                <a:solidFill>
                  <a:srgbClr val="FFFF00"/>
                </a:solidFill>
              </a:rPr>
            </a:br>
            <a:r>
              <a:rPr dirty="0" lang="en-US" smtClean="0">
                <a:solidFill>
                  <a:srgbClr val="FFFF00"/>
                </a:solidFill>
              </a:rPr>
              <a:t>Blue-green Algae- </a:t>
            </a:r>
            <a:r>
              <a:rPr dirty="0" i="1" lang="en-US" err="1" smtClean="0">
                <a:solidFill>
                  <a:srgbClr val="FFFF00"/>
                </a:solidFill>
              </a:rPr>
              <a:t>Nostoc</a:t>
            </a:r>
            <a:r>
              <a:rPr dirty="0" i="1" lang="en-US" smtClean="0">
                <a:solidFill>
                  <a:srgbClr val="FFFF00"/>
                </a:solidFill>
              </a:rPr>
              <a:t>, Anabaena</a:t>
            </a:r>
            <a:br>
              <a:rPr dirty="0" i="1" lang="en-US" smtClean="0">
                <a:solidFill>
                  <a:srgbClr val="FFFF00"/>
                </a:solidFill>
              </a:rPr>
            </a:br>
            <a:endParaRPr dirty="0" lang="en-GB"/>
          </a:p>
        </p:txBody>
      </p:sp>
      <p:pic>
        <p:nvPicPr>
          <p:cNvPr id="2097173" name="Content Placeholder 3" descr="C:\Users\Moji\Desktop\anabaena spp 3.jpg"/>
          <p:cNvPicPr>
            <a:picLocks noGrp="1"/>
          </p:cNvPicPr>
          <p:nvPr>
            <p:ph idx="1"/>
          </p:nvPr>
        </p:nvPicPr>
        <p:blipFill>
          <a:blip xmlns:r="http://schemas.openxmlformats.org/officeDocument/2006/relationships" r:embed="rId1" cstate="print"/>
          <a:srcRect t="2823"/>
          <a:stretch>
            <a:fillRect/>
          </a:stretch>
        </p:blipFill>
        <p:spPr bwMode="auto">
          <a:xfrm>
            <a:off x="1" y="1571612"/>
            <a:ext cx="9144000" cy="5286387"/>
          </a:xfrm>
          <a:prstGeom prst="rect"/>
          <a:noFill/>
          <a:ln w="9525">
            <a:noFill/>
            <a:miter lim="800000"/>
            <a:headEnd/>
            <a:tailEnd/>
          </a:ln>
        </p:spPr>
      </p:pic>
    </p:spTree>
  </p:cSld>
  <p:clrMapOvr>
    <a:masterClrMapping/>
  </p:clrMapOvr>
  <p:timing>
    <p:tnLst>
      <p:par>
        <p:cTn dur="indefinite" id="1" nodeType="tmRoot" restart="never">
          <p:childTnLst>
            <p:seq concurrent="1" nextAc="seek">
              <p:cTn dur="indefinite" id="2" nodeType="mainSeq">
                <p:childTnLst>
                  <p:par>
                    <p:cTn fill="hold" id="3">
                      <p:stCondLst>
                        <p:cond delay="indefinite"/>
                      </p:stCondLst>
                      <p:childTnLst>
                        <p:par>
                          <p:cTn fill="hold" id="4">
                            <p:stCondLst>
                              <p:cond delay="0"/>
                            </p:stCondLst>
                            <p:childTnLst>
                              <p:par>
                                <p:cTn fill="hold" grpId="0" id="5" nodeType="clickEffect" presetClass="entr" presetID="2" presetSubtype="4">
                                  <p:stCondLst>
                                    <p:cond delay="0"/>
                                  </p:stCondLst>
                                  <p:childTnLst>
                                    <p:set>
                                      <p:cBhvr>
                                        <p:cTn dur="1" fill="hold" id="6">
                                          <p:stCondLst>
                                            <p:cond delay="0"/>
                                          </p:stCondLst>
                                        </p:cTn>
                                        <p:tgtEl>
                                          <p:spTgt spid="1048874"/>
                                        </p:tgtEl>
                                        <p:attrNameLst>
                                          <p:attrName>style.visibility</p:attrName>
                                        </p:attrNameLst>
                                      </p:cBhvr>
                                      <p:to>
                                        <p:strVal val="visible"/>
                                      </p:to>
                                    </p:set>
                                    <p:anim calcmode="lin" valueType="num">
                                      <p:cBhvr additive="base">
                                        <p:cTn dur="500" fill="hold" id="7"/>
                                        <p:tgtEl>
                                          <p:spTgt spid="1048874"/>
                                        </p:tgtEl>
                                        <p:attrNameLst>
                                          <p:attrName>ppt_x</p:attrName>
                                        </p:attrNameLst>
                                      </p:cBhvr>
                                      <p:tavLst>
                                        <p:tav tm="0">
                                          <p:val>
                                            <p:strVal val="#ppt_x"/>
                                          </p:val>
                                        </p:tav>
                                        <p:tav tm="100000">
                                          <p:val>
                                            <p:strVal val="#ppt_x"/>
                                          </p:val>
                                        </p:tav>
                                      </p:tavLst>
                                    </p:anim>
                                    <p:anim calcmode="lin" valueType="num">
                                      <p:cBhvr additive="base">
                                        <p:cTn dur="500" fill="hold" id="8"/>
                                        <p:tgtEl>
                                          <p:spTgt spid="1048874"/>
                                        </p:tgtEl>
                                        <p:attrNameLst>
                                          <p:attrName>ppt_y</p:attrName>
                                        </p:attrNameLst>
                                      </p:cBhvr>
                                      <p:tavLst>
                                        <p:tav tm="0">
                                          <p:val>
                                            <p:strVal val="1+#ppt_h/2"/>
                                          </p:val>
                                        </p:tav>
                                        <p:tav tm="100000">
                                          <p:val>
                                            <p:strVal val="#ppt_y"/>
                                          </p:val>
                                        </p:tav>
                                      </p:tavLst>
                                    </p:anim>
                                  </p:childTnLst>
                                </p:cTn>
                              </p:par>
                            </p:childTnLst>
                          </p:cTn>
                        </p:par>
                      </p:childTnLst>
                    </p:cTn>
                  </p:par>
                  <p:par>
                    <p:cTn fill="hold" id="9">
                      <p:stCondLst>
                        <p:cond delay="indefinite"/>
                      </p:stCondLst>
                      <p:childTnLst>
                        <p:par>
                          <p:cTn fill="hold" id="10">
                            <p:stCondLst>
                              <p:cond delay="0"/>
                            </p:stCondLst>
                            <p:childTnLst>
                              <p:par>
                                <p:cTn fill="hold" id="11" nodeType="clickEffect" presetClass="entr" presetID="2" presetSubtype="4">
                                  <p:stCondLst>
                                    <p:cond delay="0"/>
                                  </p:stCondLst>
                                  <p:childTnLst>
                                    <p:set>
                                      <p:cBhvr>
                                        <p:cTn dur="1" fill="hold" id="12">
                                          <p:stCondLst>
                                            <p:cond delay="0"/>
                                          </p:stCondLst>
                                        </p:cTn>
                                        <p:tgtEl>
                                          <p:spTgt spid="2097173"/>
                                        </p:tgtEl>
                                        <p:attrNameLst>
                                          <p:attrName>style.visibility</p:attrName>
                                        </p:attrNameLst>
                                      </p:cBhvr>
                                      <p:to>
                                        <p:strVal val="visible"/>
                                      </p:to>
                                    </p:set>
                                    <p:anim calcmode="lin" valueType="num">
                                      <p:cBhvr additive="base">
                                        <p:cTn dur="500" fill="hold" id="13"/>
                                        <p:tgtEl>
                                          <p:spTgt spid="2097173"/>
                                        </p:tgtEl>
                                        <p:attrNameLst>
                                          <p:attrName>ppt_x</p:attrName>
                                        </p:attrNameLst>
                                      </p:cBhvr>
                                      <p:tavLst>
                                        <p:tav tm="0">
                                          <p:val>
                                            <p:strVal val="#ppt_x"/>
                                          </p:val>
                                        </p:tav>
                                        <p:tav tm="100000">
                                          <p:val>
                                            <p:strVal val="#ppt_x"/>
                                          </p:val>
                                        </p:tav>
                                      </p:tavLst>
                                    </p:anim>
                                    <p:anim calcmode="lin" valueType="num">
                                      <p:cBhvr additive="base">
                                        <p:cTn dur="500" fill="hold" id="14"/>
                                        <p:tgtEl>
                                          <p:spTgt spid="209717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48874" grpId="0"/>
    </p:bld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254" name=""/>
        <p:cNvGrpSpPr/>
        <p:nvPr/>
      </p:nvGrpSpPr>
      <p:grpSpPr>
        <a:xfrm>
          <a:off x="0" y="0"/>
          <a:ext cx="0" cy="0"/>
          <a:chOff x="0" y="0"/>
          <a:chExt cx="0" cy="0"/>
        </a:xfrm>
      </p:grpSpPr>
      <p:sp>
        <p:nvSpPr>
          <p:cNvPr id="1048878" name="Title 1"/>
          <p:cNvSpPr>
            <a:spLocks noGrp="1"/>
          </p:cNvSpPr>
          <p:nvPr>
            <p:ph type="title"/>
          </p:nvPr>
        </p:nvSpPr>
        <p:spPr/>
        <p:txBody>
          <a:bodyPr/>
          <a:p>
            <a:pPr algn="ctr"/>
            <a:r>
              <a:rPr dirty="0" i="1" lang="en-US" smtClean="0"/>
              <a:t>Euglena</a:t>
            </a:r>
            <a:endParaRPr dirty="0" i="1" lang="en-US"/>
          </a:p>
        </p:txBody>
      </p:sp>
      <p:pic>
        <p:nvPicPr>
          <p:cNvPr id="2097174" name="Content Placeholder 3" descr="C:\Users\Moji\Desktop\euglena 1.jpg"/>
          <p:cNvPicPr>
            <a:picLocks noGrp="1"/>
          </p:cNvPicPr>
          <p:nvPr>
            <p:ph idx="1"/>
          </p:nvPr>
        </p:nvPicPr>
        <p:blipFill>
          <a:blip xmlns:r="http://schemas.openxmlformats.org/officeDocument/2006/relationships" r:embed="rId1" cstate="print"/>
          <a:srcRect/>
          <a:stretch>
            <a:fillRect/>
          </a:stretch>
        </p:blipFill>
        <p:spPr bwMode="auto">
          <a:xfrm>
            <a:off x="395536" y="1844824"/>
            <a:ext cx="8496944" cy="5013176"/>
          </a:xfrm>
          <a:prstGeom prst="rect"/>
          <a:noFill/>
          <a:ln w="9525">
            <a:noFill/>
            <a:miter lim="800000"/>
            <a:headEnd/>
            <a:tailEnd/>
          </a:ln>
        </p:spPr>
      </p:pic>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255" name=""/>
        <p:cNvGrpSpPr/>
        <p:nvPr/>
      </p:nvGrpSpPr>
      <p:grpSpPr>
        <a:xfrm>
          <a:off x="0" y="0"/>
          <a:ext cx="0" cy="0"/>
          <a:chOff x="0" y="0"/>
          <a:chExt cx="0" cy="0"/>
        </a:xfrm>
      </p:grpSpPr>
      <p:sp>
        <p:nvSpPr>
          <p:cNvPr id="1048879" name="Title 1"/>
          <p:cNvSpPr>
            <a:spLocks noGrp="1"/>
          </p:cNvSpPr>
          <p:nvPr>
            <p:ph type="title"/>
          </p:nvPr>
        </p:nvSpPr>
        <p:spPr/>
        <p:txBody>
          <a:bodyPr/>
          <a:p>
            <a:r>
              <a:rPr dirty="0" lang="en-GB" smtClean="0"/>
              <a:t>Groups of Algae cont’d</a:t>
            </a:r>
            <a:endParaRPr dirty="0" lang="en-GB"/>
          </a:p>
        </p:txBody>
      </p:sp>
      <p:sp>
        <p:nvSpPr>
          <p:cNvPr id="1048880" name="Content Placeholder 2"/>
          <p:cNvSpPr>
            <a:spLocks noGrp="1"/>
          </p:cNvSpPr>
          <p:nvPr>
            <p:ph idx="1"/>
          </p:nvPr>
        </p:nvSpPr>
        <p:spPr/>
        <p:txBody>
          <a:bodyPr/>
          <a:p>
            <a:pPr lvl="0"/>
            <a:r>
              <a:rPr dirty="0" lang="en-US" smtClean="0">
                <a:solidFill>
                  <a:srgbClr val="FFFF00"/>
                </a:solidFill>
              </a:rPr>
              <a:t>Brown Algae- </a:t>
            </a:r>
            <a:r>
              <a:rPr dirty="0" i="1" lang="en-US" err="1" smtClean="0">
                <a:solidFill>
                  <a:srgbClr val="FFFF00"/>
                </a:solidFill>
              </a:rPr>
              <a:t>Fucus</a:t>
            </a:r>
            <a:endParaRPr dirty="0" i="1" lang="en-US" smtClean="0">
              <a:solidFill>
                <a:srgbClr val="FFFF00"/>
              </a:solidFill>
            </a:endParaRPr>
          </a:p>
          <a:p>
            <a:pPr lvl="0"/>
            <a:endParaRPr dirty="0" i="1" lang="en-US" smtClean="0">
              <a:solidFill>
                <a:srgbClr val="FFFF00"/>
              </a:solidFill>
            </a:endParaRPr>
          </a:p>
          <a:p>
            <a:pPr lvl="0"/>
            <a:endParaRPr dirty="0" lang="en-GB" smtClean="0">
              <a:solidFill>
                <a:srgbClr val="FFFF00"/>
              </a:solidFill>
            </a:endParaRPr>
          </a:p>
          <a:p>
            <a:endParaRPr dirty="0" lang="en-US" smtClean="0">
              <a:solidFill>
                <a:srgbClr val="FFFF00"/>
              </a:solidFill>
            </a:endParaRPr>
          </a:p>
          <a:p>
            <a:endParaRPr dirty="0" lang="en-US" smtClean="0">
              <a:solidFill>
                <a:srgbClr val="FFFF00"/>
              </a:solidFill>
            </a:endParaRPr>
          </a:p>
          <a:p>
            <a:endParaRPr dirty="0" lang="en-US" smtClean="0">
              <a:solidFill>
                <a:srgbClr val="FFFF00"/>
              </a:solidFill>
            </a:endParaRPr>
          </a:p>
          <a:p>
            <a:endParaRPr dirty="0" lang="en-US" smtClean="0">
              <a:solidFill>
                <a:srgbClr val="FFFF00"/>
              </a:solidFill>
            </a:endParaRPr>
          </a:p>
          <a:p>
            <a:endParaRPr dirty="0" lang="en-US" smtClean="0">
              <a:solidFill>
                <a:srgbClr val="FFFF00"/>
              </a:solidFill>
            </a:endParaRPr>
          </a:p>
          <a:p>
            <a:endParaRPr dirty="0" lang="en-GB"/>
          </a:p>
        </p:txBody>
      </p:sp>
      <p:pic>
        <p:nvPicPr>
          <p:cNvPr id="2097175" name="Picture 3"/>
          <p:cNvPicPr>
            <a:picLocks/>
          </p:cNvPicPr>
          <p:nvPr/>
        </p:nvPicPr>
        <p:blipFill>
          <a:blip xmlns:r="http://schemas.openxmlformats.org/officeDocument/2006/relationships" r:embed="rId1" cstate="print"/>
          <a:srcRect/>
          <a:stretch>
            <a:fillRect/>
          </a:stretch>
        </p:blipFill>
        <p:spPr bwMode="auto">
          <a:xfrm>
            <a:off x="755576" y="2420888"/>
            <a:ext cx="7776864" cy="4437112"/>
          </a:xfrm>
          <a:prstGeom prst="rect"/>
          <a:noFill/>
          <a:ln w="9525">
            <a:noFill/>
            <a:miter lim="800000"/>
            <a:headEnd/>
            <a:tailEnd/>
          </a:ln>
        </p:spPr>
      </p:pic>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258" name=""/>
        <p:cNvGrpSpPr/>
        <p:nvPr/>
      </p:nvGrpSpPr>
      <p:grpSpPr>
        <a:xfrm>
          <a:off x="0" y="0"/>
          <a:ext cx="0" cy="0"/>
          <a:chOff x="0" y="0"/>
          <a:chExt cx="0" cy="0"/>
        </a:xfrm>
      </p:grpSpPr>
      <p:sp>
        <p:nvSpPr>
          <p:cNvPr id="1048884" name="Title 1"/>
          <p:cNvSpPr>
            <a:spLocks noGrp="1"/>
          </p:cNvSpPr>
          <p:nvPr>
            <p:ph type="title"/>
          </p:nvPr>
        </p:nvSpPr>
        <p:spPr/>
        <p:txBody>
          <a:bodyPr/>
          <a:p>
            <a:r>
              <a:rPr dirty="0" lang="en-US" smtClean="0"/>
              <a:t>A Coenobium of  </a:t>
            </a:r>
            <a:r>
              <a:rPr dirty="0" i="1" lang="en-US" err="1" smtClean="0"/>
              <a:t>Volvox</a:t>
            </a:r>
            <a:endParaRPr dirty="0" i="1" lang="en-US"/>
          </a:p>
        </p:txBody>
      </p:sp>
      <p:pic>
        <p:nvPicPr>
          <p:cNvPr id="2097176" name="Content Placeholder 3" descr="File:Alga volvox.png">
            <a:hlinkClick r:id="rId1"/>
          </p:cNvPr>
          <p:cNvPicPr>
            <a:picLocks noGrp="1"/>
          </p:cNvPicPr>
          <p:nvPr>
            <p:ph idx="1"/>
          </p:nvPr>
        </p:nvPicPr>
        <p:blipFill>
          <a:blip xmlns:r="http://schemas.openxmlformats.org/officeDocument/2006/relationships" r:embed="rId2" cstate="print"/>
          <a:srcRect/>
          <a:stretch>
            <a:fillRect/>
          </a:stretch>
        </p:blipFill>
        <p:spPr bwMode="auto">
          <a:xfrm>
            <a:off x="1043608" y="1628800"/>
            <a:ext cx="7128792" cy="4680520"/>
          </a:xfrm>
          <a:prstGeom prst="rect"/>
          <a:noFill/>
          <a:ln w="9525">
            <a:noFill/>
            <a:miter lim="800000"/>
            <a:headEnd/>
            <a:tailEnd/>
          </a:ln>
        </p:spPr>
      </p:pic>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259" name=""/>
        <p:cNvGrpSpPr/>
        <p:nvPr/>
      </p:nvGrpSpPr>
      <p:grpSpPr>
        <a:xfrm>
          <a:off x="0" y="0"/>
          <a:ext cx="0" cy="0"/>
          <a:chOff x="0" y="0"/>
          <a:chExt cx="0" cy="0"/>
        </a:xfrm>
      </p:grpSpPr>
      <p:sp>
        <p:nvSpPr>
          <p:cNvPr id="1048885" name="Title 1"/>
          <p:cNvSpPr>
            <a:spLocks noGrp="1"/>
          </p:cNvSpPr>
          <p:nvPr>
            <p:ph type="title"/>
          </p:nvPr>
        </p:nvSpPr>
        <p:spPr>
          <a:xfrm>
            <a:off x="0" y="0"/>
            <a:ext cx="9144000" cy="1408176"/>
          </a:xfrm>
        </p:spPr>
        <p:txBody>
          <a:bodyPr>
            <a:normAutofit fontScale="90000"/>
          </a:bodyPr>
          <a:p>
            <a:pPr algn="ctr"/>
            <a:r>
              <a:rPr dirty="0" sz="6700" lang="en-US" smtClean="0"/>
              <a:t/>
            </a:r>
            <a:br>
              <a:rPr dirty="0" sz="6700" lang="en-US" smtClean="0"/>
            </a:br>
            <a:r>
              <a:rPr dirty="0" sz="6700" lang="en-US" smtClean="0"/>
              <a:t>Characteristics of Algae</a:t>
            </a:r>
            <a:r>
              <a:rPr dirty="0" lang="en-GB" smtClean="0"/>
              <a:t/>
            </a:r>
            <a:br>
              <a:rPr dirty="0" lang="en-GB" smtClean="0"/>
            </a:br>
            <a:endParaRPr dirty="0" lang="en-GB"/>
          </a:p>
        </p:txBody>
      </p:sp>
      <p:sp>
        <p:nvSpPr>
          <p:cNvPr id="1048886" name="Content Placeholder 2"/>
          <p:cNvSpPr>
            <a:spLocks noGrp="1"/>
          </p:cNvSpPr>
          <p:nvPr>
            <p:ph idx="1"/>
          </p:nvPr>
        </p:nvSpPr>
        <p:spPr>
          <a:xfrm>
            <a:off x="0" y="1571612"/>
            <a:ext cx="9144000" cy="5286387"/>
          </a:xfrm>
        </p:spPr>
        <p:txBody>
          <a:bodyPr>
            <a:normAutofit fontScale="96875" lnSpcReduction="10000"/>
          </a:bodyPr>
          <a:p>
            <a:pPr lvl="0"/>
            <a:r>
              <a:rPr dirty="0" lang="en-US" smtClean="0">
                <a:solidFill>
                  <a:srgbClr val="FFFF00"/>
                </a:solidFill>
              </a:rPr>
              <a:t>They are generally small plants. Some are unicellular while others are multi cellular. A few have complex body structure.</a:t>
            </a:r>
          </a:p>
          <a:p>
            <a:pPr lvl="0"/>
            <a:r>
              <a:rPr dirty="0" lang="en-US" smtClean="0">
                <a:solidFill>
                  <a:srgbClr val="FFFF00"/>
                </a:solidFill>
              </a:rPr>
              <a:t>They possess the green pigment called chlorophyll which make them photosynthetic</a:t>
            </a:r>
          </a:p>
          <a:p>
            <a:r>
              <a:rPr dirty="0" lang="en-US" smtClean="0">
                <a:solidFill>
                  <a:srgbClr val="FFFF00"/>
                </a:solidFill>
              </a:rPr>
              <a:t>They are widely distributed in nature. They are found in both marine and fresh water habitats, on land, some are epiphytic (i.e. growing on trunks and branches of other plants), while a few occur in association with other plants as lichens and in animals as in the green hydra</a:t>
            </a:r>
            <a:r>
              <a:rPr dirty="0" lang="en-US" smtClean="0"/>
              <a:t>.</a:t>
            </a:r>
          </a:p>
          <a:p>
            <a:endParaRPr dirty="0" lang="en-GB" smtClean="0"/>
          </a:p>
          <a:p>
            <a:pPr lvl="0"/>
            <a:endParaRPr dirty="0" lang="en-US" smtClean="0">
              <a:solidFill>
                <a:srgbClr val="FFFF00"/>
              </a:solidFill>
            </a:endParaRPr>
          </a:p>
          <a:p>
            <a:pPr lvl="0"/>
            <a:endParaRPr dirty="0" lang="en-GB" smtClean="0">
              <a:solidFill>
                <a:srgbClr val="FFFF00"/>
              </a:solidFill>
            </a:endParaRPr>
          </a:p>
          <a:p>
            <a:endParaRPr dirty="0" lang="en-GB"/>
          </a:p>
        </p:txBody>
      </p:sp>
    </p:spTree>
  </p:cSld>
  <p:clrMapOvr>
    <a:masterClrMapping/>
  </p:clrMapOvr>
  <p:timing>
    <p:tnLst>
      <p:par>
        <p:cTn dur="indefinite" id="1" nodeType="tmRoot" restart="never">
          <p:childTnLst>
            <p:seq concurrent="1" nextAc="seek">
              <p:cTn dur="indefinite" id="2" nodeType="mainSeq">
                <p:childTnLst>
                  <p:par>
                    <p:cTn fill="hold" id="3">
                      <p:stCondLst>
                        <p:cond delay="indefinite"/>
                      </p:stCondLst>
                      <p:childTnLst>
                        <p:par>
                          <p:cTn fill="hold" id="4">
                            <p:stCondLst>
                              <p:cond delay="0"/>
                            </p:stCondLst>
                            <p:childTnLst>
                              <p:par>
                                <p:cTn fill="hold" grpId="0" id="5" nodeType="clickEffect" presetClass="entr" presetID="2" presetSubtype="4">
                                  <p:stCondLst>
                                    <p:cond delay="0"/>
                                  </p:stCondLst>
                                  <p:childTnLst>
                                    <p:set>
                                      <p:cBhvr>
                                        <p:cTn dur="1" fill="hold" id="6">
                                          <p:stCondLst>
                                            <p:cond delay="0"/>
                                          </p:stCondLst>
                                        </p:cTn>
                                        <p:tgtEl>
                                          <p:spTgt spid="1048885"/>
                                        </p:tgtEl>
                                        <p:attrNameLst>
                                          <p:attrName>style.visibility</p:attrName>
                                        </p:attrNameLst>
                                      </p:cBhvr>
                                      <p:to>
                                        <p:strVal val="visible"/>
                                      </p:to>
                                    </p:set>
                                    <p:anim calcmode="lin" valueType="num">
                                      <p:cBhvr additive="base">
                                        <p:cTn dur="500" fill="hold" id="7"/>
                                        <p:tgtEl>
                                          <p:spTgt spid="1048885"/>
                                        </p:tgtEl>
                                        <p:attrNameLst>
                                          <p:attrName>ppt_x</p:attrName>
                                        </p:attrNameLst>
                                      </p:cBhvr>
                                      <p:tavLst>
                                        <p:tav tm="0">
                                          <p:val>
                                            <p:strVal val="#ppt_x"/>
                                          </p:val>
                                        </p:tav>
                                        <p:tav tm="100000">
                                          <p:val>
                                            <p:strVal val="#ppt_x"/>
                                          </p:val>
                                        </p:tav>
                                      </p:tavLst>
                                    </p:anim>
                                    <p:anim calcmode="lin" valueType="num">
                                      <p:cBhvr additive="base">
                                        <p:cTn dur="500" fill="hold" id="8"/>
                                        <p:tgtEl>
                                          <p:spTgt spid="1048885"/>
                                        </p:tgtEl>
                                        <p:attrNameLst>
                                          <p:attrName>ppt_y</p:attrName>
                                        </p:attrNameLst>
                                      </p:cBhvr>
                                      <p:tavLst>
                                        <p:tav tm="0">
                                          <p:val>
                                            <p:strVal val="1+#ppt_h/2"/>
                                          </p:val>
                                        </p:tav>
                                        <p:tav tm="100000">
                                          <p:val>
                                            <p:strVal val="#ppt_y"/>
                                          </p:val>
                                        </p:tav>
                                      </p:tavLst>
                                    </p:anim>
                                  </p:childTnLst>
                                </p:cTn>
                              </p:par>
                            </p:childTnLst>
                          </p:cTn>
                        </p:par>
                      </p:childTnLst>
                    </p:cTn>
                  </p:par>
                  <p:par>
                    <p:cTn fill="hold" id="9">
                      <p:stCondLst>
                        <p:cond delay="indefinite"/>
                      </p:stCondLst>
                      <p:childTnLst>
                        <p:par>
                          <p:cTn fill="hold" id="10">
                            <p:stCondLst>
                              <p:cond delay="0"/>
                            </p:stCondLst>
                            <p:childTnLst>
                              <p:par>
                                <p:cTn fill="hold" id="11" nodeType="clickEffect" presetClass="entr" presetID="2" presetSubtype="4">
                                  <p:stCondLst>
                                    <p:cond delay="0"/>
                                  </p:stCondLst>
                                  <p:childTnLst>
                                    <p:set>
                                      <p:cBhvr>
                                        <p:cTn dur="1" fill="hold" id="12">
                                          <p:stCondLst>
                                            <p:cond delay="0"/>
                                          </p:stCondLst>
                                        </p:cTn>
                                        <p:tgtEl>
                                          <p:spTgt spid="1048886">
                                            <p:txEl>
                                              <p:pRg st="0" end="0"/>
                                            </p:txEl>
                                          </p:spTgt>
                                        </p:tgtEl>
                                        <p:attrNameLst>
                                          <p:attrName>style.visibility</p:attrName>
                                        </p:attrNameLst>
                                      </p:cBhvr>
                                      <p:to>
                                        <p:strVal val="visible"/>
                                      </p:to>
                                    </p:set>
                                    <p:anim calcmode="lin" valueType="num">
                                      <p:cBhvr additive="base">
                                        <p:cTn dur="500" fill="hold" id="13"/>
                                        <p:tgtEl>
                                          <p:spTgt spid="1048886">
                                            <p:txEl>
                                              <p:pRg st="0" end="0"/>
                                            </p:txEl>
                                          </p:spTgt>
                                        </p:tgtEl>
                                        <p:attrNameLst>
                                          <p:attrName>ppt_x</p:attrName>
                                        </p:attrNameLst>
                                      </p:cBhvr>
                                      <p:tavLst>
                                        <p:tav tm="0">
                                          <p:val>
                                            <p:strVal val="#ppt_x"/>
                                          </p:val>
                                        </p:tav>
                                        <p:tav tm="100000">
                                          <p:val>
                                            <p:strVal val="#ppt_x"/>
                                          </p:val>
                                        </p:tav>
                                      </p:tavLst>
                                    </p:anim>
                                    <p:anim calcmode="lin" valueType="num">
                                      <p:cBhvr additive="base">
                                        <p:cTn dur="500" fill="hold" id="14"/>
                                        <p:tgtEl>
                                          <p:spTgt spid="1048886">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fill="hold" id="15">
                      <p:stCondLst>
                        <p:cond delay="indefinite"/>
                      </p:stCondLst>
                      <p:childTnLst>
                        <p:par>
                          <p:cTn fill="hold" id="16">
                            <p:stCondLst>
                              <p:cond delay="0"/>
                            </p:stCondLst>
                            <p:childTnLst>
                              <p:par>
                                <p:cTn fill="hold" id="17" nodeType="clickEffect" presetClass="entr" presetID="2" presetSubtype="4">
                                  <p:stCondLst>
                                    <p:cond delay="0"/>
                                  </p:stCondLst>
                                  <p:childTnLst>
                                    <p:set>
                                      <p:cBhvr>
                                        <p:cTn dur="1" fill="hold" id="18">
                                          <p:stCondLst>
                                            <p:cond delay="0"/>
                                          </p:stCondLst>
                                        </p:cTn>
                                        <p:tgtEl>
                                          <p:spTgt spid="1048886">
                                            <p:txEl>
                                              <p:pRg st="1" end="1"/>
                                            </p:txEl>
                                          </p:spTgt>
                                        </p:tgtEl>
                                        <p:attrNameLst>
                                          <p:attrName>style.visibility</p:attrName>
                                        </p:attrNameLst>
                                      </p:cBhvr>
                                      <p:to>
                                        <p:strVal val="visible"/>
                                      </p:to>
                                    </p:set>
                                    <p:anim calcmode="lin" valueType="num">
                                      <p:cBhvr additive="base">
                                        <p:cTn dur="500" fill="hold" id="19"/>
                                        <p:tgtEl>
                                          <p:spTgt spid="1048886">
                                            <p:txEl>
                                              <p:pRg st="1" end="1"/>
                                            </p:txEl>
                                          </p:spTgt>
                                        </p:tgtEl>
                                        <p:attrNameLst>
                                          <p:attrName>ppt_x</p:attrName>
                                        </p:attrNameLst>
                                      </p:cBhvr>
                                      <p:tavLst>
                                        <p:tav tm="0">
                                          <p:val>
                                            <p:strVal val="#ppt_x"/>
                                          </p:val>
                                        </p:tav>
                                        <p:tav tm="100000">
                                          <p:val>
                                            <p:strVal val="#ppt_x"/>
                                          </p:val>
                                        </p:tav>
                                      </p:tavLst>
                                    </p:anim>
                                    <p:anim calcmode="lin" valueType="num">
                                      <p:cBhvr additive="base">
                                        <p:cTn dur="500" fill="hold" id="20"/>
                                        <p:tgtEl>
                                          <p:spTgt spid="1048886">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fill="hold" id="21">
                      <p:stCondLst>
                        <p:cond delay="indefinite"/>
                      </p:stCondLst>
                      <p:childTnLst>
                        <p:par>
                          <p:cTn fill="hold" id="22">
                            <p:stCondLst>
                              <p:cond delay="0"/>
                            </p:stCondLst>
                            <p:childTnLst>
                              <p:par>
                                <p:cTn fill="hold" id="23" nodeType="clickEffect" presetClass="entr" presetID="2" presetSubtype="4">
                                  <p:stCondLst>
                                    <p:cond delay="0"/>
                                  </p:stCondLst>
                                  <p:childTnLst>
                                    <p:set>
                                      <p:cBhvr>
                                        <p:cTn dur="1" fill="hold" id="24">
                                          <p:stCondLst>
                                            <p:cond delay="0"/>
                                          </p:stCondLst>
                                        </p:cTn>
                                        <p:tgtEl>
                                          <p:spTgt spid="1048886">
                                            <p:txEl>
                                              <p:pRg st="2" end="2"/>
                                            </p:txEl>
                                          </p:spTgt>
                                        </p:tgtEl>
                                        <p:attrNameLst>
                                          <p:attrName>style.visibility</p:attrName>
                                        </p:attrNameLst>
                                      </p:cBhvr>
                                      <p:to>
                                        <p:strVal val="visible"/>
                                      </p:to>
                                    </p:set>
                                    <p:anim calcmode="lin" valueType="num">
                                      <p:cBhvr additive="base">
                                        <p:cTn dur="500" fill="hold" id="25"/>
                                        <p:tgtEl>
                                          <p:spTgt spid="1048886">
                                            <p:txEl>
                                              <p:pRg st="2" end="2"/>
                                            </p:txEl>
                                          </p:spTgt>
                                        </p:tgtEl>
                                        <p:attrNameLst>
                                          <p:attrName>ppt_x</p:attrName>
                                        </p:attrNameLst>
                                      </p:cBhvr>
                                      <p:tavLst>
                                        <p:tav tm="0">
                                          <p:val>
                                            <p:strVal val="#ppt_x"/>
                                          </p:val>
                                        </p:tav>
                                        <p:tav tm="100000">
                                          <p:val>
                                            <p:strVal val="#ppt_x"/>
                                          </p:val>
                                        </p:tav>
                                      </p:tavLst>
                                    </p:anim>
                                    <p:anim calcmode="lin" valueType="num">
                                      <p:cBhvr additive="base">
                                        <p:cTn dur="500" fill="hold" id="26"/>
                                        <p:tgtEl>
                                          <p:spTgt spid="1048886">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48885" grpId="0"/>
    </p:bld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262" name=""/>
        <p:cNvGrpSpPr/>
        <p:nvPr/>
      </p:nvGrpSpPr>
      <p:grpSpPr>
        <a:xfrm>
          <a:off x="0" y="0"/>
          <a:ext cx="0" cy="0"/>
          <a:chOff x="0" y="0"/>
          <a:chExt cx="0" cy="0"/>
        </a:xfrm>
      </p:grpSpPr>
      <p:sp>
        <p:nvSpPr>
          <p:cNvPr id="1048890" name="Title 1"/>
          <p:cNvSpPr>
            <a:spLocks noGrp="1"/>
          </p:cNvSpPr>
          <p:nvPr>
            <p:ph type="title"/>
          </p:nvPr>
        </p:nvSpPr>
        <p:spPr/>
        <p:txBody>
          <a:bodyPr/>
          <a:p>
            <a:r>
              <a:rPr dirty="0" lang="en-GB" smtClean="0"/>
              <a:t>Classification of Algae</a:t>
            </a:r>
            <a:endParaRPr dirty="0" lang="en-GB"/>
          </a:p>
        </p:txBody>
      </p:sp>
      <p:sp>
        <p:nvSpPr>
          <p:cNvPr id="1048891" name="Content Placeholder 2"/>
          <p:cNvSpPr>
            <a:spLocks noGrp="1"/>
          </p:cNvSpPr>
          <p:nvPr>
            <p:ph idx="1"/>
          </p:nvPr>
        </p:nvSpPr>
        <p:spPr>
          <a:xfrm>
            <a:off x="0" y="1571613"/>
            <a:ext cx="9144000" cy="5286388"/>
          </a:xfrm>
        </p:spPr>
        <p:txBody>
          <a:bodyPr/>
          <a:p>
            <a:r>
              <a:rPr dirty="0" lang="en-US" smtClean="0">
                <a:solidFill>
                  <a:srgbClr val="FFFF00"/>
                </a:solidFill>
              </a:rPr>
              <a:t>They have simple body structure, absence of true roots, stems and leaves, absence of vascular tissues such as xylem and phloem, simple unicellular reproductive structures in the form of sporangia and sex organs and occurrence of fusion of reproductive structures outside the body of the parent plants.</a:t>
            </a:r>
          </a:p>
          <a:p>
            <a:endParaRPr dirty="0" lang="en-GB"/>
          </a:p>
        </p:txBody>
      </p:sp>
    </p:spTree>
  </p:cSld>
  <p:clrMapOvr>
    <a:masterClrMapping/>
  </p:clrMapOvr>
  <p:timing>
    <p:tnLst>
      <p:par>
        <p:cTn dur="indefinite" id="1" nodeType="tmRoot" restart="never">
          <p:childTnLst>
            <p:seq concurrent="1" nextAc="seek">
              <p:cTn dur="indefinite" id="2" nodeType="mainSeq">
                <p:childTnLst>
                  <p:par>
                    <p:cTn fill="hold" id="3">
                      <p:stCondLst>
                        <p:cond delay="indefinite"/>
                      </p:stCondLst>
                      <p:childTnLst>
                        <p:par>
                          <p:cTn fill="hold" id="4">
                            <p:stCondLst>
                              <p:cond delay="0"/>
                            </p:stCondLst>
                            <p:childTnLst>
                              <p:par>
                                <p:cTn fill="hold" id="5" nodeType="clickEffect" presetClass="entr" presetID="2" presetSubtype="4">
                                  <p:stCondLst>
                                    <p:cond delay="0"/>
                                  </p:stCondLst>
                                  <p:childTnLst>
                                    <p:set>
                                      <p:cBhvr>
                                        <p:cTn dur="1" fill="hold" id="6">
                                          <p:stCondLst>
                                            <p:cond delay="0"/>
                                          </p:stCondLst>
                                        </p:cTn>
                                        <p:tgtEl>
                                          <p:spTgt spid="1048891">
                                            <p:txEl>
                                              <p:pRg st="0" end="0"/>
                                            </p:txEl>
                                          </p:spTgt>
                                        </p:tgtEl>
                                        <p:attrNameLst>
                                          <p:attrName>style.visibility</p:attrName>
                                        </p:attrNameLst>
                                      </p:cBhvr>
                                      <p:to>
                                        <p:strVal val="visible"/>
                                      </p:to>
                                    </p:set>
                                    <p:anim calcmode="lin" valueType="num">
                                      <p:cBhvr additive="base">
                                        <p:cTn dur="500" fill="hold" id="7"/>
                                        <p:tgtEl>
                                          <p:spTgt spid="1048891">
                                            <p:txEl>
                                              <p:pRg st="0" end="0"/>
                                            </p:txEl>
                                          </p:spTgt>
                                        </p:tgtEl>
                                        <p:attrNameLst>
                                          <p:attrName>ppt_x</p:attrName>
                                        </p:attrNameLst>
                                      </p:cBhvr>
                                      <p:tavLst>
                                        <p:tav tm="0">
                                          <p:val>
                                            <p:strVal val="#ppt_x"/>
                                          </p:val>
                                        </p:tav>
                                        <p:tav tm="100000">
                                          <p:val>
                                            <p:strVal val="#ppt_x"/>
                                          </p:val>
                                        </p:tav>
                                      </p:tavLst>
                                    </p:anim>
                                    <p:anim calcmode="lin" valueType="num">
                                      <p:cBhvr additive="base">
                                        <p:cTn dur="500" fill="hold" id="8"/>
                                        <p:tgtEl>
                                          <p:spTgt spid="1048891">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265" name=""/>
        <p:cNvGrpSpPr/>
        <p:nvPr/>
      </p:nvGrpSpPr>
      <p:grpSpPr>
        <a:xfrm>
          <a:off x="0" y="0"/>
          <a:ext cx="0" cy="0"/>
          <a:chOff x="0" y="0"/>
          <a:chExt cx="0" cy="0"/>
        </a:xfrm>
      </p:grpSpPr>
      <p:sp>
        <p:nvSpPr>
          <p:cNvPr id="1048895" name="Title 1"/>
          <p:cNvSpPr>
            <a:spLocks noGrp="1"/>
          </p:cNvSpPr>
          <p:nvPr>
            <p:ph type="title"/>
          </p:nvPr>
        </p:nvSpPr>
        <p:spPr>
          <a:xfrm>
            <a:off x="0" y="0"/>
            <a:ext cx="9144000" cy="1408176"/>
          </a:xfrm>
        </p:spPr>
        <p:txBody>
          <a:bodyPr>
            <a:noAutofit/>
          </a:bodyPr>
          <a:p>
            <a:pPr algn="ctr"/>
            <a:r>
              <a:rPr dirty="0" sz="6600" lang="en-US" smtClean="0"/>
              <a:t/>
            </a:r>
            <a:br>
              <a:rPr dirty="0" sz="6600" lang="en-US" smtClean="0"/>
            </a:br>
            <a:r>
              <a:rPr dirty="0" sz="6600" lang="en-US" smtClean="0"/>
              <a:t>Classification of Algae</a:t>
            </a:r>
            <a:r>
              <a:rPr dirty="0" sz="6600" lang="en-GB" smtClean="0"/>
              <a:t/>
            </a:r>
            <a:br>
              <a:rPr dirty="0" sz="6600" lang="en-GB" smtClean="0"/>
            </a:br>
            <a:endParaRPr dirty="0" sz="6600" lang="en-GB"/>
          </a:p>
        </p:txBody>
      </p:sp>
      <p:sp>
        <p:nvSpPr>
          <p:cNvPr id="1048896" name="Content Placeholder 2"/>
          <p:cNvSpPr>
            <a:spLocks noGrp="1"/>
          </p:cNvSpPr>
          <p:nvPr>
            <p:ph idx="1"/>
          </p:nvPr>
        </p:nvSpPr>
        <p:spPr>
          <a:xfrm>
            <a:off x="0" y="1571612"/>
            <a:ext cx="9144000" cy="5286387"/>
          </a:xfrm>
        </p:spPr>
        <p:txBody>
          <a:bodyPr>
            <a:normAutofit fontScale="96875" lnSpcReduction="20000"/>
          </a:bodyPr>
          <a:p>
            <a:r>
              <a:rPr dirty="0" sz="3600" lang="en-US" smtClean="0">
                <a:solidFill>
                  <a:srgbClr val="FFFF00"/>
                </a:solidFill>
              </a:rPr>
              <a:t>Algae are grouped into ten general divisions which are based on four main criteria ;</a:t>
            </a:r>
          </a:p>
          <a:p>
            <a:pPr lvl="0"/>
            <a:r>
              <a:rPr dirty="0" sz="3600" lang="en-US" smtClean="0">
                <a:solidFill>
                  <a:srgbClr val="FFFF00"/>
                </a:solidFill>
              </a:rPr>
              <a:t>The nature of their photosynthetic pigments</a:t>
            </a:r>
            <a:endParaRPr dirty="0" sz="3600" lang="en-GB" smtClean="0">
              <a:solidFill>
                <a:srgbClr val="FFFF00"/>
              </a:solidFill>
            </a:endParaRPr>
          </a:p>
          <a:p>
            <a:pPr lvl="0"/>
            <a:r>
              <a:rPr dirty="0" sz="3600" lang="en-US" smtClean="0">
                <a:solidFill>
                  <a:srgbClr val="FFFF00"/>
                </a:solidFill>
              </a:rPr>
              <a:t>The nature of their cell wall components</a:t>
            </a:r>
            <a:endParaRPr dirty="0" sz="3600" lang="en-GB" smtClean="0">
              <a:solidFill>
                <a:srgbClr val="FFFF00"/>
              </a:solidFill>
            </a:endParaRPr>
          </a:p>
          <a:p>
            <a:pPr lvl="0"/>
            <a:r>
              <a:rPr dirty="0" sz="3600" lang="en-US" smtClean="0">
                <a:solidFill>
                  <a:srgbClr val="FFFF00"/>
                </a:solidFill>
              </a:rPr>
              <a:t>Presence or absence of flagella and types of flagella when present</a:t>
            </a:r>
            <a:endParaRPr dirty="0" sz="3600" lang="en-GB" smtClean="0">
              <a:solidFill>
                <a:srgbClr val="FFFF00"/>
              </a:solidFill>
            </a:endParaRPr>
          </a:p>
          <a:p>
            <a:pPr lvl="0"/>
            <a:r>
              <a:rPr dirty="0" sz="3600" lang="en-US" smtClean="0">
                <a:solidFill>
                  <a:srgbClr val="FFFF00"/>
                </a:solidFill>
              </a:rPr>
              <a:t>Certain details of the cell structure in the algae</a:t>
            </a:r>
            <a:endParaRPr dirty="0" sz="3600" lang="en-GB" smtClean="0">
              <a:solidFill>
                <a:srgbClr val="FFFF00"/>
              </a:solidFill>
            </a:endParaRPr>
          </a:p>
          <a:p>
            <a:pPr>
              <a:buNone/>
            </a:pPr>
            <a:endParaRPr dirty="0" lang="en-GB">
              <a:solidFill>
                <a:srgbClr val="FFFF00"/>
              </a:solidFill>
            </a:endParaRPr>
          </a:p>
        </p:txBody>
      </p:sp>
    </p:spTree>
  </p:cSld>
  <p:clrMapOvr>
    <a:masterClrMapping/>
  </p:clrMapOvr>
  <p:timing>
    <p:tnLst>
      <p:par>
        <p:cTn dur="indefinite" id="1" nodeType="tmRoot" restart="never">
          <p:childTnLst>
            <p:seq concurrent="1" nextAc="seek">
              <p:cTn dur="indefinite" id="2" nodeType="mainSeq">
                <p:childTnLst>
                  <p:par>
                    <p:cTn fill="hold" id="3">
                      <p:stCondLst>
                        <p:cond delay="indefinite"/>
                      </p:stCondLst>
                      <p:childTnLst>
                        <p:par>
                          <p:cTn fill="hold" id="4">
                            <p:stCondLst>
                              <p:cond delay="0"/>
                            </p:stCondLst>
                            <p:childTnLst>
                              <p:par>
                                <p:cTn fill="hold" grpId="0" id="5" nodeType="clickEffect" presetClass="entr" presetID="2" presetSubtype="4">
                                  <p:stCondLst>
                                    <p:cond delay="0"/>
                                  </p:stCondLst>
                                  <p:childTnLst>
                                    <p:set>
                                      <p:cBhvr>
                                        <p:cTn dur="1" fill="hold" id="6">
                                          <p:stCondLst>
                                            <p:cond delay="0"/>
                                          </p:stCondLst>
                                        </p:cTn>
                                        <p:tgtEl>
                                          <p:spTgt spid="1048895"/>
                                        </p:tgtEl>
                                        <p:attrNameLst>
                                          <p:attrName>style.visibility</p:attrName>
                                        </p:attrNameLst>
                                      </p:cBhvr>
                                      <p:to>
                                        <p:strVal val="visible"/>
                                      </p:to>
                                    </p:set>
                                    <p:anim calcmode="lin" valueType="num">
                                      <p:cBhvr additive="base">
                                        <p:cTn dur="500" fill="hold" id="7"/>
                                        <p:tgtEl>
                                          <p:spTgt spid="1048895"/>
                                        </p:tgtEl>
                                        <p:attrNameLst>
                                          <p:attrName>ppt_x</p:attrName>
                                        </p:attrNameLst>
                                      </p:cBhvr>
                                      <p:tavLst>
                                        <p:tav tm="0">
                                          <p:val>
                                            <p:strVal val="#ppt_x"/>
                                          </p:val>
                                        </p:tav>
                                        <p:tav tm="100000">
                                          <p:val>
                                            <p:strVal val="#ppt_x"/>
                                          </p:val>
                                        </p:tav>
                                      </p:tavLst>
                                    </p:anim>
                                    <p:anim calcmode="lin" valueType="num">
                                      <p:cBhvr additive="base">
                                        <p:cTn dur="500" fill="hold" id="8"/>
                                        <p:tgtEl>
                                          <p:spTgt spid="1048895"/>
                                        </p:tgtEl>
                                        <p:attrNameLst>
                                          <p:attrName>ppt_y</p:attrName>
                                        </p:attrNameLst>
                                      </p:cBhvr>
                                      <p:tavLst>
                                        <p:tav tm="0">
                                          <p:val>
                                            <p:strVal val="1+#ppt_h/2"/>
                                          </p:val>
                                        </p:tav>
                                        <p:tav tm="100000">
                                          <p:val>
                                            <p:strVal val="#ppt_y"/>
                                          </p:val>
                                        </p:tav>
                                      </p:tavLst>
                                    </p:anim>
                                  </p:childTnLst>
                                </p:cTn>
                              </p:par>
                            </p:childTnLst>
                          </p:cTn>
                        </p:par>
                      </p:childTnLst>
                    </p:cTn>
                  </p:par>
                  <p:par>
                    <p:cTn fill="hold" id="9">
                      <p:stCondLst>
                        <p:cond delay="indefinite"/>
                      </p:stCondLst>
                      <p:childTnLst>
                        <p:par>
                          <p:cTn fill="hold" id="10">
                            <p:stCondLst>
                              <p:cond delay="0"/>
                            </p:stCondLst>
                            <p:childTnLst>
                              <p:par>
                                <p:cTn fill="hold" id="11" nodeType="clickEffect" presetClass="entr" presetID="2" presetSubtype="4">
                                  <p:stCondLst>
                                    <p:cond delay="0"/>
                                  </p:stCondLst>
                                  <p:childTnLst>
                                    <p:set>
                                      <p:cBhvr>
                                        <p:cTn dur="1" fill="hold" id="12">
                                          <p:stCondLst>
                                            <p:cond delay="0"/>
                                          </p:stCondLst>
                                        </p:cTn>
                                        <p:tgtEl>
                                          <p:spTgt spid="1048896">
                                            <p:txEl>
                                              <p:pRg st="0" end="0"/>
                                            </p:txEl>
                                          </p:spTgt>
                                        </p:tgtEl>
                                        <p:attrNameLst>
                                          <p:attrName>style.visibility</p:attrName>
                                        </p:attrNameLst>
                                      </p:cBhvr>
                                      <p:to>
                                        <p:strVal val="visible"/>
                                      </p:to>
                                    </p:set>
                                    <p:anim calcmode="lin" valueType="num">
                                      <p:cBhvr additive="base">
                                        <p:cTn dur="500" fill="hold" id="13"/>
                                        <p:tgtEl>
                                          <p:spTgt spid="1048896">
                                            <p:txEl>
                                              <p:pRg st="0" end="0"/>
                                            </p:txEl>
                                          </p:spTgt>
                                        </p:tgtEl>
                                        <p:attrNameLst>
                                          <p:attrName>ppt_x</p:attrName>
                                        </p:attrNameLst>
                                      </p:cBhvr>
                                      <p:tavLst>
                                        <p:tav tm="0">
                                          <p:val>
                                            <p:strVal val="#ppt_x"/>
                                          </p:val>
                                        </p:tav>
                                        <p:tav tm="100000">
                                          <p:val>
                                            <p:strVal val="#ppt_x"/>
                                          </p:val>
                                        </p:tav>
                                      </p:tavLst>
                                    </p:anim>
                                    <p:anim calcmode="lin" valueType="num">
                                      <p:cBhvr additive="base">
                                        <p:cTn dur="500" fill="hold" id="14"/>
                                        <p:tgtEl>
                                          <p:spTgt spid="1048896">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fill="hold" id="15">
                      <p:stCondLst>
                        <p:cond delay="indefinite"/>
                      </p:stCondLst>
                      <p:childTnLst>
                        <p:par>
                          <p:cTn fill="hold" id="16">
                            <p:stCondLst>
                              <p:cond delay="0"/>
                            </p:stCondLst>
                            <p:childTnLst>
                              <p:par>
                                <p:cTn fill="hold" id="17" nodeType="clickEffect" presetClass="entr" presetID="2" presetSubtype="4">
                                  <p:stCondLst>
                                    <p:cond delay="0"/>
                                  </p:stCondLst>
                                  <p:childTnLst>
                                    <p:set>
                                      <p:cBhvr>
                                        <p:cTn dur="1" fill="hold" id="18">
                                          <p:stCondLst>
                                            <p:cond delay="0"/>
                                          </p:stCondLst>
                                        </p:cTn>
                                        <p:tgtEl>
                                          <p:spTgt spid="1048896">
                                            <p:txEl>
                                              <p:pRg st="1" end="1"/>
                                            </p:txEl>
                                          </p:spTgt>
                                        </p:tgtEl>
                                        <p:attrNameLst>
                                          <p:attrName>style.visibility</p:attrName>
                                        </p:attrNameLst>
                                      </p:cBhvr>
                                      <p:to>
                                        <p:strVal val="visible"/>
                                      </p:to>
                                    </p:set>
                                    <p:anim calcmode="lin" valueType="num">
                                      <p:cBhvr additive="base">
                                        <p:cTn dur="500" fill="hold" id="19"/>
                                        <p:tgtEl>
                                          <p:spTgt spid="1048896">
                                            <p:txEl>
                                              <p:pRg st="1" end="1"/>
                                            </p:txEl>
                                          </p:spTgt>
                                        </p:tgtEl>
                                        <p:attrNameLst>
                                          <p:attrName>ppt_x</p:attrName>
                                        </p:attrNameLst>
                                      </p:cBhvr>
                                      <p:tavLst>
                                        <p:tav tm="0">
                                          <p:val>
                                            <p:strVal val="#ppt_x"/>
                                          </p:val>
                                        </p:tav>
                                        <p:tav tm="100000">
                                          <p:val>
                                            <p:strVal val="#ppt_x"/>
                                          </p:val>
                                        </p:tav>
                                      </p:tavLst>
                                    </p:anim>
                                    <p:anim calcmode="lin" valueType="num">
                                      <p:cBhvr additive="base">
                                        <p:cTn dur="500" fill="hold" id="20"/>
                                        <p:tgtEl>
                                          <p:spTgt spid="1048896">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fill="hold" id="21">
                      <p:stCondLst>
                        <p:cond delay="indefinite"/>
                      </p:stCondLst>
                      <p:childTnLst>
                        <p:par>
                          <p:cTn fill="hold" id="22">
                            <p:stCondLst>
                              <p:cond delay="0"/>
                            </p:stCondLst>
                            <p:childTnLst>
                              <p:par>
                                <p:cTn fill="hold" id="23" nodeType="clickEffect" presetClass="entr" presetID="2" presetSubtype="4">
                                  <p:stCondLst>
                                    <p:cond delay="0"/>
                                  </p:stCondLst>
                                  <p:childTnLst>
                                    <p:set>
                                      <p:cBhvr>
                                        <p:cTn dur="1" fill="hold" id="24">
                                          <p:stCondLst>
                                            <p:cond delay="0"/>
                                          </p:stCondLst>
                                        </p:cTn>
                                        <p:tgtEl>
                                          <p:spTgt spid="1048896">
                                            <p:txEl>
                                              <p:pRg st="2" end="2"/>
                                            </p:txEl>
                                          </p:spTgt>
                                        </p:tgtEl>
                                        <p:attrNameLst>
                                          <p:attrName>style.visibility</p:attrName>
                                        </p:attrNameLst>
                                      </p:cBhvr>
                                      <p:to>
                                        <p:strVal val="visible"/>
                                      </p:to>
                                    </p:set>
                                    <p:anim calcmode="lin" valueType="num">
                                      <p:cBhvr additive="base">
                                        <p:cTn dur="500" fill="hold" id="25"/>
                                        <p:tgtEl>
                                          <p:spTgt spid="1048896">
                                            <p:txEl>
                                              <p:pRg st="2" end="2"/>
                                            </p:txEl>
                                          </p:spTgt>
                                        </p:tgtEl>
                                        <p:attrNameLst>
                                          <p:attrName>ppt_x</p:attrName>
                                        </p:attrNameLst>
                                      </p:cBhvr>
                                      <p:tavLst>
                                        <p:tav tm="0">
                                          <p:val>
                                            <p:strVal val="#ppt_x"/>
                                          </p:val>
                                        </p:tav>
                                        <p:tav tm="100000">
                                          <p:val>
                                            <p:strVal val="#ppt_x"/>
                                          </p:val>
                                        </p:tav>
                                      </p:tavLst>
                                    </p:anim>
                                    <p:anim calcmode="lin" valueType="num">
                                      <p:cBhvr additive="base">
                                        <p:cTn dur="500" fill="hold" id="26"/>
                                        <p:tgtEl>
                                          <p:spTgt spid="1048896">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fill="hold" id="27">
                      <p:stCondLst>
                        <p:cond delay="indefinite"/>
                      </p:stCondLst>
                      <p:childTnLst>
                        <p:par>
                          <p:cTn fill="hold" id="28">
                            <p:stCondLst>
                              <p:cond delay="0"/>
                            </p:stCondLst>
                            <p:childTnLst>
                              <p:par>
                                <p:cTn fill="hold" id="29" nodeType="clickEffect" presetClass="entr" presetID="2" presetSubtype="4">
                                  <p:stCondLst>
                                    <p:cond delay="0"/>
                                  </p:stCondLst>
                                  <p:childTnLst>
                                    <p:set>
                                      <p:cBhvr>
                                        <p:cTn dur="1" fill="hold" id="30">
                                          <p:stCondLst>
                                            <p:cond delay="0"/>
                                          </p:stCondLst>
                                        </p:cTn>
                                        <p:tgtEl>
                                          <p:spTgt spid="1048896">
                                            <p:txEl>
                                              <p:pRg st="3" end="3"/>
                                            </p:txEl>
                                          </p:spTgt>
                                        </p:tgtEl>
                                        <p:attrNameLst>
                                          <p:attrName>style.visibility</p:attrName>
                                        </p:attrNameLst>
                                      </p:cBhvr>
                                      <p:to>
                                        <p:strVal val="visible"/>
                                      </p:to>
                                    </p:set>
                                    <p:anim calcmode="lin" valueType="num">
                                      <p:cBhvr additive="base">
                                        <p:cTn dur="500" fill="hold" id="31"/>
                                        <p:tgtEl>
                                          <p:spTgt spid="1048896">
                                            <p:txEl>
                                              <p:pRg st="3" end="3"/>
                                            </p:txEl>
                                          </p:spTgt>
                                        </p:tgtEl>
                                        <p:attrNameLst>
                                          <p:attrName>ppt_x</p:attrName>
                                        </p:attrNameLst>
                                      </p:cBhvr>
                                      <p:tavLst>
                                        <p:tav tm="0">
                                          <p:val>
                                            <p:strVal val="#ppt_x"/>
                                          </p:val>
                                        </p:tav>
                                        <p:tav tm="100000">
                                          <p:val>
                                            <p:strVal val="#ppt_x"/>
                                          </p:val>
                                        </p:tav>
                                      </p:tavLst>
                                    </p:anim>
                                    <p:anim calcmode="lin" valueType="num">
                                      <p:cBhvr additive="base">
                                        <p:cTn dur="500" fill="hold" id="32"/>
                                        <p:tgtEl>
                                          <p:spTgt spid="1048896">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fill="hold" id="33">
                      <p:stCondLst>
                        <p:cond delay="indefinite"/>
                      </p:stCondLst>
                      <p:childTnLst>
                        <p:par>
                          <p:cTn fill="hold" id="34">
                            <p:stCondLst>
                              <p:cond delay="0"/>
                            </p:stCondLst>
                            <p:childTnLst>
                              <p:par>
                                <p:cTn fill="hold" id="35" nodeType="clickEffect" presetClass="entr" presetID="2" presetSubtype="4">
                                  <p:stCondLst>
                                    <p:cond delay="0"/>
                                  </p:stCondLst>
                                  <p:childTnLst>
                                    <p:set>
                                      <p:cBhvr>
                                        <p:cTn dur="1" fill="hold" id="36">
                                          <p:stCondLst>
                                            <p:cond delay="0"/>
                                          </p:stCondLst>
                                        </p:cTn>
                                        <p:tgtEl>
                                          <p:spTgt spid="1048896">
                                            <p:txEl>
                                              <p:pRg st="4" end="4"/>
                                            </p:txEl>
                                          </p:spTgt>
                                        </p:tgtEl>
                                        <p:attrNameLst>
                                          <p:attrName>style.visibility</p:attrName>
                                        </p:attrNameLst>
                                      </p:cBhvr>
                                      <p:to>
                                        <p:strVal val="visible"/>
                                      </p:to>
                                    </p:set>
                                    <p:anim calcmode="lin" valueType="num">
                                      <p:cBhvr additive="base">
                                        <p:cTn dur="500" fill="hold" id="37"/>
                                        <p:tgtEl>
                                          <p:spTgt spid="1048896">
                                            <p:txEl>
                                              <p:pRg st="4" end="4"/>
                                            </p:txEl>
                                          </p:spTgt>
                                        </p:tgtEl>
                                        <p:attrNameLst>
                                          <p:attrName>ppt_x</p:attrName>
                                        </p:attrNameLst>
                                      </p:cBhvr>
                                      <p:tavLst>
                                        <p:tav tm="0">
                                          <p:val>
                                            <p:strVal val="#ppt_x"/>
                                          </p:val>
                                        </p:tav>
                                        <p:tav tm="100000">
                                          <p:val>
                                            <p:strVal val="#ppt_x"/>
                                          </p:val>
                                        </p:tav>
                                      </p:tavLst>
                                    </p:anim>
                                    <p:anim calcmode="lin" valueType="num">
                                      <p:cBhvr additive="base">
                                        <p:cTn dur="500" fill="hold" id="38"/>
                                        <p:tgtEl>
                                          <p:spTgt spid="1048896">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48895" grpId="0"/>
    </p:bld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268" name=""/>
        <p:cNvGrpSpPr/>
        <p:nvPr/>
      </p:nvGrpSpPr>
      <p:grpSpPr>
        <a:xfrm>
          <a:off x="0" y="0"/>
          <a:ext cx="0" cy="0"/>
          <a:chOff x="0" y="0"/>
          <a:chExt cx="0" cy="0"/>
        </a:xfrm>
      </p:grpSpPr>
      <p:sp>
        <p:nvSpPr>
          <p:cNvPr id="1048900" name="Title 1"/>
          <p:cNvSpPr>
            <a:spLocks noGrp="1"/>
          </p:cNvSpPr>
          <p:nvPr>
            <p:ph type="title"/>
          </p:nvPr>
        </p:nvSpPr>
        <p:spPr>
          <a:xfrm>
            <a:off x="0" y="0"/>
            <a:ext cx="9144000" cy="1408176"/>
          </a:xfrm>
        </p:spPr>
        <p:txBody>
          <a:bodyPr>
            <a:normAutofit/>
          </a:bodyPr>
          <a:p>
            <a:pPr algn="ctr"/>
            <a:r>
              <a:rPr dirty="0" sz="5400" lang="en-US" smtClean="0"/>
              <a:t>The ten divisions of Algae</a:t>
            </a:r>
            <a:endParaRPr dirty="0" sz="5400" lang="en-GB"/>
          </a:p>
        </p:txBody>
      </p:sp>
      <p:graphicFrame>
        <p:nvGraphicFramePr>
          <p:cNvPr id="4194305" name="Content Placeholder 3"/>
          <p:cNvGraphicFramePr>
            <a:graphicFrameLocks noGrp="1"/>
          </p:cNvGraphicFramePr>
          <p:nvPr>
            <p:ph idx="1"/>
          </p:nvPr>
        </p:nvGraphicFramePr>
        <p:xfrm>
          <a:off x="0" y="1571619"/>
          <a:ext cx="9144000" cy="4552433"/>
        </p:xfrm>
        <a:graphic>
          <a:graphicData uri="http://schemas.openxmlformats.org/drawingml/2006/table">
            <a:tbl>
              <a:tblPr firstRow="1" bandRow="1">
                <a:tableStyleId>{46F890A9-2807-4EBB-B81D-B2AA78EC7F39}</a:tableStyleId>
              </a:tblPr>
              <a:tblGrid>
                <a:gridCol w="3048000"/>
                <a:gridCol w="3048000"/>
                <a:gridCol w="3048000"/>
              </a:tblGrid>
              <a:tr h="381041">
                <a:tc>
                  <a:txBody>
                    <a:bodyPr/>
                    <a:p>
                      <a:r>
                        <a:rPr dirty="0" sz="2000" kern="1200" kumimoji="0" lang="en-US" smtClean="0"/>
                        <a:t>Division</a:t>
                      </a:r>
                      <a:endParaRPr dirty="0" sz="2000" lang="en-GB"/>
                    </a:p>
                  </a:txBody>
                </a:tc>
                <a:tc>
                  <a:txBody>
                    <a:bodyPr/>
                    <a:p>
                      <a:r>
                        <a:rPr sz="2000" kern="1200" kumimoji="0" lang="en-US" smtClean="0"/>
                        <a:t>Common Names</a:t>
                      </a:r>
                      <a:endParaRPr dirty="0" sz="2000" lang="en-GB"/>
                    </a:p>
                  </a:txBody>
                </a:tc>
                <a:tc>
                  <a:txBody>
                    <a:bodyPr/>
                    <a:p>
                      <a:r>
                        <a:rPr dirty="0" sz="2000" kern="1200" kumimoji="0" lang="en-US" smtClean="0"/>
                        <a:t>Common examples</a:t>
                      </a:r>
                      <a:endParaRPr dirty="0" sz="2000" lang="en-GB"/>
                    </a:p>
                  </a:txBody>
                </a:tc>
              </a:tr>
              <a:tr h="381041">
                <a:tc>
                  <a:txBody>
                    <a:bodyPr/>
                    <a:p>
                      <a:r>
                        <a:rPr dirty="0" sz="2000" kern="1200" kumimoji="0" lang="en-US" err="1" smtClean="0"/>
                        <a:t>Cyanophyta</a:t>
                      </a:r>
                      <a:endParaRPr dirty="0" sz="2000" lang="en-GB"/>
                    </a:p>
                  </a:txBody>
                </a:tc>
                <a:tc>
                  <a:txBody>
                    <a:bodyPr/>
                    <a:p>
                      <a:r>
                        <a:rPr dirty="0" sz="2000" kern="1200" kumimoji="0" lang="en-US" smtClean="0"/>
                        <a:t>Blue-green algae</a:t>
                      </a:r>
                      <a:endParaRPr dirty="0" sz="2000" lang="en-GB"/>
                    </a:p>
                  </a:txBody>
                </a:tc>
                <a:tc>
                  <a:txBody>
                    <a:bodyPr/>
                    <a:p>
                      <a:r>
                        <a:rPr dirty="0" sz="2000" i="1" kern="1200" kumimoji="0" lang="en-US" smtClean="0"/>
                        <a:t>Anabaena, </a:t>
                      </a:r>
                      <a:r>
                        <a:rPr dirty="0" sz="2000" i="1" kern="1200" kumimoji="0" lang="en-US" err="1" smtClean="0"/>
                        <a:t>Nostoc</a:t>
                      </a:r>
                      <a:endParaRPr dirty="0" sz="2000" i="1" lang="en-GB"/>
                    </a:p>
                  </a:txBody>
                </a:tc>
              </a:tr>
              <a:tr h="561531">
                <a:tc>
                  <a:txBody>
                    <a:bodyPr/>
                    <a:p>
                      <a:r>
                        <a:rPr dirty="0" sz="2000" kern="1200" kumimoji="0" lang="en-US" err="1" smtClean="0"/>
                        <a:t>Chlorophyta</a:t>
                      </a:r>
                      <a:endParaRPr dirty="0" sz="2000" lang="en-GB"/>
                    </a:p>
                  </a:txBody>
                </a:tc>
                <a:tc>
                  <a:txBody>
                    <a:bodyPr/>
                    <a:p>
                      <a:r>
                        <a:rPr dirty="0" sz="2000" kern="1200" kumimoji="0" lang="en-US" smtClean="0"/>
                        <a:t>Green algae</a:t>
                      </a:r>
                      <a:endParaRPr dirty="0" sz="2000" lang="en-GB"/>
                    </a:p>
                  </a:txBody>
                </a:tc>
                <a:tc>
                  <a:txBody>
                    <a:bodyPr/>
                    <a:p>
                      <a:r>
                        <a:rPr dirty="0" sz="2000" i="1" kern="1200" kumimoji="0" lang="en-US" smtClean="0"/>
                        <a:t>Chlamydomonas, Spirogyra</a:t>
                      </a:r>
                      <a:endParaRPr dirty="0" sz="2000" i="1" lang="en-GB"/>
                    </a:p>
                  </a:txBody>
                </a:tc>
              </a:tr>
              <a:tr h="381041">
                <a:tc>
                  <a:txBody>
                    <a:bodyPr/>
                    <a:p>
                      <a:r>
                        <a:rPr dirty="0" sz="2000" kern="1200" kumimoji="0" lang="en-US" err="1" smtClean="0"/>
                        <a:t>Xanthophtya</a:t>
                      </a:r>
                      <a:endParaRPr dirty="0" sz="2000" lang="en-GB"/>
                    </a:p>
                  </a:txBody>
                </a:tc>
                <a:tc>
                  <a:txBody>
                    <a:bodyPr/>
                    <a:p>
                      <a:r>
                        <a:rPr dirty="0" sz="2000" kern="1200" kumimoji="0" lang="en-US" smtClean="0"/>
                        <a:t>Yellow green algae</a:t>
                      </a:r>
                      <a:endParaRPr dirty="0" sz="2000" lang="en-GB"/>
                    </a:p>
                  </a:txBody>
                </a:tc>
                <a:tc>
                  <a:txBody>
                    <a:bodyPr/>
                    <a:p>
                      <a:endParaRPr dirty="0" sz="2000" lang="en-GB"/>
                    </a:p>
                  </a:txBody>
                </a:tc>
              </a:tr>
              <a:tr h="381041">
                <a:tc>
                  <a:txBody>
                    <a:bodyPr/>
                    <a:p>
                      <a:r>
                        <a:rPr dirty="0" sz="2000" kern="1200" kumimoji="0" lang="en-US" err="1" smtClean="0"/>
                        <a:t>Chrysophyta</a:t>
                      </a:r>
                      <a:endParaRPr dirty="0" sz="2000" lang="en-GB"/>
                    </a:p>
                  </a:txBody>
                </a:tc>
                <a:tc>
                  <a:txBody>
                    <a:bodyPr/>
                    <a:p>
                      <a:r>
                        <a:rPr dirty="0" sz="2000" kern="1200" kumimoji="0" lang="en-US" smtClean="0"/>
                        <a:t>Golden algae</a:t>
                      </a:r>
                      <a:endParaRPr dirty="0" sz="2000" lang="en-GB"/>
                    </a:p>
                  </a:txBody>
                </a:tc>
                <a:tc>
                  <a:txBody>
                    <a:bodyPr/>
                    <a:p>
                      <a:r>
                        <a:rPr dirty="0" sz="2000" i="1" kern="1200" kumimoji="0" lang="en-US" err="1" smtClean="0"/>
                        <a:t>Helothrix</a:t>
                      </a:r>
                      <a:r>
                        <a:rPr dirty="0" sz="2000" i="1" kern="1200" kumimoji="0" lang="en-US" smtClean="0"/>
                        <a:t>, </a:t>
                      </a:r>
                      <a:r>
                        <a:rPr dirty="0" sz="2000" i="1" kern="1200" kumimoji="0" lang="en-US" err="1" smtClean="0"/>
                        <a:t>Nav</a:t>
                      </a:r>
                      <a:r>
                        <a:rPr dirty="0" sz="2000" i="1" kern="1200" kumimoji="0" lang="en-US" smtClean="0"/>
                        <a:t> </a:t>
                      </a:r>
                      <a:r>
                        <a:rPr dirty="0" sz="2000" i="1" kern="1200" kumimoji="0" lang="en-US" err="1" smtClean="0"/>
                        <a:t>icula</a:t>
                      </a:r>
                      <a:endParaRPr dirty="0" sz="2000" i="1" lang="en-GB"/>
                    </a:p>
                  </a:txBody>
                </a:tc>
              </a:tr>
              <a:tr h="381041">
                <a:tc>
                  <a:txBody>
                    <a:bodyPr/>
                    <a:p>
                      <a:r>
                        <a:rPr dirty="0" sz="2000" kern="1200" kumimoji="0" lang="en-US" err="1" smtClean="0"/>
                        <a:t>Bacillariophyta</a:t>
                      </a:r>
                      <a:endParaRPr dirty="0" sz="2000" lang="en-GB"/>
                    </a:p>
                  </a:txBody>
                </a:tc>
                <a:tc>
                  <a:txBody>
                    <a:bodyPr/>
                    <a:p>
                      <a:r>
                        <a:rPr dirty="0" sz="2000" kern="1200" kumimoji="0" lang="en-US" smtClean="0"/>
                        <a:t>Diatoms</a:t>
                      </a:r>
                      <a:endParaRPr dirty="0" sz="2000" lang="en-GB"/>
                    </a:p>
                  </a:txBody>
                </a:tc>
                <a:tc>
                  <a:txBody>
                    <a:bodyPr/>
                    <a:p>
                      <a:endParaRPr dirty="0" sz="2000" lang="en-GB"/>
                    </a:p>
                  </a:txBody>
                </a:tc>
              </a:tr>
              <a:tr h="381041">
                <a:tc>
                  <a:txBody>
                    <a:bodyPr/>
                    <a:p>
                      <a:r>
                        <a:rPr dirty="0" sz="2000" kern="1200" kumimoji="0" lang="en-US" err="1" smtClean="0"/>
                        <a:t>Pyrrophta</a:t>
                      </a:r>
                      <a:endParaRPr dirty="0" sz="2000" lang="en-GB"/>
                    </a:p>
                  </a:txBody>
                </a:tc>
                <a:tc>
                  <a:txBody>
                    <a:bodyPr/>
                    <a:p>
                      <a:r>
                        <a:rPr dirty="0" sz="2000" kern="1200" kumimoji="0" lang="en-US" smtClean="0"/>
                        <a:t>Fire algae</a:t>
                      </a:r>
                      <a:endParaRPr dirty="0" sz="2000" lang="en-GB"/>
                    </a:p>
                  </a:txBody>
                </a:tc>
                <a:tc>
                  <a:txBody>
                    <a:bodyPr/>
                    <a:p>
                      <a:endParaRPr dirty="0" sz="2000" lang="en-GB"/>
                    </a:p>
                  </a:txBody>
                </a:tc>
              </a:tr>
              <a:tr h="561531">
                <a:tc>
                  <a:txBody>
                    <a:bodyPr/>
                    <a:p>
                      <a:r>
                        <a:rPr dirty="0" sz="2000" kern="1200" kumimoji="0" lang="en-US" err="1" smtClean="0"/>
                        <a:t>Cryotophyta</a:t>
                      </a:r>
                      <a:endParaRPr dirty="0" sz="2000" lang="en-GB"/>
                    </a:p>
                  </a:txBody>
                </a:tc>
                <a:tc>
                  <a:txBody>
                    <a:bodyPr/>
                    <a:p>
                      <a:endParaRPr sz="2000" lang="en-GB"/>
                    </a:p>
                  </a:txBody>
                </a:tc>
                <a:tc>
                  <a:txBody>
                    <a:bodyPr/>
                    <a:p>
                      <a:r>
                        <a:rPr dirty="0" sz="2000" i="1" kern="1200" kumimoji="0" lang="en-US" err="1" smtClean="0"/>
                        <a:t>Cryptomonas</a:t>
                      </a:r>
                      <a:r>
                        <a:rPr dirty="0" sz="2000" i="1" kern="1200" kumimoji="0" lang="en-US" smtClean="0"/>
                        <a:t>, </a:t>
                      </a:r>
                      <a:r>
                        <a:rPr dirty="0" sz="2000" i="1" kern="1200" kumimoji="0" lang="en-US" err="1" smtClean="0"/>
                        <a:t>Tetragonidium</a:t>
                      </a:r>
                      <a:endParaRPr dirty="0" sz="2000" i="1" lang="en-GB"/>
                    </a:p>
                  </a:txBody>
                </a:tc>
              </a:tr>
              <a:tr h="381041">
                <a:tc>
                  <a:txBody>
                    <a:bodyPr/>
                    <a:p>
                      <a:r>
                        <a:rPr dirty="0" sz="2000" kern="1200" kumimoji="0" lang="en-US" err="1" smtClean="0"/>
                        <a:t>Euglenophyta</a:t>
                      </a:r>
                      <a:endParaRPr dirty="0" sz="2000" lang="en-GB"/>
                    </a:p>
                  </a:txBody>
                </a:tc>
                <a:tc>
                  <a:txBody>
                    <a:bodyPr/>
                    <a:p>
                      <a:r>
                        <a:rPr dirty="0" sz="2000" kern="1200" kumimoji="0" lang="en-US" err="1" smtClean="0"/>
                        <a:t>Euglenoids</a:t>
                      </a:r>
                      <a:endParaRPr dirty="0" sz="2000" lang="en-GB"/>
                    </a:p>
                  </a:txBody>
                </a:tc>
                <a:tc>
                  <a:txBody>
                    <a:bodyPr/>
                    <a:p>
                      <a:r>
                        <a:rPr dirty="0" sz="2000" i="1" kern="1200" kumimoji="0" lang="en-US" smtClean="0"/>
                        <a:t>Euglena</a:t>
                      </a:r>
                      <a:endParaRPr dirty="0" sz="2000" i="1" lang="en-GB"/>
                    </a:p>
                  </a:txBody>
                </a:tc>
              </a:tr>
              <a:tr h="381041">
                <a:tc>
                  <a:txBody>
                    <a:bodyPr/>
                    <a:p>
                      <a:r>
                        <a:rPr dirty="0" sz="2000" kern="1200" kumimoji="0" lang="en-US" err="1" smtClean="0"/>
                        <a:t>Phaeophyta</a:t>
                      </a:r>
                      <a:endParaRPr dirty="0" sz="2000" lang="en-GB"/>
                    </a:p>
                  </a:txBody>
                </a:tc>
                <a:tc>
                  <a:txBody>
                    <a:bodyPr/>
                    <a:p>
                      <a:r>
                        <a:rPr dirty="0" sz="2000" kern="1200" kumimoji="0" lang="en-US" smtClean="0"/>
                        <a:t>Brown algae</a:t>
                      </a:r>
                      <a:endParaRPr dirty="0" sz="2000" lang="en-GB"/>
                    </a:p>
                  </a:txBody>
                </a:tc>
                <a:tc>
                  <a:txBody>
                    <a:bodyPr/>
                    <a:p>
                      <a:r>
                        <a:rPr dirty="0" sz="2000" i="1" kern="1200" kumimoji="0" lang="en-US" err="1" smtClean="0"/>
                        <a:t>Fucus</a:t>
                      </a:r>
                      <a:r>
                        <a:rPr dirty="0" sz="2000" i="1" kern="1200" kumimoji="0" lang="en-US" smtClean="0"/>
                        <a:t>, </a:t>
                      </a:r>
                      <a:r>
                        <a:rPr dirty="0" sz="2000" i="1" kern="1200" kumimoji="0" lang="en-US" err="1" smtClean="0"/>
                        <a:t>laminaria</a:t>
                      </a:r>
                      <a:endParaRPr dirty="0" sz="2000" i="1" lang="en-GB"/>
                    </a:p>
                  </a:txBody>
                </a:tc>
              </a:tr>
              <a:tr h="381041">
                <a:tc>
                  <a:txBody>
                    <a:bodyPr/>
                    <a:p>
                      <a:r>
                        <a:rPr dirty="0" sz="2000" kern="1200" kumimoji="0" lang="en-US" err="1" smtClean="0"/>
                        <a:t>Phodophyta</a:t>
                      </a:r>
                      <a:endParaRPr dirty="0" sz="2000" lang="en-GB"/>
                    </a:p>
                  </a:txBody>
                </a:tc>
                <a:tc>
                  <a:txBody>
                    <a:bodyPr/>
                    <a:p>
                      <a:r>
                        <a:rPr dirty="0" sz="2000" kern="1200" kumimoji="0" lang="en-US" smtClean="0"/>
                        <a:t>Red algae</a:t>
                      </a:r>
                      <a:endParaRPr dirty="0" sz="2000" lang="en-GB"/>
                    </a:p>
                  </a:txBody>
                </a:tc>
                <a:tc>
                  <a:txBody>
                    <a:bodyPr/>
                    <a:p>
                      <a:r>
                        <a:rPr dirty="0" sz="2000" i="1" kern="1200" kumimoji="0" lang="en-US" err="1" smtClean="0"/>
                        <a:t>Porphyra</a:t>
                      </a:r>
                      <a:endParaRPr dirty="0" sz="2000" i="1" lang="en-GB"/>
                    </a:p>
                  </a:txBody>
                </a:tc>
              </a:tr>
            </a:tbl>
          </a:graphicData>
        </a:graphic>
      </p:graphicFrame>
    </p:spTree>
  </p:cSld>
  <p:clrMapOvr>
    <a:masterClrMapping/>
  </p:clrMapOvr>
  <p:timing>
    <p:tnLst>
      <p:par>
        <p:cTn dur="indefinite" id="1" nodeType="tmRoot" restart="never">
          <p:childTnLst>
            <p:seq concurrent="1" nextAc="seek">
              <p:cTn dur="indefinite" id="2" nodeType="mainSeq">
                <p:childTnLst>
                  <p:par>
                    <p:cTn fill="hold" id="3">
                      <p:stCondLst>
                        <p:cond delay="indefinite"/>
                      </p:stCondLst>
                      <p:childTnLst>
                        <p:par>
                          <p:cTn fill="hold" id="4">
                            <p:stCondLst>
                              <p:cond delay="0"/>
                            </p:stCondLst>
                            <p:childTnLst>
                              <p:par>
                                <p:cTn fill="hold" grpId="0" id="5" nodeType="clickEffect" presetClass="entr" presetID="2" presetSubtype="4">
                                  <p:stCondLst>
                                    <p:cond delay="0"/>
                                  </p:stCondLst>
                                  <p:childTnLst>
                                    <p:set>
                                      <p:cBhvr>
                                        <p:cTn dur="1" fill="hold" id="6">
                                          <p:stCondLst>
                                            <p:cond delay="0"/>
                                          </p:stCondLst>
                                        </p:cTn>
                                        <p:tgtEl>
                                          <p:spTgt spid="1048900"/>
                                        </p:tgtEl>
                                        <p:attrNameLst>
                                          <p:attrName>style.visibility</p:attrName>
                                        </p:attrNameLst>
                                      </p:cBhvr>
                                      <p:to>
                                        <p:strVal val="visible"/>
                                      </p:to>
                                    </p:set>
                                    <p:anim calcmode="lin" valueType="num">
                                      <p:cBhvr additive="base">
                                        <p:cTn dur="500" fill="hold" id="7"/>
                                        <p:tgtEl>
                                          <p:spTgt spid="1048900"/>
                                        </p:tgtEl>
                                        <p:attrNameLst>
                                          <p:attrName>ppt_x</p:attrName>
                                        </p:attrNameLst>
                                      </p:cBhvr>
                                      <p:tavLst>
                                        <p:tav tm="0">
                                          <p:val>
                                            <p:strVal val="#ppt_x"/>
                                          </p:val>
                                        </p:tav>
                                        <p:tav tm="100000">
                                          <p:val>
                                            <p:strVal val="#ppt_x"/>
                                          </p:val>
                                        </p:tav>
                                      </p:tavLst>
                                    </p:anim>
                                    <p:anim calcmode="lin" valueType="num">
                                      <p:cBhvr additive="base">
                                        <p:cTn dur="500" fill="hold" id="8"/>
                                        <p:tgtEl>
                                          <p:spTgt spid="1048900"/>
                                        </p:tgtEl>
                                        <p:attrNameLst>
                                          <p:attrName>ppt_y</p:attrName>
                                        </p:attrNameLst>
                                      </p:cBhvr>
                                      <p:tavLst>
                                        <p:tav tm="0">
                                          <p:val>
                                            <p:strVal val="1+#ppt_h/2"/>
                                          </p:val>
                                        </p:tav>
                                        <p:tav tm="100000">
                                          <p:val>
                                            <p:strVal val="#ppt_y"/>
                                          </p:val>
                                        </p:tav>
                                      </p:tavLst>
                                    </p:anim>
                                  </p:childTnLst>
                                </p:cTn>
                              </p:par>
                            </p:childTnLst>
                          </p:cTn>
                        </p:par>
                      </p:childTnLst>
                    </p:cTn>
                  </p:par>
                  <p:par>
                    <p:cTn fill="hold" id="9">
                      <p:stCondLst>
                        <p:cond delay="indefinite"/>
                      </p:stCondLst>
                      <p:childTnLst>
                        <p:par>
                          <p:cTn fill="hold" id="10">
                            <p:stCondLst>
                              <p:cond delay="0"/>
                            </p:stCondLst>
                            <p:childTnLst>
                              <p:par>
                                <p:cTn fill="hold" id="11" nodeType="clickEffect" presetClass="entr" presetID="2" presetSubtype="4">
                                  <p:stCondLst>
                                    <p:cond delay="0"/>
                                  </p:stCondLst>
                                  <p:childTnLst>
                                    <p:set>
                                      <p:cBhvr>
                                        <p:cTn dur="1" fill="hold" id="12">
                                          <p:stCondLst>
                                            <p:cond delay="0"/>
                                          </p:stCondLst>
                                        </p:cTn>
                                        <p:tgtEl>
                                          <p:spTgt spid="4194305"/>
                                        </p:tgtEl>
                                        <p:attrNameLst>
                                          <p:attrName>style.visibility</p:attrName>
                                        </p:attrNameLst>
                                      </p:cBhvr>
                                      <p:to>
                                        <p:strVal val="visible"/>
                                      </p:to>
                                    </p:set>
                                    <p:anim calcmode="lin" valueType="num">
                                      <p:cBhvr additive="base">
                                        <p:cTn dur="500" fill="hold" id="13"/>
                                        <p:tgtEl>
                                          <p:spTgt spid="4194305"/>
                                        </p:tgtEl>
                                        <p:attrNameLst>
                                          <p:attrName>ppt_x</p:attrName>
                                        </p:attrNameLst>
                                      </p:cBhvr>
                                      <p:tavLst>
                                        <p:tav tm="0">
                                          <p:val>
                                            <p:strVal val="#ppt_x"/>
                                          </p:val>
                                        </p:tav>
                                        <p:tav tm="100000">
                                          <p:val>
                                            <p:strVal val="#ppt_x"/>
                                          </p:val>
                                        </p:tav>
                                      </p:tavLst>
                                    </p:anim>
                                    <p:anim calcmode="lin" valueType="num">
                                      <p:cBhvr additive="base">
                                        <p:cTn dur="500" fill="hold" id="14"/>
                                        <p:tgtEl>
                                          <p:spTgt spid="419430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48900" grpId="0"/>
    </p:bld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271" name=""/>
        <p:cNvGrpSpPr/>
        <p:nvPr/>
      </p:nvGrpSpPr>
      <p:grpSpPr>
        <a:xfrm>
          <a:off x="0" y="0"/>
          <a:ext cx="0" cy="0"/>
          <a:chOff x="0" y="0"/>
          <a:chExt cx="0" cy="0"/>
        </a:xfrm>
      </p:grpSpPr>
      <p:sp>
        <p:nvSpPr>
          <p:cNvPr id="1048904" name="Title 1"/>
          <p:cNvSpPr>
            <a:spLocks noGrp="1"/>
          </p:cNvSpPr>
          <p:nvPr>
            <p:ph type="title"/>
          </p:nvPr>
        </p:nvSpPr>
        <p:spPr>
          <a:xfrm>
            <a:off x="0" y="360453"/>
            <a:ext cx="9144000" cy="1408176"/>
          </a:xfrm>
        </p:spPr>
        <p:txBody>
          <a:bodyPr>
            <a:normAutofit fontScale="90000"/>
          </a:bodyPr>
          <a:p>
            <a:pPr algn="ctr"/>
            <a:r>
              <a:rPr dirty="0" sz="6000" lang="en-US" smtClean="0"/>
              <a:t>Economic importance of Algae</a:t>
            </a:r>
            <a:r>
              <a:rPr dirty="0" lang="en-GB" smtClean="0"/>
              <a:t/>
            </a:r>
            <a:br>
              <a:rPr dirty="0" lang="en-GB" smtClean="0"/>
            </a:br>
            <a:endParaRPr dirty="0" lang="en-GB"/>
          </a:p>
        </p:txBody>
      </p:sp>
      <p:sp>
        <p:nvSpPr>
          <p:cNvPr id="1048905" name="Content Placeholder 2"/>
          <p:cNvSpPr>
            <a:spLocks noGrp="1"/>
          </p:cNvSpPr>
          <p:nvPr>
            <p:ph idx="1"/>
          </p:nvPr>
        </p:nvSpPr>
        <p:spPr>
          <a:xfrm>
            <a:off x="0" y="1571612"/>
            <a:ext cx="9144000" cy="5286387"/>
          </a:xfrm>
        </p:spPr>
        <p:txBody>
          <a:bodyPr>
            <a:normAutofit fontScale="96875" lnSpcReduction="10000"/>
          </a:bodyPr>
          <a:p>
            <a:pPr algn="ctr" lvl="0"/>
            <a:r>
              <a:rPr b="1" dirty="0" sz="3600" lang="en-US" smtClean="0">
                <a:solidFill>
                  <a:srgbClr val="FFFF00"/>
                </a:solidFill>
              </a:rPr>
              <a:t>Beneficial roles of algae</a:t>
            </a:r>
            <a:endParaRPr dirty="0" sz="3600" lang="en-GB" smtClean="0">
              <a:solidFill>
                <a:srgbClr val="FFFF00"/>
              </a:solidFill>
            </a:endParaRPr>
          </a:p>
          <a:p>
            <a:r>
              <a:rPr dirty="0" lang="en-US" smtClean="0">
                <a:solidFill>
                  <a:srgbClr val="FFFF00"/>
                </a:solidFill>
              </a:rPr>
              <a:t>Primary producers</a:t>
            </a:r>
          </a:p>
          <a:p>
            <a:r>
              <a:rPr dirty="0" lang="en-US" smtClean="0">
                <a:solidFill>
                  <a:srgbClr val="FFFF00"/>
                </a:solidFill>
              </a:rPr>
              <a:t>Human food</a:t>
            </a:r>
          </a:p>
          <a:p>
            <a:r>
              <a:rPr dirty="0" lang="en-US" smtClean="0">
                <a:solidFill>
                  <a:srgbClr val="FFFF00"/>
                </a:solidFill>
              </a:rPr>
              <a:t>Fodder</a:t>
            </a:r>
          </a:p>
          <a:p>
            <a:r>
              <a:rPr dirty="0" lang="en-US" smtClean="0">
                <a:solidFill>
                  <a:srgbClr val="FFFF00"/>
                </a:solidFill>
              </a:rPr>
              <a:t>Fish food</a:t>
            </a:r>
          </a:p>
          <a:p>
            <a:r>
              <a:rPr dirty="0" lang="en-US" smtClean="0">
                <a:solidFill>
                  <a:srgbClr val="FFFF00"/>
                </a:solidFill>
              </a:rPr>
              <a:t>In Industries</a:t>
            </a:r>
          </a:p>
          <a:p>
            <a:r>
              <a:rPr dirty="0" lang="en-US" smtClean="0">
                <a:solidFill>
                  <a:srgbClr val="FFFF00"/>
                </a:solidFill>
              </a:rPr>
              <a:t>Medicinal value</a:t>
            </a:r>
          </a:p>
          <a:p>
            <a:r>
              <a:rPr dirty="0" lang="en-US" smtClean="0">
                <a:solidFill>
                  <a:srgbClr val="FFFF00"/>
                </a:solidFill>
              </a:rPr>
              <a:t>Sewage treatment</a:t>
            </a:r>
          </a:p>
          <a:p>
            <a:r>
              <a:rPr dirty="0" lang="en-US" smtClean="0">
                <a:solidFill>
                  <a:srgbClr val="FFFF00"/>
                </a:solidFill>
              </a:rPr>
              <a:t>Nitrogen fixation</a:t>
            </a:r>
          </a:p>
          <a:p>
            <a:r>
              <a:rPr dirty="0" lang="en-US" smtClean="0">
                <a:solidFill>
                  <a:srgbClr val="FFFF00"/>
                </a:solidFill>
              </a:rPr>
              <a:t>Miscellaneous roles</a:t>
            </a:r>
          </a:p>
          <a:p>
            <a:r>
              <a:rPr dirty="0" lang="en-US" smtClean="0">
                <a:solidFill>
                  <a:srgbClr val="FFFF00"/>
                </a:solidFill>
              </a:rPr>
              <a:t>Other uses</a:t>
            </a:r>
          </a:p>
        </p:txBody>
      </p:sp>
    </p:spTree>
  </p:cSld>
  <p:clrMapOvr>
    <a:masterClrMapping/>
  </p:clrMapOvr>
  <p:timing>
    <p:tnLst>
      <p:par>
        <p:cTn dur="indefinite" id="1" nodeType="tmRoot" restart="never">
          <p:childTnLst>
            <p:seq concurrent="1" nextAc="seek">
              <p:cTn dur="indefinite" id="2" nodeType="mainSeq">
                <p:childTnLst>
                  <p:par>
                    <p:cTn fill="hold" id="3">
                      <p:stCondLst>
                        <p:cond delay="indefinite"/>
                      </p:stCondLst>
                      <p:childTnLst>
                        <p:par>
                          <p:cTn fill="hold" id="4">
                            <p:stCondLst>
                              <p:cond delay="0"/>
                            </p:stCondLst>
                            <p:childTnLst>
                              <p:par>
                                <p:cTn fill="hold" grpId="0" id="5" nodeType="clickEffect" presetClass="entr" presetID="2" presetSubtype="4">
                                  <p:stCondLst>
                                    <p:cond delay="0"/>
                                  </p:stCondLst>
                                  <p:childTnLst>
                                    <p:set>
                                      <p:cBhvr>
                                        <p:cTn dur="1" fill="hold" id="6">
                                          <p:stCondLst>
                                            <p:cond delay="0"/>
                                          </p:stCondLst>
                                        </p:cTn>
                                        <p:tgtEl>
                                          <p:spTgt spid="1048904"/>
                                        </p:tgtEl>
                                        <p:attrNameLst>
                                          <p:attrName>style.visibility</p:attrName>
                                        </p:attrNameLst>
                                      </p:cBhvr>
                                      <p:to>
                                        <p:strVal val="visible"/>
                                      </p:to>
                                    </p:set>
                                    <p:anim calcmode="lin" valueType="num">
                                      <p:cBhvr additive="base">
                                        <p:cTn dur="500" fill="hold" id="7"/>
                                        <p:tgtEl>
                                          <p:spTgt spid="1048904"/>
                                        </p:tgtEl>
                                        <p:attrNameLst>
                                          <p:attrName>ppt_x</p:attrName>
                                        </p:attrNameLst>
                                      </p:cBhvr>
                                      <p:tavLst>
                                        <p:tav tm="0">
                                          <p:val>
                                            <p:strVal val="#ppt_x"/>
                                          </p:val>
                                        </p:tav>
                                        <p:tav tm="100000">
                                          <p:val>
                                            <p:strVal val="#ppt_x"/>
                                          </p:val>
                                        </p:tav>
                                      </p:tavLst>
                                    </p:anim>
                                    <p:anim calcmode="lin" valueType="num">
                                      <p:cBhvr additive="base">
                                        <p:cTn dur="500" fill="hold" id="8"/>
                                        <p:tgtEl>
                                          <p:spTgt spid="1048904"/>
                                        </p:tgtEl>
                                        <p:attrNameLst>
                                          <p:attrName>ppt_y</p:attrName>
                                        </p:attrNameLst>
                                      </p:cBhvr>
                                      <p:tavLst>
                                        <p:tav tm="0">
                                          <p:val>
                                            <p:strVal val="1+#ppt_h/2"/>
                                          </p:val>
                                        </p:tav>
                                        <p:tav tm="100000">
                                          <p:val>
                                            <p:strVal val="#ppt_y"/>
                                          </p:val>
                                        </p:tav>
                                      </p:tavLst>
                                    </p:anim>
                                  </p:childTnLst>
                                </p:cTn>
                              </p:par>
                            </p:childTnLst>
                          </p:cTn>
                        </p:par>
                      </p:childTnLst>
                    </p:cTn>
                  </p:par>
                  <p:par>
                    <p:cTn fill="hold" id="9">
                      <p:stCondLst>
                        <p:cond delay="indefinite"/>
                      </p:stCondLst>
                      <p:childTnLst>
                        <p:par>
                          <p:cTn fill="hold" id="10">
                            <p:stCondLst>
                              <p:cond delay="0"/>
                            </p:stCondLst>
                            <p:childTnLst>
                              <p:par>
                                <p:cTn fill="hold" id="11" nodeType="clickEffect" presetClass="entr" presetID="2" presetSubtype="4">
                                  <p:stCondLst>
                                    <p:cond delay="0"/>
                                  </p:stCondLst>
                                  <p:childTnLst>
                                    <p:set>
                                      <p:cBhvr>
                                        <p:cTn dur="1" fill="hold" id="12">
                                          <p:stCondLst>
                                            <p:cond delay="0"/>
                                          </p:stCondLst>
                                        </p:cTn>
                                        <p:tgtEl>
                                          <p:spTgt spid="1048905">
                                            <p:txEl>
                                              <p:pRg st="0" end="0"/>
                                            </p:txEl>
                                          </p:spTgt>
                                        </p:tgtEl>
                                        <p:attrNameLst>
                                          <p:attrName>style.visibility</p:attrName>
                                        </p:attrNameLst>
                                      </p:cBhvr>
                                      <p:to>
                                        <p:strVal val="visible"/>
                                      </p:to>
                                    </p:set>
                                    <p:anim calcmode="lin" valueType="num">
                                      <p:cBhvr additive="base">
                                        <p:cTn dur="500" fill="hold" id="13"/>
                                        <p:tgtEl>
                                          <p:spTgt spid="1048905">
                                            <p:txEl>
                                              <p:pRg st="0" end="0"/>
                                            </p:txEl>
                                          </p:spTgt>
                                        </p:tgtEl>
                                        <p:attrNameLst>
                                          <p:attrName>ppt_x</p:attrName>
                                        </p:attrNameLst>
                                      </p:cBhvr>
                                      <p:tavLst>
                                        <p:tav tm="0">
                                          <p:val>
                                            <p:strVal val="#ppt_x"/>
                                          </p:val>
                                        </p:tav>
                                        <p:tav tm="100000">
                                          <p:val>
                                            <p:strVal val="#ppt_x"/>
                                          </p:val>
                                        </p:tav>
                                      </p:tavLst>
                                    </p:anim>
                                    <p:anim calcmode="lin" valueType="num">
                                      <p:cBhvr additive="base">
                                        <p:cTn dur="500" fill="hold" id="14"/>
                                        <p:tgtEl>
                                          <p:spTgt spid="1048905">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fill="hold" id="15">
                      <p:stCondLst>
                        <p:cond delay="indefinite"/>
                      </p:stCondLst>
                      <p:childTnLst>
                        <p:par>
                          <p:cTn fill="hold" id="16">
                            <p:stCondLst>
                              <p:cond delay="0"/>
                            </p:stCondLst>
                            <p:childTnLst>
                              <p:par>
                                <p:cTn fill="hold" id="17" nodeType="clickEffect" presetClass="entr" presetID="2" presetSubtype="4">
                                  <p:stCondLst>
                                    <p:cond delay="0"/>
                                  </p:stCondLst>
                                  <p:childTnLst>
                                    <p:set>
                                      <p:cBhvr>
                                        <p:cTn dur="1" fill="hold" id="18">
                                          <p:stCondLst>
                                            <p:cond delay="0"/>
                                          </p:stCondLst>
                                        </p:cTn>
                                        <p:tgtEl>
                                          <p:spTgt spid="1048905">
                                            <p:txEl>
                                              <p:pRg st="1" end="1"/>
                                            </p:txEl>
                                          </p:spTgt>
                                        </p:tgtEl>
                                        <p:attrNameLst>
                                          <p:attrName>style.visibility</p:attrName>
                                        </p:attrNameLst>
                                      </p:cBhvr>
                                      <p:to>
                                        <p:strVal val="visible"/>
                                      </p:to>
                                    </p:set>
                                    <p:anim calcmode="lin" valueType="num">
                                      <p:cBhvr additive="base">
                                        <p:cTn dur="500" fill="hold" id="19"/>
                                        <p:tgtEl>
                                          <p:spTgt spid="1048905">
                                            <p:txEl>
                                              <p:pRg st="1" end="1"/>
                                            </p:txEl>
                                          </p:spTgt>
                                        </p:tgtEl>
                                        <p:attrNameLst>
                                          <p:attrName>ppt_x</p:attrName>
                                        </p:attrNameLst>
                                      </p:cBhvr>
                                      <p:tavLst>
                                        <p:tav tm="0">
                                          <p:val>
                                            <p:strVal val="#ppt_x"/>
                                          </p:val>
                                        </p:tav>
                                        <p:tav tm="100000">
                                          <p:val>
                                            <p:strVal val="#ppt_x"/>
                                          </p:val>
                                        </p:tav>
                                      </p:tavLst>
                                    </p:anim>
                                    <p:anim calcmode="lin" valueType="num">
                                      <p:cBhvr additive="base">
                                        <p:cTn dur="500" fill="hold" id="20"/>
                                        <p:tgtEl>
                                          <p:spTgt spid="1048905">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fill="hold" id="21">
                      <p:stCondLst>
                        <p:cond delay="indefinite"/>
                      </p:stCondLst>
                      <p:childTnLst>
                        <p:par>
                          <p:cTn fill="hold" id="22">
                            <p:stCondLst>
                              <p:cond delay="0"/>
                            </p:stCondLst>
                            <p:childTnLst>
                              <p:par>
                                <p:cTn fill="hold" id="23" nodeType="clickEffect" presetClass="entr" presetID="2" presetSubtype="4">
                                  <p:stCondLst>
                                    <p:cond delay="0"/>
                                  </p:stCondLst>
                                  <p:childTnLst>
                                    <p:set>
                                      <p:cBhvr>
                                        <p:cTn dur="1" fill="hold" id="24">
                                          <p:stCondLst>
                                            <p:cond delay="0"/>
                                          </p:stCondLst>
                                        </p:cTn>
                                        <p:tgtEl>
                                          <p:spTgt spid="1048905">
                                            <p:txEl>
                                              <p:pRg st="2" end="2"/>
                                            </p:txEl>
                                          </p:spTgt>
                                        </p:tgtEl>
                                        <p:attrNameLst>
                                          <p:attrName>style.visibility</p:attrName>
                                        </p:attrNameLst>
                                      </p:cBhvr>
                                      <p:to>
                                        <p:strVal val="visible"/>
                                      </p:to>
                                    </p:set>
                                    <p:anim calcmode="lin" valueType="num">
                                      <p:cBhvr additive="base">
                                        <p:cTn dur="500" fill="hold" id="25"/>
                                        <p:tgtEl>
                                          <p:spTgt spid="1048905">
                                            <p:txEl>
                                              <p:pRg st="2" end="2"/>
                                            </p:txEl>
                                          </p:spTgt>
                                        </p:tgtEl>
                                        <p:attrNameLst>
                                          <p:attrName>ppt_x</p:attrName>
                                        </p:attrNameLst>
                                      </p:cBhvr>
                                      <p:tavLst>
                                        <p:tav tm="0">
                                          <p:val>
                                            <p:strVal val="#ppt_x"/>
                                          </p:val>
                                        </p:tav>
                                        <p:tav tm="100000">
                                          <p:val>
                                            <p:strVal val="#ppt_x"/>
                                          </p:val>
                                        </p:tav>
                                      </p:tavLst>
                                    </p:anim>
                                    <p:anim calcmode="lin" valueType="num">
                                      <p:cBhvr additive="base">
                                        <p:cTn dur="500" fill="hold" id="26"/>
                                        <p:tgtEl>
                                          <p:spTgt spid="1048905">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fill="hold" id="27">
                      <p:stCondLst>
                        <p:cond delay="indefinite"/>
                      </p:stCondLst>
                      <p:childTnLst>
                        <p:par>
                          <p:cTn fill="hold" id="28">
                            <p:stCondLst>
                              <p:cond delay="0"/>
                            </p:stCondLst>
                            <p:childTnLst>
                              <p:par>
                                <p:cTn fill="hold" id="29" nodeType="clickEffect" presetClass="entr" presetID="2" presetSubtype="4">
                                  <p:stCondLst>
                                    <p:cond delay="0"/>
                                  </p:stCondLst>
                                  <p:childTnLst>
                                    <p:set>
                                      <p:cBhvr>
                                        <p:cTn dur="1" fill="hold" id="30">
                                          <p:stCondLst>
                                            <p:cond delay="0"/>
                                          </p:stCondLst>
                                        </p:cTn>
                                        <p:tgtEl>
                                          <p:spTgt spid="1048905">
                                            <p:txEl>
                                              <p:pRg st="3" end="3"/>
                                            </p:txEl>
                                          </p:spTgt>
                                        </p:tgtEl>
                                        <p:attrNameLst>
                                          <p:attrName>style.visibility</p:attrName>
                                        </p:attrNameLst>
                                      </p:cBhvr>
                                      <p:to>
                                        <p:strVal val="visible"/>
                                      </p:to>
                                    </p:set>
                                    <p:anim calcmode="lin" valueType="num">
                                      <p:cBhvr additive="base">
                                        <p:cTn dur="500" fill="hold" id="31"/>
                                        <p:tgtEl>
                                          <p:spTgt spid="1048905">
                                            <p:txEl>
                                              <p:pRg st="3" end="3"/>
                                            </p:txEl>
                                          </p:spTgt>
                                        </p:tgtEl>
                                        <p:attrNameLst>
                                          <p:attrName>ppt_x</p:attrName>
                                        </p:attrNameLst>
                                      </p:cBhvr>
                                      <p:tavLst>
                                        <p:tav tm="0">
                                          <p:val>
                                            <p:strVal val="#ppt_x"/>
                                          </p:val>
                                        </p:tav>
                                        <p:tav tm="100000">
                                          <p:val>
                                            <p:strVal val="#ppt_x"/>
                                          </p:val>
                                        </p:tav>
                                      </p:tavLst>
                                    </p:anim>
                                    <p:anim calcmode="lin" valueType="num">
                                      <p:cBhvr additive="base">
                                        <p:cTn dur="500" fill="hold" id="32"/>
                                        <p:tgtEl>
                                          <p:spTgt spid="1048905">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fill="hold" id="33">
                      <p:stCondLst>
                        <p:cond delay="indefinite"/>
                      </p:stCondLst>
                      <p:childTnLst>
                        <p:par>
                          <p:cTn fill="hold" id="34">
                            <p:stCondLst>
                              <p:cond delay="0"/>
                            </p:stCondLst>
                            <p:childTnLst>
                              <p:par>
                                <p:cTn fill="hold" id="35" nodeType="clickEffect" presetClass="entr" presetID="2" presetSubtype="4">
                                  <p:stCondLst>
                                    <p:cond delay="0"/>
                                  </p:stCondLst>
                                  <p:childTnLst>
                                    <p:set>
                                      <p:cBhvr>
                                        <p:cTn dur="1" fill="hold" id="36">
                                          <p:stCondLst>
                                            <p:cond delay="0"/>
                                          </p:stCondLst>
                                        </p:cTn>
                                        <p:tgtEl>
                                          <p:spTgt spid="1048905">
                                            <p:txEl>
                                              <p:pRg st="4" end="4"/>
                                            </p:txEl>
                                          </p:spTgt>
                                        </p:tgtEl>
                                        <p:attrNameLst>
                                          <p:attrName>style.visibility</p:attrName>
                                        </p:attrNameLst>
                                      </p:cBhvr>
                                      <p:to>
                                        <p:strVal val="visible"/>
                                      </p:to>
                                    </p:set>
                                    <p:anim calcmode="lin" valueType="num">
                                      <p:cBhvr additive="base">
                                        <p:cTn dur="500" fill="hold" id="37"/>
                                        <p:tgtEl>
                                          <p:spTgt spid="1048905">
                                            <p:txEl>
                                              <p:pRg st="4" end="4"/>
                                            </p:txEl>
                                          </p:spTgt>
                                        </p:tgtEl>
                                        <p:attrNameLst>
                                          <p:attrName>ppt_x</p:attrName>
                                        </p:attrNameLst>
                                      </p:cBhvr>
                                      <p:tavLst>
                                        <p:tav tm="0">
                                          <p:val>
                                            <p:strVal val="#ppt_x"/>
                                          </p:val>
                                        </p:tav>
                                        <p:tav tm="100000">
                                          <p:val>
                                            <p:strVal val="#ppt_x"/>
                                          </p:val>
                                        </p:tav>
                                      </p:tavLst>
                                    </p:anim>
                                    <p:anim calcmode="lin" valueType="num">
                                      <p:cBhvr additive="base">
                                        <p:cTn dur="500" fill="hold" id="38"/>
                                        <p:tgtEl>
                                          <p:spTgt spid="1048905">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fill="hold" id="39">
                      <p:stCondLst>
                        <p:cond delay="indefinite"/>
                      </p:stCondLst>
                      <p:childTnLst>
                        <p:par>
                          <p:cTn fill="hold" id="40">
                            <p:stCondLst>
                              <p:cond delay="0"/>
                            </p:stCondLst>
                            <p:childTnLst>
                              <p:par>
                                <p:cTn fill="hold" id="41" nodeType="clickEffect" presetClass="entr" presetID="2" presetSubtype="4">
                                  <p:stCondLst>
                                    <p:cond delay="0"/>
                                  </p:stCondLst>
                                  <p:childTnLst>
                                    <p:set>
                                      <p:cBhvr>
                                        <p:cTn dur="1" fill="hold" id="42">
                                          <p:stCondLst>
                                            <p:cond delay="0"/>
                                          </p:stCondLst>
                                        </p:cTn>
                                        <p:tgtEl>
                                          <p:spTgt spid="1048905">
                                            <p:txEl>
                                              <p:pRg st="5" end="5"/>
                                            </p:txEl>
                                          </p:spTgt>
                                        </p:tgtEl>
                                        <p:attrNameLst>
                                          <p:attrName>style.visibility</p:attrName>
                                        </p:attrNameLst>
                                      </p:cBhvr>
                                      <p:to>
                                        <p:strVal val="visible"/>
                                      </p:to>
                                    </p:set>
                                    <p:anim calcmode="lin" valueType="num">
                                      <p:cBhvr additive="base">
                                        <p:cTn dur="500" fill="hold" id="43"/>
                                        <p:tgtEl>
                                          <p:spTgt spid="1048905">
                                            <p:txEl>
                                              <p:pRg st="5" end="5"/>
                                            </p:txEl>
                                          </p:spTgt>
                                        </p:tgtEl>
                                        <p:attrNameLst>
                                          <p:attrName>ppt_x</p:attrName>
                                        </p:attrNameLst>
                                      </p:cBhvr>
                                      <p:tavLst>
                                        <p:tav tm="0">
                                          <p:val>
                                            <p:strVal val="#ppt_x"/>
                                          </p:val>
                                        </p:tav>
                                        <p:tav tm="100000">
                                          <p:val>
                                            <p:strVal val="#ppt_x"/>
                                          </p:val>
                                        </p:tav>
                                      </p:tavLst>
                                    </p:anim>
                                    <p:anim calcmode="lin" valueType="num">
                                      <p:cBhvr additive="base">
                                        <p:cTn dur="500" fill="hold" id="44"/>
                                        <p:tgtEl>
                                          <p:spTgt spid="1048905">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fill="hold" id="45">
                      <p:stCondLst>
                        <p:cond delay="indefinite"/>
                      </p:stCondLst>
                      <p:childTnLst>
                        <p:par>
                          <p:cTn fill="hold" id="46">
                            <p:stCondLst>
                              <p:cond delay="0"/>
                            </p:stCondLst>
                            <p:childTnLst>
                              <p:par>
                                <p:cTn fill="hold" id="47" nodeType="clickEffect" presetClass="entr" presetID="2" presetSubtype="4">
                                  <p:stCondLst>
                                    <p:cond delay="0"/>
                                  </p:stCondLst>
                                  <p:childTnLst>
                                    <p:set>
                                      <p:cBhvr>
                                        <p:cTn dur="1" fill="hold" id="48">
                                          <p:stCondLst>
                                            <p:cond delay="0"/>
                                          </p:stCondLst>
                                        </p:cTn>
                                        <p:tgtEl>
                                          <p:spTgt spid="1048905">
                                            <p:txEl>
                                              <p:pRg st="6" end="6"/>
                                            </p:txEl>
                                          </p:spTgt>
                                        </p:tgtEl>
                                        <p:attrNameLst>
                                          <p:attrName>style.visibility</p:attrName>
                                        </p:attrNameLst>
                                      </p:cBhvr>
                                      <p:to>
                                        <p:strVal val="visible"/>
                                      </p:to>
                                    </p:set>
                                    <p:anim calcmode="lin" valueType="num">
                                      <p:cBhvr additive="base">
                                        <p:cTn dur="500" fill="hold" id="49"/>
                                        <p:tgtEl>
                                          <p:spTgt spid="1048905">
                                            <p:txEl>
                                              <p:pRg st="6" end="6"/>
                                            </p:txEl>
                                          </p:spTgt>
                                        </p:tgtEl>
                                        <p:attrNameLst>
                                          <p:attrName>ppt_x</p:attrName>
                                        </p:attrNameLst>
                                      </p:cBhvr>
                                      <p:tavLst>
                                        <p:tav tm="0">
                                          <p:val>
                                            <p:strVal val="#ppt_x"/>
                                          </p:val>
                                        </p:tav>
                                        <p:tav tm="100000">
                                          <p:val>
                                            <p:strVal val="#ppt_x"/>
                                          </p:val>
                                        </p:tav>
                                      </p:tavLst>
                                    </p:anim>
                                    <p:anim calcmode="lin" valueType="num">
                                      <p:cBhvr additive="base">
                                        <p:cTn dur="500" fill="hold" id="50"/>
                                        <p:tgtEl>
                                          <p:spTgt spid="1048905">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fill="hold" id="51">
                      <p:stCondLst>
                        <p:cond delay="indefinite"/>
                      </p:stCondLst>
                      <p:childTnLst>
                        <p:par>
                          <p:cTn fill="hold" id="52">
                            <p:stCondLst>
                              <p:cond delay="0"/>
                            </p:stCondLst>
                            <p:childTnLst>
                              <p:par>
                                <p:cTn fill="hold" id="53" nodeType="clickEffect" presetClass="entr" presetID="2" presetSubtype="4">
                                  <p:stCondLst>
                                    <p:cond delay="0"/>
                                  </p:stCondLst>
                                  <p:childTnLst>
                                    <p:set>
                                      <p:cBhvr>
                                        <p:cTn dur="1" fill="hold" id="54">
                                          <p:stCondLst>
                                            <p:cond delay="0"/>
                                          </p:stCondLst>
                                        </p:cTn>
                                        <p:tgtEl>
                                          <p:spTgt spid="1048905">
                                            <p:txEl>
                                              <p:pRg st="7" end="7"/>
                                            </p:txEl>
                                          </p:spTgt>
                                        </p:tgtEl>
                                        <p:attrNameLst>
                                          <p:attrName>style.visibility</p:attrName>
                                        </p:attrNameLst>
                                      </p:cBhvr>
                                      <p:to>
                                        <p:strVal val="visible"/>
                                      </p:to>
                                    </p:set>
                                    <p:anim calcmode="lin" valueType="num">
                                      <p:cBhvr additive="base">
                                        <p:cTn dur="500" fill="hold" id="55"/>
                                        <p:tgtEl>
                                          <p:spTgt spid="1048905">
                                            <p:txEl>
                                              <p:pRg st="7" end="7"/>
                                            </p:txEl>
                                          </p:spTgt>
                                        </p:tgtEl>
                                        <p:attrNameLst>
                                          <p:attrName>ppt_x</p:attrName>
                                        </p:attrNameLst>
                                      </p:cBhvr>
                                      <p:tavLst>
                                        <p:tav tm="0">
                                          <p:val>
                                            <p:strVal val="#ppt_x"/>
                                          </p:val>
                                        </p:tav>
                                        <p:tav tm="100000">
                                          <p:val>
                                            <p:strVal val="#ppt_x"/>
                                          </p:val>
                                        </p:tav>
                                      </p:tavLst>
                                    </p:anim>
                                    <p:anim calcmode="lin" valueType="num">
                                      <p:cBhvr additive="base">
                                        <p:cTn dur="500" fill="hold" id="56"/>
                                        <p:tgtEl>
                                          <p:spTgt spid="1048905">
                                            <p:txEl>
                                              <p:pRg st="7" end="7"/>
                                            </p:txEl>
                                          </p:spTgt>
                                        </p:tgtEl>
                                        <p:attrNameLst>
                                          <p:attrName>ppt_y</p:attrName>
                                        </p:attrNameLst>
                                      </p:cBhvr>
                                      <p:tavLst>
                                        <p:tav tm="0">
                                          <p:val>
                                            <p:strVal val="1+#ppt_h/2"/>
                                          </p:val>
                                        </p:tav>
                                        <p:tav tm="100000">
                                          <p:val>
                                            <p:strVal val="#ppt_y"/>
                                          </p:val>
                                        </p:tav>
                                      </p:tavLst>
                                    </p:anim>
                                  </p:childTnLst>
                                </p:cTn>
                              </p:par>
                            </p:childTnLst>
                          </p:cTn>
                        </p:par>
                      </p:childTnLst>
                    </p:cTn>
                  </p:par>
                  <p:par>
                    <p:cTn fill="hold" id="57">
                      <p:stCondLst>
                        <p:cond delay="indefinite"/>
                      </p:stCondLst>
                      <p:childTnLst>
                        <p:par>
                          <p:cTn fill="hold" id="58">
                            <p:stCondLst>
                              <p:cond delay="0"/>
                            </p:stCondLst>
                            <p:childTnLst>
                              <p:par>
                                <p:cTn fill="hold" id="59" nodeType="clickEffect" presetClass="entr" presetID="2" presetSubtype="4">
                                  <p:stCondLst>
                                    <p:cond delay="0"/>
                                  </p:stCondLst>
                                  <p:childTnLst>
                                    <p:set>
                                      <p:cBhvr>
                                        <p:cTn dur="1" fill="hold" id="60">
                                          <p:stCondLst>
                                            <p:cond delay="0"/>
                                          </p:stCondLst>
                                        </p:cTn>
                                        <p:tgtEl>
                                          <p:spTgt spid="1048905">
                                            <p:txEl>
                                              <p:pRg st="8" end="8"/>
                                            </p:txEl>
                                          </p:spTgt>
                                        </p:tgtEl>
                                        <p:attrNameLst>
                                          <p:attrName>style.visibility</p:attrName>
                                        </p:attrNameLst>
                                      </p:cBhvr>
                                      <p:to>
                                        <p:strVal val="visible"/>
                                      </p:to>
                                    </p:set>
                                    <p:anim calcmode="lin" valueType="num">
                                      <p:cBhvr additive="base">
                                        <p:cTn dur="500" fill="hold" id="61"/>
                                        <p:tgtEl>
                                          <p:spTgt spid="1048905">
                                            <p:txEl>
                                              <p:pRg st="8" end="8"/>
                                            </p:txEl>
                                          </p:spTgt>
                                        </p:tgtEl>
                                        <p:attrNameLst>
                                          <p:attrName>ppt_x</p:attrName>
                                        </p:attrNameLst>
                                      </p:cBhvr>
                                      <p:tavLst>
                                        <p:tav tm="0">
                                          <p:val>
                                            <p:strVal val="#ppt_x"/>
                                          </p:val>
                                        </p:tav>
                                        <p:tav tm="100000">
                                          <p:val>
                                            <p:strVal val="#ppt_x"/>
                                          </p:val>
                                        </p:tav>
                                      </p:tavLst>
                                    </p:anim>
                                    <p:anim calcmode="lin" valueType="num">
                                      <p:cBhvr additive="base">
                                        <p:cTn dur="500" fill="hold" id="62"/>
                                        <p:tgtEl>
                                          <p:spTgt spid="1048905">
                                            <p:txEl>
                                              <p:pRg st="8" end="8"/>
                                            </p:txEl>
                                          </p:spTgt>
                                        </p:tgtEl>
                                        <p:attrNameLst>
                                          <p:attrName>ppt_y</p:attrName>
                                        </p:attrNameLst>
                                      </p:cBhvr>
                                      <p:tavLst>
                                        <p:tav tm="0">
                                          <p:val>
                                            <p:strVal val="1+#ppt_h/2"/>
                                          </p:val>
                                        </p:tav>
                                        <p:tav tm="100000">
                                          <p:val>
                                            <p:strVal val="#ppt_y"/>
                                          </p:val>
                                        </p:tav>
                                      </p:tavLst>
                                    </p:anim>
                                  </p:childTnLst>
                                </p:cTn>
                              </p:par>
                            </p:childTnLst>
                          </p:cTn>
                        </p:par>
                      </p:childTnLst>
                    </p:cTn>
                  </p:par>
                  <p:par>
                    <p:cTn fill="hold" id="63">
                      <p:stCondLst>
                        <p:cond delay="indefinite"/>
                      </p:stCondLst>
                      <p:childTnLst>
                        <p:par>
                          <p:cTn fill="hold" id="64">
                            <p:stCondLst>
                              <p:cond delay="0"/>
                            </p:stCondLst>
                            <p:childTnLst>
                              <p:par>
                                <p:cTn fill="hold" id="65" nodeType="clickEffect" presetClass="entr" presetID="2" presetSubtype="4">
                                  <p:stCondLst>
                                    <p:cond delay="0"/>
                                  </p:stCondLst>
                                  <p:childTnLst>
                                    <p:set>
                                      <p:cBhvr>
                                        <p:cTn dur="1" fill="hold" id="66">
                                          <p:stCondLst>
                                            <p:cond delay="0"/>
                                          </p:stCondLst>
                                        </p:cTn>
                                        <p:tgtEl>
                                          <p:spTgt spid="1048905">
                                            <p:txEl>
                                              <p:pRg st="9" end="9"/>
                                            </p:txEl>
                                          </p:spTgt>
                                        </p:tgtEl>
                                        <p:attrNameLst>
                                          <p:attrName>style.visibility</p:attrName>
                                        </p:attrNameLst>
                                      </p:cBhvr>
                                      <p:to>
                                        <p:strVal val="visible"/>
                                      </p:to>
                                    </p:set>
                                    <p:anim calcmode="lin" valueType="num">
                                      <p:cBhvr additive="base">
                                        <p:cTn dur="500" fill="hold" id="67"/>
                                        <p:tgtEl>
                                          <p:spTgt spid="1048905">
                                            <p:txEl>
                                              <p:pRg st="9" end="9"/>
                                            </p:txEl>
                                          </p:spTgt>
                                        </p:tgtEl>
                                        <p:attrNameLst>
                                          <p:attrName>ppt_x</p:attrName>
                                        </p:attrNameLst>
                                      </p:cBhvr>
                                      <p:tavLst>
                                        <p:tav tm="0">
                                          <p:val>
                                            <p:strVal val="#ppt_x"/>
                                          </p:val>
                                        </p:tav>
                                        <p:tav tm="100000">
                                          <p:val>
                                            <p:strVal val="#ppt_x"/>
                                          </p:val>
                                        </p:tav>
                                      </p:tavLst>
                                    </p:anim>
                                    <p:anim calcmode="lin" valueType="num">
                                      <p:cBhvr additive="base">
                                        <p:cTn dur="500" fill="hold" id="68"/>
                                        <p:tgtEl>
                                          <p:spTgt spid="1048905">
                                            <p:txEl>
                                              <p:pRg st="9" end="9"/>
                                            </p:txEl>
                                          </p:spTgt>
                                        </p:tgtEl>
                                        <p:attrNameLst>
                                          <p:attrName>ppt_y</p:attrName>
                                        </p:attrNameLst>
                                      </p:cBhvr>
                                      <p:tavLst>
                                        <p:tav tm="0">
                                          <p:val>
                                            <p:strVal val="1+#ppt_h/2"/>
                                          </p:val>
                                        </p:tav>
                                        <p:tav tm="100000">
                                          <p:val>
                                            <p:strVal val="#ppt_y"/>
                                          </p:val>
                                        </p:tav>
                                      </p:tavLst>
                                    </p:anim>
                                  </p:childTnLst>
                                </p:cTn>
                              </p:par>
                            </p:childTnLst>
                          </p:cTn>
                        </p:par>
                      </p:childTnLst>
                    </p:cTn>
                  </p:par>
                  <p:par>
                    <p:cTn fill="hold" id="69">
                      <p:stCondLst>
                        <p:cond delay="indefinite"/>
                      </p:stCondLst>
                      <p:childTnLst>
                        <p:par>
                          <p:cTn fill="hold" id="70">
                            <p:stCondLst>
                              <p:cond delay="0"/>
                            </p:stCondLst>
                            <p:childTnLst>
                              <p:par>
                                <p:cTn fill="hold" id="71" nodeType="clickEffect" presetClass="entr" presetID="2" presetSubtype="4">
                                  <p:stCondLst>
                                    <p:cond delay="0"/>
                                  </p:stCondLst>
                                  <p:childTnLst>
                                    <p:set>
                                      <p:cBhvr>
                                        <p:cTn dur="1" fill="hold" id="72">
                                          <p:stCondLst>
                                            <p:cond delay="0"/>
                                          </p:stCondLst>
                                        </p:cTn>
                                        <p:tgtEl>
                                          <p:spTgt spid="1048905">
                                            <p:txEl>
                                              <p:pRg st="10" end="10"/>
                                            </p:txEl>
                                          </p:spTgt>
                                        </p:tgtEl>
                                        <p:attrNameLst>
                                          <p:attrName>style.visibility</p:attrName>
                                        </p:attrNameLst>
                                      </p:cBhvr>
                                      <p:to>
                                        <p:strVal val="visible"/>
                                      </p:to>
                                    </p:set>
                                    <p:anim calcmode="lin" valueType="num">
                                      <p:cBhvr additive="base">
                                        <p:cTn dur="500" fill="hold" id="73"/>
                                        <p:tgtEl>
                                          <p:spTgt spid="1048905">
                                            <p:txEl>
                                              <p:pRg st="10" end="10"/>
                                            </p:txEl>
                                          </p:spTgt>
                                        </p:tgtEl>
                                        <p:attrNameLst>
                                          <p:attrName>ppt_x</p:attrName>
                                        </p:attrNameLst>
                                      </p:cBhvr>
                                      <p:tavLst>
                                        <p:tav tm="0">
                                          <p:val>
                                            <p:strVal val="#ppt_x"/>
                                          </p:val>
                                        </p:tav>
                                        <p:tav tm="100000">
                                          <p:val>
                                            <p:strVal val="#ppt_x"/>
                                          </p:val>
                                        </p:tav>
                                      </p:tavLst>
                                    </p:anim>
                                    <p:anim calcmode="lin" valueType="num">
                                      <p:cBhvr additive="base">
                                        <p:cTn dur="500" fill="hold" id="74"/>
                                        <p:tgtEl>
                                          <p:spTgt spid="1048905">
                                            <p:txEl>
                                              <p:pRg st="10" end="1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48904" grpId="0"/>
    </p:bld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274" name=""/>
        <p:cNvGrpSpPr/>
        <p:nvPr/>
      </p:nvGrpSpPr>
      <p:grpSpPr>
        <a:xfrm>
          <a:off x="0" y="0"/>
          <a:ext cx="0" cy="0"/>
          <a:chOff x="0" y="0"/>
          <a:chExt cx="0" cy="0"/>
        </a:xfrm>
      </p:grpSpPr>
      <p:sp>
        <p:nvSpPr>
          <p:cNvPr id="1048909" name="Title 1"/>
          <p:cNvSpPr>
            <a:spLocks noGrp="1"/>
          </p:cNvSpPr>
          <p:nvPr>
            <p:ph type="title"/>
          </p:nvPr>
        </p:nvSpPr>
        <p:spPr>
          <a:xfrm>
            <a:off x="0" y="0"/>
            <a:ext cx="9144000" cy="1408176"/>
          </a:xfrm>
        </p:spPr>
        <p:txBody>
          <a:bodyPr>
            <a:normAutofit fontScale="90000"/>
          </a:bodyPr>
          <a:p>
            <a:pPr algn="ctr" lvl="0"/>
            <a:r>
              <a:rPr dirty="0" sz="5300" lang="en-US" smtClean="0"/>
              <a:t/>
            </a:r>
            <a:br>
              <a:rPr dirty="0" sz="5300" lang="en-US" smtClean="0"/>
            </a:br>
            <a:r>
              <a:rPr dirty="0" sz="6000" lang="en-US" smtClean="0"/>
              <a:t>Non-beneficial roles of Algae</a:t>
            </a:r>
            <a:r>
              <a:rPr dirty="0" lang="en-GB" smtClean="0"/>
              <a:t/>
            </a:r>
            <a:br>
              <a:rPr dirty="0" lang="en-GB" smtClean="0"/>
            </a:br>
            <a:endParaRPr dirty="0" lang="en-GB"/>
          </a:p>
        </p:txBody>
      </p:sp>
      <p:sp>
        <p:nvSpPr>
          <p:cNvPr id="1048910" name="Content Placeholder 2"/>
          <p:cNvSpPr>
            <a:spLocks noGrp="1"/>
          </p:cNvSpPr>
          <p:nvPr>
            <p:ph idx="1"/>
          </p:nvPr>
        </p:nvSpPr>
        <p:spPr>
          <a:xfrm>
            <a:off x="0" y="1500174"/>
            <a:ext cx="9144000" cy="5357825"/>
          </a:xfrm>
        </p:spPr>
        <p:txBody>
          <a:bodyPr>
            <a:normAutofit/>
          </a:bodyPr>
          <a:p>
            <a:r>
              <a:rPr dirty="0" sz="4000" lang="en-US" smtClean="0">
                <a:solidFill>
                  <a:srgbClr val="FFFF00"/>
                </a:solidFill>
              </a:rPr>
              <a:t>Interference with fishing and swimming</a:t>
            </a:r>
          </a:p>
          <a:p>
            <a:r>
              <a:rPr dirty="0" sz="4000" lang="en-US" smtClean="0">
                <a:solidFill>
                  <a:srgbClr val="FFFF00"/>
                </a:solidFill>
              </a:rPr>
              <a:t>Death of fishes E.g. </a:t>
            </a:r>
            <a:r>
              <a:rPr dirty="0" sz="4000" i="1" lang="en-US" smtClean="0">
                <a:solidFill>
                  <a:srgbClr val="FFFF00"/>
                </a:solidFill>
              </a:rPr>
              <a:t>Microcystis </a:t>
            </a:r>
            <a:endParaRPr dirty="0" sz="4000" lang="en-US" smtClean="0">
              <a:solidFill>
                <a:srgbClr val="FFFF00"/>
              </a:solidFill>
            </a:endParaRPr>
          </a:p>
          <a:p>
            <a:r>
              <a:rPr dirty="0" sz="4000" lang="en-US" smtClean="0">
                <a:solidFill>
                  <a:srgbClr val="FFFF00"/>
                </a:solidFill>
              </a:rPr>
              <a:t>Death of livestock </a:t>
            </a:r>
            <a:r>
              <a:rPr sz="4000" lang="en-US" smtClean="0">
                <a:solidFill>
                  <a:srgbClr val="FFFF00"/>
                </a:solidFill>
              </a:rPr>
              <a:t>species e.g. </a:t>
            </a:r>
            <a:r>
              <a:rPr dirty="0" sz="4000" i="1" lang="en-US" smtClean="0">
                <a:solidFill>
                  <a:srgbClr val="FFFF00"/>
                </a:solidFill>
              </a:rPr>
              <a:t>Anabaena</a:t>
            </a:r>
            <a:endParaRPr dirty="0" sz="4000" lang="en-US" smtClean="0">
              <a:solidFill>
                <a:srgbClr val="FFFF00"/>
              </a:solidFill>
            </a:endParaRPr>
          </a:p>
          <a:p>
            <a:r>
              <a:rPr dirty="0" sz="4000" lang="en-US" smtClean="0">
                <a:solidFill>
                  <a:srgbClr val="FFFF00"/>
                </a:solidFill>
              </a:rPr>
              <a:t>Death to Humans e.g. </a:t>
            </a:r>
            <a:r>
              <a:rPr dirty="0" sz="4000" i="1" lang="en-US" smtClean="0">
                <a:solidFill>
                  <a:srgbClr val="FFFF00"/>
                </a:solidFill>
              </a:rPr>
              <a:t>Gonyaulax</a:t>
            </a:r>
            <a:endParaRPr dirty="0" sz="4000" lang="en-US" smtClean="0">
              <a:solidFill>
                <a:srgbClr val="FFFF00"/>
              </a:solidFill>
            </a:endParaRPr>
          </a:p>
          <a:p>
            <a:r>
              <a:rPr dirty="0" sz="4000" lang="en-US" smtClean="0">
                <a:solidFill>
                  <a:srgbClr val="FFFF00"/>
                </a:solidFill>
              </a:rPr>
              <a:t>Damage to buildings e.g. </a:t>
            </a:r>
            <a:r>
              <a:rPr dirty="0" sz="4000" i="1" lang="en-US" smtClean="0">
                <a:solidFill>
                  <a:srgbClr val="FFFF00"/>
                </a:solidFill>
              </a:rPr>
              <a:t>Tolyppthrix</a:t>
            </a:r>
            <a:r>
              <a:rPr dirty="0" sz="4000" lang="en-US" smtClean="0">
                <a:solidFill>
                  <a:srgbClr val="FFFF00"/>
                </a:solidFill>
              </a:rPr>
              <a:t> </a:t>
            </a:r>
          </a:p>
          <a:p>
            <a:r>
              <a:rPr dirty="0" sz="4000" lang="en-US" smtClean="0">
                <a:solidFill>
                  <a:srgbClr val="FFFF00"/>
                </a:solidFill>
              </a:rPr>
              <a:t>Water pollution e.g. </a:t>
            </a:r>
            <a:r>
              <a:rPr dirty="0" sz="4000" i="1" lang="en-US" smtClean="0">
                <a:solidFill>
                  <a:srgbClr val="FFFF00"/>
                </a:solidFill>
              </a:rPr>
              <a:t>Chlamydomonas.</a:t>
            </a:r>
            <a:endParaRPr dirty="0" sz="4000" lang="en-GB">
              <a:solidFill>
                <a:srgbClr val="FFFF00"/>
              </a:solidFill>
            </a:endParaRPr>
          </a:p>
        </p:txBody>
      </p:sp>
    </p:spTree>
  </p:cSld>
  <p:clrMapOvr>
    <a:masterClrMapping/>
  </p:clrMapOvr>
  <p:timing>
    <p:tnLst>
      <p:par>
        <p:cTn dur="indefinite" id="1" nodeType="tmRoot" restart="never">
          <p:childTnLst>
            <p:seq concurrent="1" nextAc="seek">
              <p:cTn dur="indefinite" id="2" nodeType="mainSeq">
                <p:childTnLst>
                  <p:par>
                    <p:cTn fill="hold" id="3">
                      <p:stCondLst>
                        <p:cond delay="indefinite"/>
                      </p:stCondLst>
                      <p:childTnLst>
                        <p:par>
                          <p:cTn fill="hold" id="4">
                            <p:stCondLst>
                              <p:cond delay="0"/>
                            </p:stCondLst>
                            <p:childTnLst>
                              <p:par>
                                <p:cTn fill="hold" grpId="0" id="5" nodeType="clickEffect" presetClass="entr" presetID="2" presetSubtype="4">
                                  <p:stCondLst>
                                    <p:cond delay="0"/>
                                  </p:stCondLst>
                                  <p:childTnLst>
                                    <p:set>
                                      <p:cBhvr>
                                        <p:cTn dur="1" fill="hold" id="6">
                                          <p:stCondLst>
                                            <p:cond delay="0"/>
                                          </p:stCondLst>
                                        </p:cTn>
                                        <p:tgtEl>
                                          <p:spTgt spid="1048909"/>
                                        </p:tgtEl>
                                        <p:attrNameLst>
                                          <p:attrName>style.visibility</p:attrName>
                                        </p:attrNameLst>
                                      </p:cBhvr>
                                      <p:to>
                                        <p:strVal val="visible"/>
                                      </p:to>
                                    </p:set>
                                    <p:anim calcmode="lin" valueType="num">
                                      <p:cBhvr additive="base">
                                        <p:cTn dur="500" fill="hold" id="7"/>
                                        <p:tgtEl>
                                          <p:spTgt spid="1048909"/>
                                        </p:tgtEl>
                                        <p:attrNameLst>
                                          <p:attrName>ppt_x</p:attrName>
                                        </p:attrNameLst>
                                      </p:cBhvr>
                                      <p:tavLst>
                                        <p:tav tm="0">
                                          <p:val>
                                            <p:strVal val="#ppt_x"/>
                                          </p:val>
                                        </p:tav>
                                        <p:tav tm="100000">
                                          <p:val>
                                            <p:strVal val="#ppt_x"/>
                                          </p:val>
                                        </p:tav>
                                      </p:tavLst>
                                    </p:anim>
                                    <p:anim calcmode="lin" valueType="num">
                                      <p:cBhvr additive="base">
                                        <p:cTn dur="500" fill="hold" id="8"/>
                                        <p:tgtEl>
                                          <p:spTgt spid="1048909"/>
                                        </p:tgtEl>
                                        <p:attrNameLst>
                                          <p:attrName>ppt_y</p:attrName>
                                        </p:attrNameLst>
                                      </p:cBhvr>
                                      <p:tavLst>
                                        <p:tav tm="0">
                                          <p:val>
                                            <p:strVal val="1+#ppt_h/2"/>
                                          </p:val>
                                        </p:tav>
                                        <p:tav tm="100000">
                                          <p:val>
                                            <p:strVal val="#ppt_y"/>
                                          </p:val>
                                        </p:tav>
                                      </p:tavLst>
                                    </p:anim>
                                  </p:childTnLst>
                                </p:cTn>
                              </p:par>
                            </p:childTnLst>
                          </p:cTn>
                        </p:par>
                      </p:childTnLst>
                    </p:cTn>
                  </p:par>
                  <p:par>
                    <p:cTn fill="hold" id="9">
                      <p:stCondLst>
                        <p:cond delay="indefinite"/>
                      </p:stCondLst>
                      <p:childTnLst>
                        <p:par>
                          <p:cTn fill="hold" id="10">
                            <p:stCondLst>
                              <p:cond delay="0"/>
                            </p:stCondLst>
                            <p:childTnLst>
                              <p:par>
                                <p:cTn fill="hold" id="11" nodeType="clickEffect" presetClass="entr" presetID="2" presetSubtype="4">
                                  <p:stCondLst>
                                    <p:cond delay="0"/>
                                  </p:stCondLst>
                                  <p:childTnLst>
                                    <p:set>
                                      <p:cBhvr>
                                        <p:cTn dur="1" fill="hold" id="12">
                                          <p:stCondLst>
                                            <p:cond delay="0"/>
                                          </p:stCondLst>
                                        </p:cTn>
                                        <p:tgtEl>
                                          <p:spTgt spid="1048910">
                                            <p:txEl>
                                              <p:pRg st="0" end="0"/>
                                            </p:txEl>
                                          </p:spTgt>
                                        </p:tgtEl>
                                        <p:attrNameLst>
                                          <p:attrName>style.visibility</p:attrName>
                                        </p:attrNameLst>
                                      </p:cBhvr>
                                      <p:to>
                                        <p:strVal val="visible"/>
                                      </p:to>
                                    </p:set>
                                    <p:anim calcmode="lin" valueType="num">
                                      <p:cBhvr additive="base">
                                        <p:cTn dur="500" fill="hold" id="13"/>
                                        <p:tgtEl>
                                          <p:spTgt spid="1048910">
                                            <p:txEl>
                                              <p:pRg st="0" end="0"/>
                                            </p:txEl>
                                          </p:spTgt>
                                        </p:tgtEl>
                                        <p:attrNameLst>
                                          <p:attrName>ppt_x</p:attrName>
                                        </p:attrNameLst>
                                      </p:cBhvr>
                                      <p:tavLst>
                                        <p:tav tm="0">
                                          <p:val>
                                            <p:strVal val="#ppt_x"/>
                                          </p:val>
                                        </p:tav>
                                        <p:tav tm="100000">
                                          <p:val>
                                            <p:strVal val="#ppt_x"/>
                                          </p:val>
                                        </p:tav>
                                      </p:tavLst>
                                    </p:anim>
                                    <p:anim calcmode="lin" valueType="num">
                                      <p:cBhvr additive="base">
                                        <p:cTn dur="500" fill="hold" id="14"/>
                                        <p:tgtEl>
                                          <p:spTgt spid="1048910">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fill="hold" id="15">
                      <p:stCondLst>
                        <p:cond delay="indefinite"/>
                      </p:stCondLst>
                      <p:childTnLst>
                        <p:par>
                          <p:cTn fill="hold" id="16">
                            <p:stCondLst>
                              <p:cond delay="0"/>
                            </p:stCondLst>
                            <p:childTnLst>
                              <p:par>
                                <p:cTn fill="hold" id="17" nodeType="clickEffect" presetClass="entr" presetID="2" presetSubtype="4">
                                  <p:stCondLst>
                                    <p:cond delay="0"/>
                                  </p:stCondLst>
                                  <p:childTnLst>
                                    <p:set>
                                      <p:cBhvr>
                                        <p:cTn dur="1" fill="hold" id="18">
                                          <p:stCondLst>
                                            <p:cond delay="0"/>
                                          </p:stCondLst>
                                        </p:cTn>
                                        <p:tgtEl>
                                          <p:spTgt spid="1048910">
                                            <p:txEl>
                                              <p:pRg st="1" end="1"/>
                                            </p:txEl>
                                          </p:spTgt>
                                        </p:tgtEl>
                                        <p:attrNameLst>
                                          <p:attrName>style.visibility</p:attrName>
                                        </p:attrNameLst>
                                      </p:cBhvr>
                                      <p:to>
                                        <p:strVal val="visible"/>
                                      </p:to>
                                    </p:set>
                                    <p:anim calcmode="lin" valueType="num">
                                      <p:cBhvr additive="base">
                                        <p:cTn dur="500" fill="hold" id="19"/>
                                        <p:tgtEl>
                                          <p:spTgt spid="1048910">
                                            <p:txEl>
                                              <p:pRg st="1" end="1"/>
                                            </p:txEl>
                                          </p:spTgt>
                                        </p:tgtEl>
                                        <p:attrNameLst>
                                          <p:attrName>ppt_x</p:attrName>
                                        </p:attrNameLst>
                                      </p:cBhvr>
                                      <p:tavLst>
                                        <p:tav tm="0">
                                          <p:val>
                                            <p:strVal val="#ppt_x"/>
                                          </p:val>
                                        </p:tav>
                                        <p:tav tm="100000">
                                          <p:val>
                                            <p:strVal val="#ppt_x"/>
                                          </p:val>
                                        </p:tav>
                                      </p:tavLst>
                                    </p:anim>
                                    <p:anim calcmode="lin" valueType="num">
                                      <p:cBhvr additive="base">
                                        <p:cTn dur="500" fill="hold" id="20"/>
                                        <p:tgtEl>
                                          <p:spTgt spid="1048910">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fill="hold" id="21">
                      <p:stCondLst>
                        <p:cond delay="indefinite"/>
                      </p:stCondLst>
                      <p:childTnLst>
                        <p:par>
                          <p:cTn fill="hold" id="22">
                            <p:stCondLst>
                              <p:cond delay="0"/>
                            </p:stCondLst>
                            <p:childTnLst>
                              <p:par>
                                <p:cTn fill="hold" id="23" nodeType="clickEffect" presetClass="entr" presetID="2" presetSubtype="4">
                                  <p:stCondLst>
                                    <p:cond delay="0"/>
                                  </p:stCondLst>
                                  <p:childTnLst>
                                    <p:set>
                                      <p:cBhvr>
                                        <p:cTn dur="1" fill="hold" id="24">
                                          <p:stCondLst>
                                            <p:cond delay="0"/>
                                          </p:stCondLst>
                                        </p:cTn>
                                        <p:tgtEl>
                                          <p:spTgt spid="1048910">
                                            <p:txEl>
                                              <p:pRg st="2" end="2"/>
                                            </p:txEl>
                                          </p:spTgt>
                                        </p:tgtEl>
                                        <p:attrNameLst>
                                          <p:attrName>style.visibility</p:attrName>
                                        </p:attrNameLst>
                                      </p:cBhvr>
                                      <p:to>
                                        <p:strVal val="visible"/>
                                      </p:to>
                                    </p:set>
                                    <p:anim calcmode="lin" valueType="num">
                                      <p:cBhvr additive="base">
                                        <p:cTn dur="500" fill="hold" id="25"/>
                                        <p:tgtEl>
                                          <p:spTgt spid="1048910">
                                            <p:txEl>
                                              <p:pRg st="2" end="2"/>
                                            </p:txEl>
                                          </p:spTgt>
                                        </p:tgtEl>
                                        <p:attrNameLst>
                                          <p:attrName>ppt_x</p:attrName>
                                        </p:attrNameLst>
                                      </p:cBhvr>
                                      <p:tavLst>
                                        <p:tav tm="0">
                                          <p:val>
                                            <p:strVal val="#ppt_x"/>
                                          </p:val>
                                        </p:tav>
                                        <p:tav tm="100000">
                                          <p:val>
                                            <p:strVal val="#ppt_x"/>
                                          </p:val>
                                        </p:tav>
                                      </p:tavLst>
                                    </p:anim>
                                    <p:anim calcmode="lin" valueType="num">
                                      <p:cBhvr additive="base">
                                        <p:cTn dur="500" fill="hold" id="26"/>
                                        <p:tgtEl>
                                          <p:spTgt spid="1048910">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fill="hold" id="27">
                      <p:stCondLst>
                        <p:cond delay="indefinite"/>
                      </p:stCondLst>
                      <p:childTnLst>
                        <p:par>
                          <p:cTn fill="hold" id="28">
                            <p:stCondLst>
                              <p:cond delay="0"/>
                            </p:stCondLst>
                            <p:childTnLst>
                              <p:par>
                                <p:cTn fill="hold" id="29" nodeType="clickEffect" presetClass="entr" presetID="2" presetSubtype="4">
                                  <p:stCondLst>
                                    <p:cond delay="0"/>
                                  </p:stCondLst>
                                  <p:childTnLst>
                                    <p:set>
                                      <p:cBhvr>
                                        <p:cTn dur="1" fill="hold" id="30">
                                          <p:stCondLst>
                                            <p:cond delay="0"/>
                                          </p:stCondLst>
                                        </p:cTn>
                                        <p:tgtEl>
                                          <p:spTgt spid="1048910">
                                            <p:txEl>
                                              <p:pRg st="3" end="3"/>
                                            </p:txEl>
                                          </p:spTgt>
                                        </p:tgtEl>
                                        <p:attrNameLst>
                                          <p:attrName>style.visibility</p:attrName>
                                        </p:attrNameLst>
                                      </p:cBhvr>
                                      <p:to>
                                        <p:strVal val="visible"/>
                                      </p:to>
                                    </p:set>
                                    <p:anim calcmode="lin" valueType="num">
                                      <p:cBhvr additive="base">
                                        <p:cTn dur="500" fill="hold" id="31"/>
                                        <p:tgtEl>
                                          <p:spTgt spid="1048910">
                                            <p:txEl>
                                              <p:pRg st="3" end="3"/>
                                            </p:txEl>
                                          </p:spTgt>
                                        </p:tgtEl>
                                        <p:attrNameLst>
                                          <p:attrName>ppt_x</p:attrName>
                                        </p:attrNameLst>
                                      </p:cBhvr>
                                      <p:tavLst>
                                        <p:tav tm="0">
                                          <p:val>
                                            <p:strVal val="#ppt_x"/>
                                          </p:val>
                                        </p:tav>
                                        <p:tav tm="100000">
                                          <p:val>
                                            <p:strVal val="#ppt_x"/>
                                          </p:val>
                                        </p:tav>
                                      </p:tavLst>
                                    </p:anim>
                                    <p:anim calcmode="lin" valueType="num">
                                      <p:cBhvr additive="base">
                                        <p:cTn dur="500" fill="hold" id="32"/>
                                        <p:tgtEl>
                                          <p:spTgt spid="1048910">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fill="hold" id="33">
                      <p:stCondLst>
                        <p:cond delay="indefinite"/>
                      </p:stCondLst>
                      <p:childTnLst>
                        <p:par>
                          <p:cTn fill="hold" id="34">
                            <p:stCondLst>
                              <p:cond delay="0"/>
                            </p:stCondLst>
                            <p:childTnLst>
                              <p:par>
                                <p:cTn fill="hold" id="35" nodeType="clickEffect" presetClass="entr" presetID="2" presetSubtype="4">
                                  <p:stCondLst>
                                    <p:cond delay="0"/>
                                  </p:stCondLst>
                                  <p:childTnLst>
                                    <p:set>
                                      <p:cBhvr>
                                        <p:cTn dur="1" fill="hold" id="36">
                                          <p:stCondLst>
                                            <p:cond delay="0"/>
                                          </p:stCondLst>
                                        </p:cTn>
                                        <p:tgtEl>
                                          <p:spTgt spid="1048910">
                                            <p:txEl>
                                              <p:pRg st="4" end="4"/>
                                            </p:txEl>
                                          </p:spTgt>
                                        </p:tgtEl>
                                        <p:attrNameLst>
                                          <p:attrName>style.visibility</p:attrName>
                                        </p:attrNameLst>
                                      </p:cBhvr>
                                      <p:to>
                                        <p:strVal val="visible"/>
                                      </p:to>
                                    </p:set>
                                    <p:anim calcmode="lin" valueType="num">
                                      <p:cBhvr additive="base">
                                        <p:cTn dur="500" fill="hold" id="37"/>
                                        <p:tgtEl>
                                          <p:spTgt spid="1048910">
                                            <p:txEl>
                                              <p:pRg st="4" end="4"/>
                                            </p:txEl>
                                          </p:spTgt>
                                        </p:tgtEl>
                                        <p:attrNameLst>
                                          <p:attrName>ppt_x</p:attrName>
                                        </p:attrNameLst>
                                      </p:cBhvr>
                                      <p:tavLst>
                                        <p:tav tm="0">
                                          <p:val>
                                            <p:strVal val="#ppt_x"/>
                                          </p:val>
                                        </p:tav>
                                        <p:tav tm="100000">
                                          <p:val>
                                            <p:strVal val="#ppt_x"/>
                                          </p:val>
                                        </p:tav>
                                      </p:tavLst>
                                    </p:anim>
                                    <p:anim calcmode="lin" valueType="num">
                                      <p:cBhvr additive="base">
                                        <p:cTn dur="500" fill="hold" id="38"/>
                                        <p:tgtEl>
                                          <p:spTgt spid="1048910">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fill="hold" id="39">
                      <p:stCondLst>
                        <p:cond delay="indefinite"/>
                      </p:stCondLst>
                      <p:childTnLst>
                        <p:par>
                          <p:cTn fill="hold" id="40">
                            <p:stCondLst>
                              <p:cond delay="0"/>
                            </p:stCondLst>
                            <p:childTnLst>
                              <p:par>
                                <p:cTn fill="hold" id="41" nodeType="clickEffect" presetClass="entr" presetID="2" presetSubtype="4">
                                  <p:stCondLst>
                                    <p:cond delay="0"/>
                                  </p:stCondLst>
                                  <p:childTnLst>
                                    <p:set>
                                      <p:cBhvr>
                                        <p:cTn dur="1" fill="hold" id="42">
                                          <p:stCondLst>
                                            <p:cond delay="0"/>
                                          </p:stCondLst>
                                        </p:cTn>
                                        <p:tgtEl>
                                          <p:spTgt spid="1048910">
                                            <p:txEl>
                                              <p:pRg st="5" end="5"/>
                                            </p:txEl>
                                          </p:spTgt>
                                        </p:tgtEl>
                                        <p:attrNameLst>
                                          <p:attrName>style.visibility</p:attrName>
                                        </p:attrNameLst>
                                      </p:cBhvr>
                                      <p:to>
                                        <p:strVal val="visible"/>
                                      </p:to>
                                    </p:set>
                                    <p:anim calcmode="lin" valueType="num">
                                      <p:cBhvr additive="base">
                                        <p:cTn dur="500" fill="hold" id="43"/>
                                        <p:tgtEl>
                                          <p:spTgt spid="1048910">
                                            <p:txEl>
                                              <p:pRg st="5" end="5"/>
                                            </p:txEl>
                                          </p:spTgt>
                                        </p:tgtEl>
                                        <p:attrNameLst>
                                          <p:attrName>ppt_x</p:attrName>
                                        </p:attrNameLst>
                                      </p:cBhvr>
                                      <p:tavLst>
                                        <p:tav tm="0">
                                          <p:val>
                                            <p:strVal val="#ppt_x"/>
                                          </p:val>
                                        </p:tav>
                                        <p:tav tm="100000">
                                          <p:val>
                                            <p:strVal val="#ppt_x"/>
                                          </p:val>
                                        </p:tav>
                                      </p:tavLst>
                                    </p:anim>
                                    <p:anim calcmode="lin" valueType="num">
                                      <p:cBhvr additive="base">
                                        <p:cTn dur="500" fill="hold" id="44"/>
                                        <p:tgtEl>
                                          <p:spTgt spid="1048910">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48909" grpId="0"/>
    </p:bld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Module">
  <a:themeElements>
    <a:clrScheme name="Module">
      <a:dk1>
        <a:sysClr lastClr="000000" val="windowText"/>
      </a:dk1>
      <a:lt1>
        <a:sysClr lastClr="FFFFFF" val="window"/>
      </a:lt1>
      <a:dk2>
        <a:srgbClr val="5A6378"/>
      </a:dk2>
      <a:lt2>
        <a:srgbClr val="D4D4D6"/>
      </a:lt2>
      <a:accent1>
        <a:srgbClr val="F0AD00"/>
      </a:accent1>
      <a:accent2>
        <a:srgbClr val="60B5CC"/>
      </a:accent2>
      <a:accent3>
        <a:srgbClr val="E66C7D"/>
      </a:accent3>
      <a:accent4>
        <a:srgbClr val="6BB76D"/>
      </a:accent4>
      <a:accent5>
        <a:srgbClr val="E88651"/>
      </a:accent5>
      <a:accent6>
        <a:srgbClr val="C64847"/>
      </a:accent6>
      <a:hlink>
        <a:srgbClr val="168BBA"/>
      </a:hlink>
      <a:folHlink>
        <a:srgbClr val="680000"/>
      </a:folHlink>
    </a:clrScheme>
    <a:fontScheme name="Module">
      <a:majorFont>
        <a:latin typeface="Corbel"/>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Corbel"/>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Modul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47500"/>
                <a:satMod val="137000"/>
              </a:schemeClr>
            </a:gs>
            <a:gs pos="55000">
              <a:schemeClr val="phClr">
                <a:shade val="69000"/>
                <a:satMod val="137000"/>
              </a:schemeClr>
            </a:gs>
            <a:gs pos="100000">
              <a:schemeClr val="phClr">
                <a:shade val="98000"/>
                <a:satMod val="137000"/>
              </a:schemeClr>
            </a:gs>
          </a:gsLst>
          <a:lin ang="16200000" scaled="0"/>
        </a:gradFill>
      </a:fillStyleLst>
      <a:lnStyleLst>
        <a:ln w="6350" cap="rnd" cmpd="sng" algn="ctr">
          <a:solidFill>
            <a:schemeClr val="phClr">
              <a:shade val="95000"/>
              <a:satMod val="105000"/>
            </a:schemeClr>
          </a:solidFill>
          <a:prstDash val="solid"/>
        </a:ln>
        <a:ln w="48000" cap="flat" cmpd="thickThin" algn="ctr">
          <a:solidFill>
            <a:schemeClr val="phClr"/>
          </a:solidFill>
          <a:prstDash val="solid"/>
        </a:ln>
        <a:ln w="48500" cap="flat" cmpd="thickThin" algn="ctr">
          <a:solidFill>
            <a:schemeClr val="phClr"/>
          </a:solidFill>
          <a:prstDash val="solid"/>
        </a:ln>
      </a:lnStyleLst>
      <a:effectStyleLst>
        <a:effectStyle>
          <a:effectLst>
            <a:outerShdw blurRad="45000" dir="5400000" dist="25000" rotWithShape="0">
              <a:srgbClr val="000000">
                <a:alpha val="38000"/>
              </a:srgbClr>
            </a:outerShdw>
          </a:effectLst>
        </a:effectStyle>
        <a:effectStyle>
          <a:effectLst>
            <a:outerShdw blurRad="39000" dir="5400000" dist="25400" rotWithShape="0">
              <a:srgbClr val="000000">
                <a:alpha val="38000"/>
              </a:srgbClr>
            </a:outerShdw>
          </a:effectLst>
        </a:effectStyle>
        <a:effectStyle>
          <a:effectLst>
            <a:outerShdw blurRad="39000" dir="5400000" dist="25400" rotWithShape="0">
              <a:srgbClr val="000000">
                <a:alpha val="38000"/>
              </a:srgbClr>
            </a:outerShdw>
          </a:effectLst>
          <a:scene3d>
            <a:camera prst="orthographicFront" fov="0">
              <a:rot lat="0" lon="0" rev="0"/>
            </a:camera>
            <a:lightRig dir="t" rig="threePt">
              <a:rot lat="0" lon="0" rev="1800000"/>
            </a:lightRig>
          </a:scene3d>
          <a:sp3d prstMaterial="matte">
            <a:bevelT h="20000"/>
          </a:sp3d>
        </a:effectStyle>
      </a:effectStyleLst>
      <a:bgFillStyleLst>
        <a:solidFill>
          <a:schemeClr val="phClr"/>
        </a:solidFill>
        <a:gradFill rotWithShape="1">
          <a:gsLst>
            <a:gs pos="0">
              <a:schemeClr val="phClr">
                <a:tint val="48000"/>
                <a:satMod val="300000"/>
              </a:schemeClr>
            </a:gs>
            <a:gs pos="12000">
              <a:schemeClr val="phClr">
                <a:tint val="48000"/>
                <a:satMod val="300000"/>
              </a:schemeClr>
            </a:gs>
            <a:gs pos="20000">
              <a:schemeClr val="phClr">
                <a:tint val="49000"/>
                <a:satMod val="300000"/>
              </a:schemeClr>
            </a:gs>
            <a:gs pos="100000">
              <a:schemeClr val="phClr">
                <a:shade val="30000"/>
              </a:schemeClr>
            </a:gs>
          </a:gsLst>
          <a:path path="circle">
            <a:fillToRect l="10000" t="-25000" r="10000" b="125000"/>
          </a:path>
        </a:gradFill>
        <a:blipFill>
          <a:blip xmlns:r="http://schemas.openxmlformats.org/officeDocument/2006/relationships" r:embed="rId1">
            <a:duotone>
              <a:schemeClr val="phClr">
                <a:shade val="75000"/>
                <a:satMod val="105000"/>
              </a:schemeClr>
              <a:schemeClr val="phClr">
                <a:tint val="95000"/>
                <a:satMod val="105000"/>
              </a:schemeClr>
            </a:duotone>
          </a:blip>
          <a:tile algn="tl" flip="none" sx="38000" sy="38000" tx="0" ty="0"/>
        </a:blipFill>
      </a:bgFillStyleLst>
    </a:fmtScheme>
  </a:themeElements>
</a:theme>
</file>

<file path=ppt/theme/theme2.xml><?xml version="1.0" encoding="utf-8"?>
<a:theme xmlns:a="http://schemas.openxmlformats.org/drawingml/2006/main" name="Office Theme">
  <a:themeElements>
    <a:clrScheme name="Office">
      <a:dk1>
        <a:sysClr lastClr="000000" val="windowText"/>
      </a:dk1>
      <a:lt1>
        <a:sysClr lastClr="FFFFFF" val="window"/>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r="5400000" dist="20000" rotWithShape="0">
              <a:srgbClr val="000000">
                <a:alpha val="38000"/>
              </a:srgbClr>
            </a:outerShdw>
          </a:effectLst>
        </a:effectStyle>
        <a:effectStyle>
          <a:effectLst>
            <a:outerShdw blurRad="40000" dir="5400000" dist="23000" rotWithShape="0">
              <a:srgbClr val="000000">
                <a:alpha val="35000"/>
              </a:srgbClr>
            </a:outerShdw>
          </a:effectLst>
        </a:effectStyle>
        <a:effectStyle>
          <a:effectLst>
            <a:outerShdw blurRad="40000" dir="5400000" dist="23000" rotWithShape="0">
              <a:srgbClr val="000000">
                <a:alpha val="35000"/>
              </a:srgbClr>
            </a:outerShdw>
          </a:effectLst>
          <a:scene3d>
            <a:camera prst="orthographicFront">
              <a:rot lat="0" lon="0" rev="0"/>
            </a:camera>
            <a:lightRig dir="t" rig="threeP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Properties xmlns="http://schemas.openxmlformats.org/officeDocument/2006/extended-properties">
  <Application>Microsoft Office PowerPoint</Application>
  <ScaleCrop>0</ScaleCrop>
  <Company>Hewlett-Packard</Company>
  <LinksUpToDate>0</LinksUpToDate>
  <AppVersion>12.0000</AppVersion>
</Properties>
</file>

<file path=docProps/core.xml><?xml version="1.0" encoding="utf-8"?>
<cp:coreProperties xmlns:cp="http://schemas.openxmlformats.org/package/2006/metadata/core-properties" xmlns:dc="http://purl.org/dc/elements/1.1/" xmlns:dcterms="http://purl.org/dc/terms/" xmlns:xsi="http://www.w3.org/2001/XMLSchema-instance">
  <dc:title>Dr. A. Chuku Miss. M. Owoseni Mr. G. Akomolafe</dc:title>
  <dc:creator>aleruchi</dc:creator>
  <cp:lastModifiedBy>Moji</cp:lastModifiedBy>
  <dcterms:created xsi:type="dcterms:W3CDTF">2013-01-12T09:38:02Z</dcterms:created>
  <dcterms:modified xsi:type="dcterms:W3CDTF">2019-08-15T08:34:00Z</dcterms:modified>
</cp:coreProperties>
</file>