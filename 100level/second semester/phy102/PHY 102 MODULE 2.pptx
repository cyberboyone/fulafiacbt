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8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5FCD-0551-48D2-8E37-9A4630BA031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1585E-8915-4DF1-990B-9D67A546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35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5FCD-0551-48D2-8E37-9A4630BA031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1585E-8915-4DF1-990B-9D67A546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2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5FCD-0551-48D2-8E37-9A4630BA031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1585E-8915-4DF1-990B-9D67A546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3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5FCD-0551-48D2-8E37-9A4630BA031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1585E-8915-4DF1-990B-9D67A546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3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5FCD-0551-48D2-8E37-9A4630BA031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1585E-8915-4DF1-990B-9D67A546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7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5FCD-0551-48D2-8E37-9A4630BA031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1585E-8915-4DF1-990B-9D67A546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99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5FCD-0551-48D2-8E37-9A4630BA031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1585E-8915-4DF1-990B-9D67A546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6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5FCD-0551-48D2-8E37-9A4630BA031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1585E-8915-4DF1-990B-9D67A546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0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5FCD-0551-48D2-8E37-9A4630BA031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1585E-8915-4DF1-990B-9D67A546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8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5FCD-0551-48D2-8E37-9A4630BA031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1585E-8915-4DF1-990B-9D67A546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20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5FCD-0551-48D2-8E37-9A4630BA031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1585E-8915-4DF1-990B-9D67A546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45FCD-0551-48D2-8E37-9A4630BA031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1585E-8915-4DF1-990B-9D67A546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0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26245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2347546"/>
            <a:ext cx="9580685" cy="2910254"/>
          </a:xfrm>
        </p:spPr>
        <p:txBody>
          <a:bodyPr>
            <a:noAutofit/>
          </a:bodyPr>
          <a:lstStyle/>
          <a:p>
            <a:pPr algn="l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Course Title: 		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Electricity &amp; Magnetism</a:t>
            </a:r>
          </a:p>
          <a:p>
            <a:pPr algn="l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Course Code: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	PHYS 102</a:t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Unit: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		3 CU</a:t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Lecturer: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	ABUBAKAR ABDULKADIR</a:t>
            </a:r>
            <a:endParaRPr lang="en-US" sz="3600" dirty="0" smtClean="0"/>
          </a:p>
          <a:p>
            <a:endParaRPr lang="en-US" sz="3600" dirty="0" smtClean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9758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Magnetic Field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Identify a Bar Magnet</a:t>
            </a:r>
          </a:p>
          <a:p>
            <a:pPr algn="just"/>
            <a:r>
              <a:rPr lang="en-US" dirty="0" smtClean="0"/>
              <a:t>Nature of field </a:t>
            </a:r>
            <a:r>
              <a:rPr lang="en-US" dirty="0"/>
              <a:t>lines within a magnetic field </a:t>
            </a:r>
            <a:r>
              <a:rPr lang="en-US" dirty="0" smtClean="0"/>
              <a:t>using </a:t>
            </a:r>
            <a:r>
              <a:rPr lang="en-US" dirty="0"/>
              <a:t>iron filings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Magnetic field lines around a bar magnet</a:t>
            </a:r>
          </a:p>
          <a:p>
            <a:r>
              <a:rPr lang="en-US" dirty="0"/>
              <a:t>Properties of Magnetic Field </a:t>
            </a:r>
            <a:r>
              <a:rPr lang="en-US" dirty="0" smtClean="0"/>
              <a:t>Lines</a:t>
            </a:r>
          </a:p>
          <a:p>
            <a:r>
              <a:rPr lang="en-US" dirty="0"/>
              <a:t>Lorentz </a:t>
            </a:r>
            <a:r>
              <a:rPr lang="en-US" dirty="0" smtClean="0"/>
              <a:t>Force</a:t>
            </a:r>
          </a:p>
          <a:p>
            <a:r>
              <a:rPr lang="en-US" dirty="0"/>
              <a:t>Dielectric </a:t>
            </a:r>
            <a:r>
              <a:rPr lang="en-US" dirty="0" smtClean="0"/>
              <a:t>Materials</a:t>
            </a:r>
          </a:p>
          <a:p>
            <a:r>
              <a:rPr lang="en-US" dirty="0" smtClean="0"/>
              <a:t>Applications of dielectric materials</a:t>
            </a:r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76868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9083"/>
          </a:xfrm>
        </p:spPr>
        <p:txBody>
          <a:bodyPr/>
          <a:lstStyle/>
          <a:p>
            <a:pPr algn="ctr"/>
            <a:r>
              <a:rPr lang="en-US" b="1" dirty="0" smtClean="0"/>
              <a:t>Magnetic Field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4208"/>
            <a:ext cx="10515600" cy="504275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Concept of magnetic field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411" y="4146385"/>
            <a:ext cx="2143125" cy="13891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3205" y="1521817"/>
            <a:ext cx="534279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 dirty="0" smtClean="0"/>
              <a:t>Definition of Magnetic field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A</a:t>
            </a:r>
            <a:r>
              <a:rPr lang="en-US" sz="2400" dirty="0" smtClean="0"/>
              <a:t> </a:t>
            </a:r>
            <a:r>
              <a:rPr lang="en-US" sz="2400" dirty="0"/>
              <a:t>region around a </a:t>
            </a:r>
            <a:r>
              <a:rPr lang="en-US" sz="2400" dirty="0">
                <a:solidFill>
                  <a:srgbClr val="FF0000"/>
                </a:solidFill>
              </a:rPr>
              <a:t>magnetic material</a:t>
            </a:r>
            <a:r>
              <a:rPr lang="en-US" sz="2400" dirty="0"/>
              <a:t> or a </a:t>
            </a:r>
            <a:r>
              <a:rPr lang="en-US" sz="2400" dirty="0">
                <a:solidFill>
                  <a:srgbClr val="FF0000"/>
                </a:solidFill>
              </a:rPr>
              <a:t>moving electric charge</a:t>
            </a:r>
            <a:r>
              <a:rPr lang="en-US" sz="2400" dirty="0"/>
              <a:t> within which the force of magnetism </a:t>
            </a:r>
            <a:r>
              <a:rPr lang="en-US" sz="2400" dirty="0" smtClean="0"/>
              <a:t>acts is a Magnetic Field.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It </a:t>
            </a:r>
            <a:r>
              <a:rPr lang="en-US" sz="2400" dirty="0"/>
              <a:t>has a unit of Tesla (T)</a:t>
            </a:r>
          </a:p>
          <a:p>
            <a:pPr algn="just"/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80994" y="1134208"/>
            <a:ext cx="481818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u="sng" dirty="0" smtClean="0"/>
              <a:t>Magnetic Field lines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/>
              <a:t>Imaginary </a:t>
            </a:r>
            <a:r>
              <a:rPr lang="en-US" sz="2200" dirty="0"/>
              <a:t>lines </a:t>
            </a:r>
            <a:r>
              <a:rPr lang="en-US" sz="2200" dirty="0" smtClean="0"/>
              <a:t>used as </a:t>
            </a:r>
            <a:r>
              <a:rPr lang="en-US" sz="2200" dirty="0"/>
              <a:t>a visual </a:t>
            </a:r>
            <a:r>
              <a:rPr lang="en-US" sz="2200" dirty="0" smtClean="0"/>
              <a:t>tool to </a:t>
            </a:r>
            <a:r>
              <a:rPr lang="en-US" sz="2200" dirty="0"/>
              <a:t>represent magnetic </a:t>
            </a:r>
            <a:r>
              <a:rPr lang="en-US" sz="2200" dirty="0" smtClean="0"/>
              <a:t>fields.</a:t>
            </a:r>
          </a:p>
          <a:p>
            <a:pPr algn="just"/>
            <a:endParaRPr lang="en-US" sz="22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/>
              <a:t>They </a:t>
            </a:r>
            <a:r>
              <a:rPr lang="en-US" sz="2200" dirty="0"/>
              <a:t>describe the direction of the magnetic force on a north monopole at any given </a:t>
            </a:r>
            <a:r>
              <a:rPr lang="en-US" sz="2200" dirty="0" smtClean="0"/>
              <a:t>position.</a:t>
            </a:r>
            <a:endParaRPr lang="en-US" sz="2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994" y="3699563"/>
            <a:ext cx="4571998" cy="2343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7533" y="5706533"/>
            <a:ext cx="1744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 magnet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556" y="4137918"/>
            <a:ext cx="1733550" cy="1381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24602" y="5706533"/>
            <a:ext cx="2002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 current loop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888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19612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1" dirty="0" smtClean="0"/>
              <a:t>Nature </a:t>
            </a:r>
            <a:r>
              <a:rPr lang="en-US" sz="3600" b="1" dirty="0"/>
              <a:t>of </a:t>
            </a:r>
            <a:r>
              <a:rPr lang="en-US" sz="3600" b="1" dirty="0" smtClean="0"/>
              <a:t>Magnetic Field Lines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7831"/>
            <a:ext cx="10515600" cy="553850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Iron filings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199" y="1749670"/>
            <a:ext cx="58081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A great way to see field lines within a magnetic field is to use iron </a:t>
            </a:r>
            <a:r>
              <a:rPr lang="en-US" sz="2000" dirty="0" smtClean="0"/>
              <a:t>filings.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Set a bar magnet down on a white paper 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sprinkle </a:t>
            </a:r>
            <a:r>
              <a:rPr lang="en-US" sz="2000" dirty="0"/>
              <a:t>the filings onto the </a:t>
            </a:r>
            <a:r>
              <a:rPr lang="en-US" sz="2000" dirty="0" smtClean="0"/>
              <a:t>paper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watch </a:t>
            </a:r>
            <a:r>
              <a:rPr lang="en-US" sz="2000" dirty="0"/>
              <a:t>as they form </a:t>
            </a:r>
            <a:r>
              <a:rPr lang="en-US" sz="2000" u="sng" dirty="0"/>
              <a:t>patterns of </a:t>
            </a:r>
            <a:r>
              <a:rPr lang="en-US" sz="2000" u="sng" dirty="0" smtClean="0"/>
              <a:t>lines that </a:t>
            </a:r>
            <a:r>
              <a:rPr lang="en-US" sz="2000" u="sng" dirty="0"/>
              <a:t>are close together at one pole, more spread out as they leave that pole, and close together again at the magnet’s other pole</a:t>
            </a:r>
            <a:r>
              <a:rPr lang="en-US" sz="2000" dirty="0"/>
              <a:t>. The filings are lining up along the bar magnet’s field lines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452" y="4712398"/>
            <a:ext cx="3344008" cy="18599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4215" y="1208434"/>
            <a:ext cx="439485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u="sng" dirty="0"/>
              <a:t>Properties of Magnetic Field </a:t>
            </a:r>
            <a:r>
              <a:rPr lang="en-US" sz="2000" u="sng" dirty="0" smtClean="0"/>
              <a:t>Lines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Magnetic field lines </a:t>
            </a:r>
            <a:r>
              <a:rPr lang="en-US" sz="2000" u="sng" dirty="0"/>
              <a:t>never cross</a:t>
            </a:r>
            <a:r>
              <a:rPr lang="en-US" sz="2000" dirty="0"/>
              <a:t> each other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u="sng" dirty="0"/>
              <a:t>density</a:t>
            </a:r>
            <a:r>
              <a:rPr lang="en-US" sz="2000" dirty="0"/>
              <a:t> of the field lines indicates the </a:t>
            </a:r>
            <a:r>
              <a:rPr lang="en-US" sz="2000" u="sng" dirty="0"/>
              <a:t>strength</a:t>
            </a:r>
            <a:r>
              <a:rPr lang="en-US" sz="2000" dirty="0"/>
              <a:t> of the field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Magnetic field lines </a:t>
            </a:r>
            <a:r>
              <a:rPr lang="en-US" sz="2000" u="sng" dirty="0"/>
              <a:t>always</a:t>
            </a:r>
            <a:r>
              <a:rPr lang="en-US" sz="2000" dirty="0"/>
              <a:t> make </a:t>
            </a:r>
            <a:r>
              <a:rPr lang="en-US" sz="2000" u="sng" dirty="0"/>
              <a:t>closed loops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Magnetic field lines always emerge or </a:t>
            </a:r>
            <a:r>
              <a:rPr lang="en-US" sz="2000" u="sng" dirty="0"/>
              <a:t>start</a:t>
            </a:r>
            <a:r>
              <a:rPr lang="en-US" sz="2000" dirty="0"/>
              <a:t> from the </a:t>
            </a:r>
            <a:r>
              <a:rPr lang="en-US" sz="2000" u="sng" dirty="0"/>
              <a:t>North Pole</a:t>
            </a:r>
            <a:r>
              <a:rPr lang="en-US" sz="2000" dirty="0"/>
              <a:t> and terminate at the South Pole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464" y="4712844"/>
            <a:ext cx="4273061" cy="143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34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3044"/>
          </a:xfrm>
        </p:spPr>
        <p:txBody>
          <a:bodyPr/>
          <a:lstStyle/>
          <a:p>
            <a:pPr algn="ctr"/>
            <a:r>
              <a:rPr lang="en-US" b="1" dirty="0"/>
              <a:t>Lorentz Force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7300"/>
            <a:ext cx="10515600" cy="49196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Concept in Electromagnetism 			Components of the force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838199" y="1824305"/>
                <a:ext cx="6155267" cy="4566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200" dirty="0" smtClean="0"/>
                  <a:t>Describes </a:t>
                </a:r>
                <a:r>
                  <a:rPr lang="en-US" sz="2200" dirty="0"/>
                  <a:t>the force exerted on a charged particle, like an electron or proton, when it moves through the space containing </a:t>
                </a:r>
                <a:r>
                  <a:rPr lang="en-US" sz="2200" u="sng" dirty="0" smtClean="0"/>
                  <a:t>electric field</a:t>
                </a:r>
                <a:r>
                  <a:rPr lang="en-US" sz="2200" dirty="0" smtClean="0"/>
                  <a:t> </a:t>
                </a:r>
                <a:r>
                  <a:rPr lang="en-US" sz="2200" dirty="0"/>
                  <a:t>as well as the </a:t>
                </a:r>
                <a:r>
                  <a:rPr lang="en-US" sz="2200" u="sng" dirty="0"/>
                  <a:t>magnetic</a:t>
                </a:r>
                <a:r>
                  <a:rPr lang="en-US" sz="2200" dirty="0"/>
                  <a:t> </a:t>
                </a:r>
                <a:r>
                  <a:rPr lang="en-US" sz="2200" dirty="0" smtClean="0"/>
                  <a:t>field.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200" dirty="0" smtClean="0"/>
                  <a:t>The </a:t>
                </a:r>
                <a:r>
                  <a:rPr lang="en-US" sz="2200" dirty="0"/>
                  <a:t>Lorentz force equation is given by</a:t>
                </a:r>
                <a:r>
                  <a:rPr lang="en-US" sz="2200" dirty="0" smtClean="0"/>
                  <a:t>;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r>
                        <a:rPr lang="en-US" sz="2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  <m:r>
                        <a:rPr lang="en-US" sz="22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acc>
                      <m:r>
                        <a:rPr lang="en-US" sz="2200" b="1" i="1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lang="en-US" sz="2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b="1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2200" dirty="0" smtClean="0"/>
                  <a:t> the Lorentz force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200" dirty="0" smtClean="0"/>
                  <a:t> charge of the particle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 smtClean="0"/>
                  <a:t>Electric field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200" dirty="0" smtClean="0"/>
                  <a:t> velocity of the particle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200" dirty="0" smtClean="0"/>
                  <a:t> magnetic field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200" dirty="0" smtClean="0"/>
                  <a:t> cross product</a:t>
                </a:r>
                <a:endParaRPr lang="en-US" sz="22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824305"/>
                <a:ext cx="6155267" cy="4566058"/>
              </a:xfrm>
              <a:prstGeom prst="rect">
                <a:avLst/>
              </a:prstGeom>
              <a:blipFill rotWithShape="0">
                <a:blip r:embed="rId2"/>
                <a:stretch>
                  <a:fillRect l="-1089" t="-801" r="-1287" b="-1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97614" y="1749669"/>
                <a:ext cx="4056185" cy="2883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en-US" sz="2200" u="sng" dirty="0" smtClean="0"/>
                  <a:t>Electric force</a:t>
                </a:r>
                <a:r>
                  <a:rPr lang="en-US" sz="2200" dirty="0"/>
                  <a:t> </a:t>
                </a:r>
                <a:endParaRPr lang="en-US" sz="2200" i="1" dirty="0" smtClean="0"/>
              </a:p>
              <a:p>
                <a:pPr lvl="0" algn="just"/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𝒒</m:t>
                    </m:r>
                    <m:acc>
                      <m:accPr>
                        <m:chr m:val="⃗"/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en-US" sz="2200" dirty="0"/>
                  <a:t>Due to the electric field, acting in the direction of the field</a:t>
                </a:r>
                <a:r>
                  <a:rPr lang="en-US" sz="2200" dirty="0" smtClean="0"/>
                  <a:t>.</a:t>
                </a:r>
              </a:p>
              <a:p>
                <a:pPr lvl="0" algn="just"/>
                <a:endParaRPr lang="en-US" sz="2200" dirty="0"/>
              </a:p>
              <a:p>
                <a:pPr algn="just"/>
                <a:r>
                  <a:rPr lang="en-US" sz="2200" u="sng" dirty="0"/>
                  <a:t>Magnetic force</a:t>
                </a:r>
                <a:r>
                  <a:rPr lang="en-US" sz="2200" dirty="0"/>
                  <a:t> </a:t>
                </a:r>
                <a:endParaRPr lang="en-US" sz="2200" dirty="0" smtClean="0"/>
              </a:p>
              <a:p>
                <a:pPr lvl="0" algn="just"/>
                <a:r>
                  <a:rPr lang="en-US" sz="2200" dirty="0" smtClean="0"/>
                  <a:t>(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𝑞</m:t>
                    </m:r>
                    <m:acc>
                      <m:accPr>
                        <m:chr m:val="⃗"/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acc>
                    <m:r>
                      <a:rPr lang="en-US" sz="2200" i="1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en-US" sz="2200" dirty="0" smtClean="0"/>
                  <a:t>) </a:t>
                </a:r>
                <a:r>
                  <a:rPr lang="en-US" sz="2200" dirty="0"/>
                  <a:t>acting perpendicular to both the velocity and magnetic field</a:t>
                </a:r>
                <a:r>
                  <a:rPr lang="en-US" sz="2200" dirty="0" smtClean="0"/>
                  <a:t>.</a:t>
                </a:r>
                <a:endParaRPr lang="en-US" sz="2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614" y="1749669"/>
                <a:ext cx="4056185" cy="2883097"/>
              </a:xfrm>
              <a:prstGeom prst="rect">
                <a:avLst/>
              </a:prstGeom>
              <a:blipFill rotWithShape="0">
                <a:blip r:embed="rId3"/>
                <a:stretch>
                  <a:fillRect l="-1955" t="-1480" r="-1955" b="-3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20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 err="1" smtClean="0"/>
              <a:t>Cont</a:t>
            </a:r>
            <a:r>
              <a:rPr lang="en-US" b="1" i="1" dirty="0" smtClean="0"/>
              <a:t>…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smtClean="0"/>
              <a:t>Difference between the force due to magnetic field and the force due to the electric field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467" y="2700867"/>
            <a:ext cx="9397999" cy="328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9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Dielectric Materials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Dielectrics</a:t>
            </a:r>
            <a:r>
              <a:rPr lang="en-US" dirty="0"/>
              <a:t> are essential in the technologies we use every day for examples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4134" y="2653239"/>
            <a:ext cx="342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/>
              <a:t>They are used for energy storage in capacitors and to enhance devices based on </a:t>
            </a:r>
            <a:r>
              <a:rPr lang="en-US" dirty="0" smtClean="0"/>
              <a:t>semiconductors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1" y="3943014"/>
            <a:ext cx="1612899" cy="10184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28067" y="2503309"/>
            <a:ext cx="231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/>
              <a:t>They are also present in liquid crystal </a:t>
            </a:r>
            <a:r>
              <a:rPr lang="en-US" dirty="0" smtClean="0"/>
              <a:t>displays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036" y="3648296"/>
            <a:ext cx="1697565" cy="11256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64400" y="2336800"/>
            <a:ext cx="33189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/>
              <a:t>They are present in industrial coatings to protect a surface (of metal, concrete, timber, glass, plastics, leather, mortar etc.) from damage like wear and tear, corrosion </a:t>
            </a:r>
            <a:r>
              <a:rPr lang="en-US" dirty="0" smtClean="0"/>
              <a:t>decay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302" y="4091126"/>
            <a:ext cx="1672697" cy="13411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0268" y="5096418"/>
            <a:ext cx="4428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They are present in cooling </a:t>
            </a:r>
            <a:r>
              <a:rPr lang="en-US" sz="2000" dirty="0" smtClean="0"/>
              <a:t>processes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40268" y="5687627"/>
            <a:ext cx="8720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In other word, modern society wouldn’t even exist without dielectric </a:t>
            </a:r>
            <a:r>
              <a:rPr lang="en-US" sz="2000" dirty="0" smtClean="0"/>
              <a:t>materials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7998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236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Dielectric </a:t>
            </a:r>
            <a:r>
              <a:rPr lang="en-US" b="1" dirty="0"/>
              <a:t>Materials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9133"/>
            <a:ext cx="10515600" cy="506783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What are dielectric Materials?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755205"/>
            <a:ext cx="971973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Dielectrics, in general, can be described as </a:t>
            </a:r>
            <a:endParaRPr lang="en-US" sz="24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materials </a:t>
            </a:r>
            <a:r>
              <a:rPr lang="en-US" sz="2400" dirty="0"/>
              <a:t>that are </a:t>
            </a:r>
            <a:r>
              <a:rPr lang="en-US" sz="2400" u="sng" dirty="0"/>
              <a:t>very poor conductors </a:t>
            </a:r>
            <a:r>
              <a:rPr lang="en-US" sz="2400" dirty="0"/>
              <a:t>of electric </a:t>
            </a:r>
            <a:r>
              <a:rPr lang="en-US" sz="2400" dirty="0" smtClean="0"/>
              <a:t>current.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They </a:t>
            </a:r>
            <a:r>
              <a:rPr lang="en-US" sz="2400" dirty="0"/>
              <a:t>are basically </a:t>
            </a:r>
            <a:r>
              <a:rPr lang="en-US" sz="2400" u="sng" dirty="0"/>
              <a:t>insulators</a:t>
            </a:r>
            <a:r>
              <a:rPr lang="en-US" sz="2400" dirty="0"/>
              <a:t> and contain no free electrons</a:t>
            </a:r>
            <a:r>
              <a:rPr lang="en-US" sz="2400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Their </a:t>
            </a:r>
            <a:r>
              <a:rPr lang="en-US" sz="2400" dirty="0"/>
              <a:t>behavior in an electric field is entirely different from that of </a:t>
            </a:r>
            <a:r>
              <a:rPr lang="en-US" sz="2400" dirty="0" smtClean="0"/>
              <a:t>conductors.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They </a:t>
            </a:r>
            <a:r>
              <a:rPr lang="en-US" sz="2400" dirty="0"/>
              <a:t>are often called insulators because they are the exact opposite of </a:t>
            </a:r>
            <a:r>
              <a:rPr lang="en-US" sz="2400" dirty="0" smtClean="0"/>
              <a:t>conductors.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when insulators are called </a:t>
            </a:r>
            <a:r>
              <a:rPr lang="en-US" sz="2400" dirty="0"/>
              <a:t>“dielectrics,” it’s because </a:t>
            </a:r>
            <a:r>
              <a:rPr lang="en-US" sz="2400" dirty="0" smtClean="0"/>
              <a:t>attention want to be drawn </a:t>
            </a:r>
            <a:r>
              <a:rPr lang="en-US" sz="2400" dirty="0"/>
              <a:t>to a special property shared by all insulators: </a:t>
            </a:r>
            <a:r>
              <a:rPr lang="en-US" sz="2400" dirty="0" err="1"/>
              <a:t>polarizability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Dielectrics can be easily </a:t>
            </a:r>
            <a:r>
              <a:rPr lang="en-US" sz="2400" u="sng" dirty="0"/>
              <a:t>polarized</a:t>
            </a:r>
            <a:r>
              <a:rPr lang="en-US" sz="2400" dirty="0"/>
              <a:t> when an electric field is applied to it.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460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507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Theme</vt:lpstr>
      <vt:lpstr>MODULE 2</vt:lpstr>
      <vt:lpstr>Outline</vt:lpstr>
      <vt:lpstr>Magnetic Field</vt:lpstr>
      <vt:lpstr> Nature of Magnetic Field Lines </vt:lpstr>
      <vt:lpstr>Lorentz Force</vt:lpstr>
      <vt:lpstr>Cont…</vt:lpstr>
      <vt:lpstr>Dielectric Materials</vt:lpstr>
      <vt:lpstr> Dielectric Materials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</dc:title>
  <dc:creator>User</dc:creator>
  <cp:lastModifiedBy>User</cp:lastModifiedBy>
  <cp:revision>48</cp:revision>
  <dcterms:created xsi:type="dcterms:W3CDTF">2024-08-10T06:29:00Z</dcterms:created>
  <dcterms:modified xsi:type="dcterms:W3CDTF">2024-08-14T07:19:58Z</dcterms:modified>
</cp:coreProperties>
</file>